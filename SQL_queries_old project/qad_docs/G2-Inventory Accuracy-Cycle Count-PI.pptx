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5"/>
  </p:sldMasterIdLst>
  <p:notesMasterIdLst>
    <p:notesMasterId r:id="rId34"/>
  </p:notesMasterIdLst>
  <p:handoutMasterIdLst>
    <p:handoutMasterId r:id="rId35"/>
  </p:handoutMasterIdLst>
  <p:sldIdLst>
    <p:sldId id="296" r:id="rId6"/>
    <p:sldId id="330" r:id="rId7"/>
    <p:sldId id="272" r:id="rId8"/>
    <p:sldId id="290" r:id="rId9"/>
    <p:sldId id="298" r:id="rId10"/>
    <p:sldId id="277" r:id="rId11"/>
    <p:sldId id="314" r:id="rId12"/>
    <p:sldId id="328" r:id="rId13"/>
    <p:sldId id="315" r:id="rId14"/>
    <p:sldId id="329" r:id="rId15"/>
    <p:sldId id="331" r:id="rId16"/>
    <p:sldId id="335" r:id="rId17"/>
    <p:sldId id="336" r:id="rId18"/>
    <p:sldId id="337" r:id="rId19"/>
    <p:sldId id="338" r:id="rId20"/>
    <p:sldId id="339" r:id="rId21"/>
    <p:sldId id="340" r:id="rId22"/>
    <p:sldId id="341" r:id="rId23"/>
    <p:sldId id="342" r:id="rId24"/>
    <p:sldId id="343" r:id="rId25"/>
    <p:sldId id="344" r:id="rId26"/>
    <p:sldId id="345" r:id="rId27"/>
    <p:sldId id="346" r:id="rId28"/>
    <p:sldId id="347" r:id="rId29"/>
    <p:sldId id="348" r:id="rId30"/>
    <p:sldId id="349" r:id="rId31"/>
    <p:sldId id="350" r:id="rId32"/>
    <p:sldId id="29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1392" userDrawn="1">
          <p15:clr>
            <a:srgbClr val="A4A3A4"/>
          </p15:clr>
        </p15:guide>
        <p15:guide id="7"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AAA"/>
    <a:srgbClr val="00475D"/>
    <a:srgbClr val="BFD732"/>
    <a:srgbClr val="004253"/>
    <a:srgbClr val="000000"/>
    <a:srgbClr val="00465A"/>
    <a:srgbClr val="BED732"/>
    <a:srgbClr val="030907"/>
    <a:srgbClr val="A9AAAC"/>
    <a:srgbClr val="BED7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4533" autoAdjust="0"/>
  </p:normalViewPr>
  <p:slideViewPr>
    <p:cSldViewPr snapToGrid="0" showGuides="1">
      <p:cViewPr varScale="1">
        <p:scale>
          <a:sx n="77" d="100"/>
          <a:sy n="77" d="100"/>
        </p:scale>
        <p:origin x="682" y="62"/>
      </p:cViewPr>
      <p:guideLst>
        <p:guide orient="horz" pos="1392"/>
        <p:guide pos="3840"/>
      </p:guideLst>
    </p:cSldViewPr>
  </p:slideViewPr>
  <p:outlineViewPr>
    <p:cViewPr>
      <p:scale>
        <a:sx n="33" d="100"/>
        <a:sy n="33" d="100"/>
      </p:scale>
      <p:origin x="0" y="-8484"/>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97" d="100"/>
          <a:sy n="97" d="100"/>
        </p:scale>
        <p:origin x="822"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id Kharin" userId="59cc56ec-249c-49e1-9e56-3c40df57435c" providerId="ADAL" clId="{58DE4958-81D9-49AE-A5DD-32C5E5455E07}"/>
    <pc:docChg chg="custSel modSld">
      <pc:chgData name="Leonid Kharin" userId="59cc56ec-249c-49e1-9e56-3c40df57435c" providerId="ADAL" clId="{58DE4958-81D9-49AE-A5DD-32C5E5455E07}" dt="2022-07-11T09:20:54.850" v="24" actId="20577"/>
      <pc:docMkLst>
        <pc:docMk/>
      </pc:docMkLst>
      <pc:sldChg chg="modSp mod">
        <pc:chgData name="Leonid Kharin" userId="59cc56ec-249c-49e1-9e56-3c40df57435c" providerId="ADAL" clId="{58DE4958-81D9-49AE-A5DD-32C5E5455E07}" dt="2022-07-11T08:26:14.971" v="0" actId="313"/>
        <pc:sldMkLst>
          <pc:docMk/>
          <pc:sldMk cId="2017137484" sldId="331"/>
        </pc:sldMkLst>
        <pc:spChg chg="mod">
          <ac:chgData name="Leonid Kharin" userId="59cc56ec-249c-49e1-9e56-3c40df57435c" providerId="ADAL" clId="{58DE4958-81D9-49AE-A5DD-32C5E5455E07}" dt="2022-07-11T08:26:14.971" v="0" actId="313"/>
          <ac:spMkLst>
            <pc:docMk/>
            <pc:sldMk cId="2017137484" sldId="331"/>
            <ac:spMk id="8" creationId="{00000000-0000-0000-0000-000000000000}"/>
          </ac:spMkLst>
        </pc:spChg>
      </pc:sldChg>
      <pc:sldChg chg="modSp mod">
        <pc:chgData name="Leonid Kharin" userId="59cc56ec-249c-49e1-9e56-3c40df57435c" providerId="ADAL" clId="{58DE4958-81D9-49AE-A5DD-32C5E5455E07}" dt="2022-07-11T09:20:54.850" v="24" actId="20577"/>
        <pc:sldMkLst>
          <pc:docMk/>
          <pc:sldMk cId="3818480223" sldId="340"/>
        </pc:sldMkLst>
        <pc:spChg chg="mod">
          <ac:chgData name="Leonid Kharin" userId="59cc56ec-249c-49e1-9e56-3c40df57435c" providerId="ADAL" clId="{58DE4958-81D9-49AE-A5DD-32C5E5455E07}" dt="2022-07-11T09:20:54.850" v="24" actId="20577"/>
          <ac:spMkLst>
            <pc:docMk/>
            <pc:sldMk cId="3818480223" sldId="340"/>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D2A31A-53E0-450D-B88A-C25C0F59FB09}" type="datetimeFigureOut">
              <a:rPr lang="en-US" smtClean="0"/>
              <a:t>7/11/2022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8BBF7E-1015-4332-B23A-E063499CC2B5}" type="slidenum">
              <a:rPr lang="en-US" smtClean="0"/>
              <a:t>‹#›</a:t>
            </a:fld>
            <a:endParaRPr lang="en-US"/>
          </a:p>
        </p:txBody>
      </p:sp>
    </p:spTree>
    <p:extLst>
      <p:ext uri="{BB962C8B-B14F-4D97-AF65-F5344CB8AC3E}">
        <p14:creationId xmlns:p14="http://schemas.microsoft.com/office/powerpoint/2010/main" val="724866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313F4-C478-4989-9E6B-7CC86A513A4E}" type="datetimeFigureOut">
              <a:rPr lang="en-US" smtClean="0"/>
              <a:t>7/11/2022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B8BFAE-7509-4B89-933B-83B8F0FAAE55}" type="slidenum">
              <a:rPr lang="en-US" smtClean="0"/>
              <a:t>‹#›</a:t>
            </a:fld>
            <a:endParaRPr lang="en-US"/>
          </a:p>
        </p:txBody>
      </p:sp>
    </p:spTree>
    <p:extLst>
      <p:ext uri="{BB962C8B-B14F-4D97-AF65-F5344CB8AC3E}">
        <p14:creationId xmlns:p14="http://schemas.microsoft.com/office/powerpoint/2010/main" val="2606966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Welcome!</a:t>
            </a:r>
          </a:p>
          <a:p>
            <a:pPr>
              <a:buFontTx/>
              <a:buNone/>
            </a:pPr>
            <a:r>
              <a:rPr lang="en-US" baseline="0" dirty="0"/>
              <a:t>-We are taking attendance; if more than one person on the line, please enter the names in the Chat window or send to the facilitator.  Please encourage your colleagues to attend one of the remaining sessions.</a:t>
            </a:r>
          </a:p>
          <a:p>
            <a:pPr>
              <a:buFontTx/>
              <a:buNone/>
            </a:pPr>
            <a:r>
              <a:rPr lang="en-US" baseline="0" dirty="0"/>
              <a:t>-Ask that you mute your phone and post any questions throughout the session into the Chat window; we are keeping a parking lot for questions</a:t>
            </a:r>
          </a:p>
          <a:p>
            <a:endParaRPr lang="en-US" dirty="0"/>
          </a:p>
          <a:p>
            <a:r>
              <a:rPr lang="en-US" dirty="0"/>
              <a:t>Add picture that represents</a:t>
            </a:r>
            <a:r>
              <a:rPr lang="en-US" baseline="0" dirty="0"/>
              <a:t> the topic</a:t>
            </a:r>
            <a:r>
              <a:rPr lang="en-US" dirty="0"/>
              <a:t>,</a:t>
            </a:r>
            <a:r>
              <a:rPr lang="en-US" baseline="0" dirty="0"/>
              <a:t> then update Title and Date</a:t>
            </a:r>
          </a:p>
          <a:p>
            <a:r>
              <a:rPr lang="en-US" baseline="0" dirty="0"/>
              <a:t>Sources for pictures include:</a:t>
            </a:r>
          </a:p>
          <a:p>
            <a:pPr marL="171450" indent="-171450">
              <a:buFont typeface="Arial" panose="020B0604020202020204" pitchFamily="34" charset="0"/>
              <a:buChar char="•"/>
            </a:pPr>
            <a:r>
              <a:rPr lang="en-US" b="1" baseline="0" dirty="0"/>
              <a:t>Adient Brand Center &gt; Brand Imagery</a:t>
            </a:r>
            <a:r>
              <a:rPr lang="en-US" baseline="0" dirty="0"/>
              <a:t>: http://www.adient-brand.com/adient/assets?assetTypes%5B%5D=imagery</a:t>
            </a:r>
          </a:p>
          <a:p>
            <a:pPr marL="171450" indent="-171450">
              <a:buFont typeface="Arial" panose="020B0604020202020204" pitchFamily="34" charset="0"/>
              <a:buChar char="•"/>
            </a:pPr>
            <a:r>
              <a:rPr lang="en-US" b="1" baseline="0" dirty="0"/>
              <a:t>Knowledge Management Image Library</a:t>
            </a:r>
            <a:r>
              <a:rPr lang="en-US" baseline="0" dirty="0"/>
              <a:t>: https://connect.adient.com/sites/sapcommunity/ef/PublishingImages/Forms/Thumbnails.aspx?InitialTabId=Ribbon%2ERead&amp;VisibilityContext=WSSTabPersistence</a:t>
            </a:r>
          </a:p>
          <a:p>
            <a:pPr marL="171450" indent="-171450">
              <a:buFont typeface="Arial" panose="020B0604020202020204" pitchFamily="34" charset="0"/>
              <a:buChar char="•"/>
            </a:pPr>
            <a:r>
              <a:rPr lang="en-US" b="1" baseline="0" dirty="0"/>
              <a:t>Internet keyword search/Images</a:t>
            </a:r>
          </a:p>
          <a:p>
            <a:r>
              <a:rPr lang="en-US" dirty="0"/>
              <a:t>Replace picture with one that represents</a:t>
            </a:r>
            <a:r>
              <a:rPr lang="en-US" baseline="0" dirty="0"/>
              <a:t> the topic</a:t>
            </a:r>
            <a:r>
              <a:rPr lang="en-US" dirty="0"/>
              <a:t>,</a:t>
            </a:r>
            <a:r>
              <a:rPr lang="en-US" baseline="0" dirty="0"/>
              <a:t> then update Business Unit, Title and Date</a:t>
            </a:r>
            <a:endParaRPr lang="en-US" dirty="0"/>
          </a:p>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a:t>
            </a:fld>
            <a:endParaRPr lang="en-US"/>
          </a:p>
        </p:txBody>
      </p:sp>
    </p:spTree>
    <p:extLst>
      <p:ext uri="{BB962C8B-B14F-4D97-AF65-F5344CB8AC3E}">
        <p14:creationId xmlns:p14="http://schemas.microsoft.com/office/powerpoint/2010/main" val="897166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a:t>
            </a:fld>
            <a:endParaRPr lang="en-US"/>
          </a:p>
        </p:txBody>
      </p:sp>
    </p:spTree>
    <p:extLst>
      <p:ext uri="{BB962C8B-B14F-4D97-AF65-F5344CB8AC3E}">
        <p14:creationId xmlns:p14="http://schemas.microsoft.com/office/powerpoint/2010/main" val="2400449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Use these kinds of action verbs for what the participant is expected</a:t>
            </a:r>
            <a:r>
              <a:rPr lang="en-US" baseline="0" dirty="0"/>
              <a:t> to do after learning takes place</a:t>
            </a:r>
            <a:endParaRPr lang="en-US" dirty="0"/>
          </a:p>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3</a:t>
            </a:fld>
            <a:endParaRPr lang="en-US"/>
          </a:p>
        </p:txBody>
      </p:sp>
    </p:spTree>
    <p:extLst>
      <p:ext uri="{BB962C8B-B14F-4D97-AF65-F5344CB8AC3E}">
        <p14:creationId xmlns:p14="http://schemas.microsoft.com/office/powerpoint/2010/main" val="2456820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4</a:t>
            </a:fld>
            <a:endParaRPr lang="en-US"/>
          </a:p>
        </p:txBody>
      </p:sp>
    </p:spTree>
    <p:extLst>
      <p:ext uri="{BB962C8B-B14F-4D97-AF65-F5344CB8AC3E}">
        <p14:creationId xmlns:p14="http://schemas.microsoft.com/office/powerpoint/2010/main" val="2215287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Enter title</a:t>
            </a:r>
            <a:r>
              <a:rPr lang="en-US" baseline="0" dirty="0"/>
              <a:t> of topic and bulleted list of subtopics</a:t>
            </a:r>
          </a:p>
          <a:p>
            <a:r>
              <a:rPr lang="en-US" baseline="0" dirty="0"/>
              <a:t>Optional: Replace picture with one that is relevant to the topic</a:t>
            </a:r>
            <a:endParaRPr lang="en-US" dirty="0"/>
          </a:p>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5</a:t>
            </a:fld>
            <a:endParaRPr lang="en-US"/>
          </a:p>
        </p:txBody>
      </p:sp>
    </p:spTree>
    <p:extLst>
      <p:ext uri="{BB962C8B-B14F-4D97-AF65-F5344CB8AC3E}">
        <p14:creationId xmlns:p14="http://schemas.microsoft.com/office/powerpoint/2010/main" val="2617118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add text</a:t>
            </a:r>
            <a:r>
              <a:rPr lang="en-US" baseline="0" dirty="0"/>
              <a:t> or other content types</a:t>
            </a:r>
            <a:endParaRPr lang="en-US" dirty="0"/>
          </a:p>
          <a:p>
            <a:r>
              <a:rPr lang="en-US" dirty="0"/>
              <a:t>Use tables to show what</a:t>
            </a:r>
            <a:r>
              <a:rPr lang="en-US" baseline="0" dirty="0"/>
              <a:t> is changing, terms, roles &amp; responsibilities, etc.</a:t>
            </a:r>
          </a:p>
          <a:p>
            <a:pPr marL="171450" indent="-171450">
              <a:buFont typeface="Arial" panose="020B0604020202020204" pitchFamily="34" charset="0"/>
              <a:buChar char="•"/>
            </a:pPr>
            <a:r>
              <a:rPr lang="en-US" baseline="0" dirty="0"/>
              <a:t>TIP: Click on the table and a TABLE TOOLS ribbon displays other design/layout options for the table</a:t>
            </a:r>
            <a:endParaRPr lang="en-US" dirty="0"/>
          </a:p>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6</a:t>
            </a:fld>
            <a:endParaRPr lang="en-US"/>
          </a:p>
        </p:txBody>
      </p:sp>
    </p:spTree>
    <p:extLst>
      <p:ext uri="{BB962C8B-B14F-4D97-AF65-F5344CB8AC3E}">
        <p14:creationId xmlns:p14="http://schemas.microsoft.com/office/powerpoint/2010/main" val="3702725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7</a:t>
            </a:fld>
            <a:endParaRPr lang="en-US"/>
          </a:p>
        </p:txBody>
      </p:sp>
    </p:spTree>
    <p:extLst>
      <p:ext uri="{BB962C8B-B14F-4D97-AF65-F5344CB8AC3E}">
        <p14:creationId xmlns:p14="http://schemas.microsoft.com/office/powerpoint/2010/main" val="490674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8</a:t>
            </a:fld>
            <a:endParaRPr lang="en-US"/>
          </a:p>
        </p:txBody>
      </p:sp>
    </p:spTree>
    <p:extLst>
      <p:ext uri="{BB962C8B-B14F-4D97-AF65-F5344CB8AC3E}">
        <p14:creationId xmlns:p14="http://schemas.microsoft.com/office/powerpoint/2010/main" val="510458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9</a:t>
            </a:fld>
            <a:endParaRPr lang="en-US"/>
          </a:p>
        </p:txBody>
      </p:sp>
    </p:spTree>
    <p:extLst>
      <p:ext uri="{BB962C8B-B14F-4D97-AF65-F5344CB8AC3E}">
        <p14:creationId xmlns:p14="http://schemas.microsoft.com/office/powerpoint/2010/main" val="1259805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10</a:t>
            </a:fld>
            <a:endParaRPr lang="en-US"/>
          </a:p>
        </p:txBody>
      </p:sp>
    </p:spTree>
    <p:extLst>
      <p:ext uri="{BB962C8B-B14F-4D97-AF65-F5344CB8AC3E}">
        <p14:creationId xmlns:p14="http://schemas.microsoft.com/office/powerpoint/2010/main" val="2516906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11</a:t>
            </a:fld>
            <a:endParaRPr lang="en-US"/>
          </a:p>
        </p:txBody>
      </p:sp>
    </p:spTree>
    <p:extLst>
      <p:ext uri="{BB962C8B-B14F-4D97-AF65-F5344CB8AC3E}">
        <p14:creationId xmlns:p14="http://schemas.microsoft.com/office/powerpoint/2010/main" val="1869610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Enter title</a:t>
            </a:r>
            <a:r>
              <a:rPr lang="en-US" baseline="0" dirty="0"/>
              <a:t> of topic and bulleted list of subtopics</a:t>
            </a:r>
          </a:p>
          <a:p>
            <a:r>
              <a:rPr lang="en-US" baseline="0" dirty="0"/>
              <a:t>Optional: Replace picture with one that is relevant to the topic</a:t>
            </a:r>
            <a:endParaRPr lang="en-US" dirty="0"/>
          </a:p>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12</a:t>
            </a:fld>
            <a:endParaRPr lang="en-US"/>
          </a:p>
        </p:txBody>
      </p:sp>
    </p:spTree>
    <p:extLst>
      <p:ext uri="{BB962C8B-B14F-4D97-AF65-F5344CB8AC3E}">
        <p14:creationId xmlns:p14="http://schemas.microsoft.com/office/powerpoint/2010/main" val="320268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add text</a:t>
            </a:r>
            <a:r>
              <a:rPr lang="en-US" baseline="0" dirty="0"/>
              <a:t> or other content types</a:t>
            </a:r>
            <a:endParaRPr lang="en-US" dirty="0"/>
          </a:p>
          <a:p>
            <a:r>
              <a:rPr lang="en-US" dirty="0"/>
              <a:t>Use tables to show what</a:t>
            </a:r>
            <a:r>
              <a:rPr lang="en-US" baseline="0" dirty="0"/>
              <a:t> is changing, terms, roles &amp; responsibilities, etc.</a:t>
            </a:r>
          </a:p>
          <a:p>
            <a:pPr marL="171450" indent="-171450">
              <a:buFont typeface="Arial" panose="020B0604020202020204" pitchFamily="34" charset="0"/>
              <a:buChar char="•"/>
            </a:pPr>
            <a:r>
              <a:rPr lang="en-US" baseline="0" dirty="0"/>
              <a:t>TIP: Click on the table and a TABLE TOOLS ribbon displays other design/layout options for the table</a:t>
            </a:r>
            <a:endParaRPr lang="en-US" dirty="0"/>
          </a:p>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13</a:t>
            </a:fld>
            <a:endParaRPr lang="en-US"/>
          </a:p>
        </p:txBody>
      </p:sp>
    </p:spTree>
    <p:extLst>
      <p:ext uri="{BB962C8B-B14F-4D97-AF65-F5344CB8AC3E}">
        <p14:creationId xmlns:p14="http://schemas.microsoft.com/office/powerpoint/2010/main" val="264644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14</a:t>
            </a:fld>
            <a:endParaRPr lang="en-US"/>
          </a:p>
        </p:txBody>
      </p:sp>
    </p:spTree>
    <p:extLst>
      <p:ext uri="{BB962C8B-B14F-4D97-AF65-F5344CB8AC3E}">
        <p14:creationId xmlns:p14="http://schemas.microsoft.com/office/powerpoint/2010/main" val="2786240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15</a:t>
            </a:fld>
            <a:endParaRPr lang="en-US"/>
          </a:p>
        </p:txBody>
      </p:sp>
    </p:spTree>
    <p:extLst>
      <p:ext uri="{BB962C8B-B14F-4D97-AF65-F5344CB8AC3E}">
        <p14:creationId xmlns:p14="http://schemas.microsoft.com/office/powerpoint/2010/main" val="230212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16</a:t>
            </a:fld>
            <a:endParaRPr lang="en-US"/>
          </a:p>
        </p:txBody>
      </p:sp>
    </p:spTree>
    <p:extLst>
      <p:ext uri="{BB962C8B-B14F-4D97-AF65-F5344CB8AC3E}">
        <p14:creationId xmlns:p14="http://schemas.microsoft.com/office/powerpoint/2010/main" val="2090052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17</a:t>
            </a:fld>
            <a:endParaRPr lang="en-US"/>
          </a:p>
        </p:txBody>
      </p:sp>
    </p:spTree>
    <p:extLst>
      <p:ext uri="{BB962C8B-B14F-4D97-AF65-F5344CB8AC3E}">
        <p14:creationId xmlns:p14="http://schemas.microsoft.com/office/powerpoint/2010/main" val="134593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18</a:t>
            </a:fld>
            <a:endParaRPr lang="en-US"/>
          </a:p>
        </p:txBody>
      </p:sp>
    </p:spTree>
    <p:extLst>
      <p:ext uri="{BB962C8B-B14F-4D97-AF65-F5344CB8AC3E}">
        <p14:creationId xmlns:p14="http://schemas.microsoft.com/office/powerpoint/2010/main" val="28647494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19</a:t>
            </a:fld>
            <a:endParaRPr lang="en-US"/>
          </a:p>
        </p:txBody>
      </p:sp>
    </p:spTree>
    <p:extLst>
      <p:ext uri="{BB962C8B-B14F-4D97-AF65-F5344CB8AC3E}">
        <p14:creationId xmlns:p14="http://schemas.microsoft.com/office/powerpoint/2010/main" val="39586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20</a:t>
            </a:fld>
            <a:endParaRPr lang="en-US"/>
          </a:p>
        </p:txBody>
      </p:sp>
    </p:spTree>
    <p:extLst>
      <p:ext uri="{BB962C8B-B14F-4D97-AF65-F5344CB8AC3E}">
        <p14:creationId xmlns:p14="http://schemas.microsoft.com/office/powerpoint/2010/main" val="2349013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21</a:t>
            </a:fld>
            <a:endParaRPr lang="en-US"/>
          </a:p>
        </p:txBody>
      </p:sp>
    </p:spTree>
    <p:extLst>
      <p:ext uri="{BB962C8B-B14F-4D97-AF65-F5344CB8AC3E}">
        <p14:creationId xmlns:p14="http://schemas.microsoft.com/office/powerpoint/2010/main" val="7718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22</a:t>
            </a:fld>
            <a:endParaRPr lang="en-US"/>
          </a:p>
        </p:txBody>
      </p:sp>
    </p:spTree>
    <p:extLst>
      <p:ext uri="{BB962C8B-B14F-4D97-AF65-F5344CB8AC3E}">
        <p14:creationId xmlns:p14="http://schemas.microsoft.com/office/powerpoint/2010/main" val="163435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23</a:t>
            </a:fld>
            <a:endParaRPr lang="en-US"/>
          </a:p>
        </p:txBody>
      </p:sp>
    </p:spTree>
    <p:extLst>
      <p:ext uri="{BB962C8B-B14F-4D97-AF65-F5344CB8AC3E}">
        <p14:creationId xmlns:p14="http://schemas.microsoft.com/office/powerpoint/2010/main" val="3412332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24</a:t>
            </a:fld>
            <a:endParaRPr lang="en-US"/>
          </a:p>
        </p:txBody>
      </p:sp>
    </p:spTree>
    <p:extLst>
      <p:ext uri="{BB962C8B-B14F-4D97-AF65-F5344CB8AC3E}">
        <p14:creationId xmlns:p14="http://schemas.microsoft.com/office/powerpoint/2010/main" val="12588739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25</a:t>
            </a:fld>
            <a:endParaRPr lang="en-US"/>
          </a:p>
        </p:txBody>
      </p:sp>
    </p:spTree>
    <p:extLst>
      <p:ext uri="{BB962C8B-B14F-4D97-AF65-F5344CB8AC3E}">
        <p14:creationId xmlns:p14="http://schemas.microsoft.com/office/powerpoint/2010/main" val="22806771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26</a:t>
            </a:fld>
            <a:endParaRPr lang="en-US"/>
          </a:p>
        </p:txBody>
      </p:sp>
    </p:spTree>
    <p:extLst>
      <p:ext uri="{BB962C8B-B14F-4D97-AF65-F5344CB8AC3E}">
        <p14:creationId xmlns:p14="http://schemas.microsoft.com/office/powerpoint/2010/main" val="37045360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27</a:t>
            </a:fld>
            <a:endParaRPr lang="en-US"/>
          </a:p>
        </p:txBody>
      </p:sp>
    </p:spTree>
    <p:extLst>
      <p:ext uri="{BB962C8B-B14F-4D97-AF65-F5344CB8AC3E}">
        <p14:creationId xmlns:p14="http://schemas.microsoft.com/office/powerpoint/2010/main" val="30896334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aseline="0" dirty="0"/>
              <a:t>Optional: Replace picture with one that is relevant to the topic</a:t>
            </a:r>
            <a:endParaRPr lang="en-US" dirty="0"/>
          </a:p>
          <a:p>
            <a:endParaRPr lang="en-US" dirty="0"/>
          </a:p>
        </p:txBody>
      </p:sp>
      <p:sp>
        <p:nvSpPr>
          <p:cNvPr id="4" name="Slide Number Placeholder 3"/>
          <p:cNvSpPr>
            <a:spLocks noGrp="1"/>
          </p:cNvSpPr>
          <p:nvPr>
            <p:ph type="sldNum" sz="quarter" idx="10"/>
          </p:nvPr>
        </p:nvSpPr>
        <p:spPr/>
        <p:txBody>
          <a:bodyPr/>
          <a:lstStyle/>
          <a:p>
            <a:fld id="{6DB8BFAE-7509-4B89-933B-83B8F0FAAE55}" type="slidenum">
              <a:rPr lang="en-US" smtClean="0"/>
              <a:t>28</a:t>
            </a:fld>
            <a:endParaRPr lang="en-US"/>
          </a:p>
        </p:txBody>
      </p:sp>
    </p:spTree>
    <p:extLst>
      <p:ext uri="{BB962C8B-B14F-4D97-AF65-F5344CB8AC3E}">
        <p14:creationId xmlns:p14="http://schemas.microsoft.com/office/powerpoint/2010/main" val="7382594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AP_COE_Title_Slide">
    <p:spTree>
      <p:nvGrpSpPr>
        <p:cNvPr id="1" name=""/>
        <p:cNvGrpSpPr/>
        <p:nvPr/>
      </p:nvGrpSpPr>
      <p:grpSpPr>
        <a:xfrm>
          <a:off x="0" y="0"/>
          <a:ext cx="0" cy="0"/>
          <a:chOff x="0" y="0"/>
          <a:chExt cx="0" cy="0"/>
        </a:xfrm>
      </p:grpSpPr>
      <p:pic>
        <p:nvPicPr>
          <p:cNvPr id="58" name="Picture Placeholder 3"/>
          <p:cNvPicPr>
            <a:picLocks noChangeAspect="1"/>
          </p:cNvPicPr>
          <p:nvPr userDrawn="1"/>
        </p:nvPicPr>
        <p:blipFill>
          <a:blip r:embed="rId2">
            <a:extLst>
              <a:ext uri="{28A0092B-C50C-407E-A947-70E740481C1C}">
                <a14:useLocalDpi xmlns:a14="http://schemas.microsoft.com/office/drawing/2010/main" val="0"/>
              </a:ext>
            </a:extLst>
          </a:blip>
          <a:srcRect t="12500" b="12500"/>
          <a:stretch>
            <a:fillRect/>
          </a:stretch>
        </p:blipFill>
        <p:spPr>
          <a:xfrm>
            <a:off x="-10815" y="-4764"/>
            <a:ext cx="12192000" cy="3429001"/>
          </a:xfrm>
          <a:prstGeom prst="rect">
            <a:avLst/>
          </a:prstGeom>
        </p:spPr>
      </p:pic>
      <p:sp>
        <p:nvSpPr>
          <p:cNvPr id="53" name="Subtitle 1"/>
          <p:cNvSpPr txBox="1">
            <a:spLocks/>
          </p:cNvSpPr>
          <p:nvPr userDrawn="1"/>
        </p:nvSpPr>
        <p:spPr>
          <a:xfrm>
            <a:off x="1" y="4679721"/>
            <a:ext cx="12202815" cy="2185711"/>
          </a:xfrm>
          <a:prstGeom prst="rect">
            <a:avLst/>
          </a:prstGeom>
          <a:solidFill>
            <a:schemeClr val="tx2"/>
          </a:solidFill>
        </p:spPr>
        <p:txBody>
          <a:bodyPr vert="horz" wrap="square" lIns="0" tIns="0" rIns="0" bIns="0" rtlCol="0">
            <a:noAutofit/>
          </a:bodyPr>
          <a:lstStyle>
            <a:lvl1pPr marL="0" indent="0" algn="l" defTabSz="685800" rtl="0" eaLnBrk="1" latinLnBrk="0" hangingPunct="1">
              <a:lnSpc>
                <a:spcPct val="100000"/>
              </a:lnSpc>
              <a:spcBef>
                <a:spcPts val="0"/>
              </a:spcBef>
              <a:spcAft>
                <a:spcPts val="450"/>
              </a:spcAft>
              <a:buFont typeface="Arial" panose="020B0604020202020204" pitchFamily="34" charset="0"/>
              <a:buNone/>
              <a:defRPr sz="1800" b="1" kern="1200">
                <a:solidFill>
                  <a:schemeClr val="tx2"/>
                </a:solidFill>
                <a:latin typeface="+mn-lt"/>
                <a:ea typeface="+mn-ea"/>
                <a:cs typeface="+mn-cs"/>
              </a:defRPr>
            </a:lvl1pPr>
            <a:lvl2pPr marL="0" indent="0" algn="l" defTabSz="685800" rtl="0" eaLnBrk="1" latinLnBrk="0" hangingPunct="1">
              <a:lnSpc>
                <a:spcPct val="100000"/>
              </a:lnSpc>
              <a:spcBef>
                <a:spcPts val="0"/>
              </a:spcBef>
              <a:spcAft>
                <a:spcPts val="450"/>
              </a:spcAft>
              <a:buFont typeface="Arial" panose="020B0604020202020204" pitchFamily="34" charset="0"/>
              <a:buNone/>
              <a:defRPr sz="1500" kern="1200">
                <a:solidFill>
                  <a:schemeClr val="tx1"/>
                </a:solidFill>
                <a:latin typeface="+mn-lt"/>
                <a:ea typeface="+mn-ea"/>
                <a:cs typeface="+mn-cs"/>
              </a:defRPr>
            </a:lvl2pPr>
            <a:lvl3pPr marL="171450" indent="-171450" algn="l" defTabSz="685800" rtl="0" eaLnBrk="1" latinLnBrk="0" hangingPunct="1">
              <a:lnSpc>
                <a:spcPct val="100000"/>
              </a:lnSpc>
              <a:spcBef>
                <a:spcPts val="0"/>
              </a:spcBef>
              <a:spcAft>
                <a:spcPts val="450"/>
              </a:spcAft>
              <a:buFont typeface="Arial" panose="020B0604020202020204" pitchFamily="34" charset="0"/>
              <a:buChar char="&gt;"/>
              <a:defRPr sz="1500" kern="1200">
                <a:solidFill>
                  <a:schemeClr val="tx1"/>
                </a:solidFill>
                <a:latin typeface="+mn-lt"/>
                <a:ea typeface="+mn-ea"/>
                <a:cs typeface="+mn-cs"/>
              </a:defRPr>
            </a:lvl3pPr>
            <a:lvl4pPr marL="385763" indent="-171450" algn="l" defTabSz="685800" rtl="0" eaLnBrk="1" latinLnBrk="0" hangingPunct="1">
              <a:lnSpc>
                <a:spcPct val="100000"/>
              </a:lnSpc>
              <a:spcBef>
                <a:spcPts val="0"/>
              </a:spcBef>
              <a:spcAft>
                <a:spcPts val="450"/>
              </a:spcAft>
              <a:buFont typeface="Arial" panose="020B0604020202020204" pitchFamily="34" charset="0"/>
              <a:buChar char="‒"/>
              <a:defRPr sz="1500" kern="1200">
                <a:solidFill>
                  <a:schemeClr val="tx1"/>
                </a:solidFill>
                <a:latin typeface="+mn-lt"/>
                <a:ea typeface="+mn-ea"/>
                <a:cs typeface="+mn-cs"/>
              </a:defRPr>
            </a:lvl4pPr>
            <a:lvl5pPr marL="600075" indent="-171450" algn="l" defTabSz="685800" rtl="0" eaLnBrk="1" latinLnBrk="0" hangingPunct="1">
              <a:lnSpc>
                <a:spcPct val="100000"/>
              </a:lnSpc>
              <a:spcBef>
                <a:spcPts val="0"/>
              </a:spcBef>
              <a:spcAft>
                <a:spcPts val="45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r>
              <a:rPr lang="en-US" sz="1800" dirty="0">
                <a:solidFill>
                  <a:schemeClr val="bg1"/>
                </a:solidFill>
                <a:latin typeface="Arial Narrow" panose="020B0606020202030204" pitchFamily="34" charset="0"/>
              </a:rPr>
              <a:t> </a:t>
            </a:r>
            <a:endParaRPr lang="en-US" sz="1800" dirty="0">
              <a:solidFill>
                <a:schemeClr val="bg1"/>
              </a:solidFill>
            </a:endParaRPr>
          </a:p>
        </p:txBody>
      </p:sp>
      <p:sp>
        <p:nvSpPr>
          <p:cNvPr id="32" name="Rectangle 36"/>
          <p:cNvSpPr>
            <a:spLocks noGrp="1" noChangeArrowheads="1"/>
          </p:cNvSpPr>
          <p:nvPr userDrawn="1">
            <p:ph type="ctrTitle" sz="quarter" hasCustomPrompt="1"/>
          </p:nvPr>
        </p:nvSpPr>
        <p:spPr>
          <a:xfrm>
            <a:off x="0" y="3419475"/>
            <a:ext cx="12192000" cy="1260247"/>
          </a:xfrm>
          <a:solidFill>
            <a:schemeClr val="tx2"/>
          </a:solidFill>
        </p:spPr>
        <p:txBody>
          <a:bodyPr lIns="720000" anchor="ctr" anchorCtr="0">
            <a:noAutofit/>
          </a:bodyPr>
          <a:lstStyle>
            <a:lvl1pPr>
              <a:lnSpc>
                <a:spcPct val="100000"/>
              </a:lnSpc>
              <a:tabLst>
                <a:tab pos="2330450" algn="l"/>
              </a:tabLst>
              <a:defRPr sz="2800" b="1" baseline="0">
                <a:solidFill>
                  <a:srgbClr val="BFD732"/>
                </a:solidFill>
              </a:defRPr>
            </a:lvl1pPr>
          </a:lstStyle>
          <a:p>
            <a:r>
              <a:rPr lang="en-US" dirty="0"/>
              <a:t>Click to edit title </a:t>
            </a:r>
            <a:br>
              <a:rPr lang="en-US" dirty="0"/>
            </a:br>
            <a:r>
              <a:rPr lang="en-US" dirty="0"/>
              <a:t>(Second line possible)</a:t>
            </a:r>
            <a:endParaRPr lang="en-GB" dirty="0"/>
          </a:p>
        </p:txBody>
      </p:sp>
      <p:sp>
        <p:nvSpPr>
          <p:cNvPr id="26" name="Text Placeholder 22"/>
          <p:cNvSpPr>
            <a:spLocks noGrp="1"/>
          </p:cNvSpPr>
          <p:nvPr>
            <p:ph type="body" sz="quarter" idx="11" hasCustomPrompt="1"/>
          </p:nvPr>
        </p:nvSpPr>
        <p:spPr>
          <a:xfrm>
            <a:off x="939799" y="5045345"/>
            <a:ext cx="5437931" cy="317493"/>
          </a:xfrm>
        </p:spPr>
        <p:txBody>
          <a:bodyPr anchor="b" anchorCtr="0"/>
          <a:lstStyle>
            <a:lvl1pPr>
              <a:spcAft>
                <a:spcPts val="0"/>
              </a:spcAft>
              <a:defRPr sz="1200" b="1">
                <a:solidFill>
                  <a:schemeClr val="bg1"/>
                </a:solidFill>
              </a:defRPr>
            </a:lvl1pPr>
            <a:lvl2pPr marL="0" indent="1588">
              <a:buNone/>
              <a:defRPr sz="1400" i="1" baseline="0">
                <a:solidFill>
                  <a:schemeClr val="tx2"/>
                </a:solidFill>
              </a:defRPr>
            </a:lvl2pPr>
          </a:lstStyle>
          <a:p>
            <a:pPr lvl="0"/>
            <a:r>
              <a:rPr lang="en-US" dirty="0"/>
              <a:t>&lt;Date&gt;</a:t>
            </a:r>
          </a:p>
        </p:txBody>
      </p:sp>
      <p:grpSp>
        <p:nvGrpSpPr>
          <p:cNvPr id="27" name="Group 26"/>
          <p:cNvGrpSpPr/>
          <p:nvPr userDrawn="1"/>
        </p:nvGrpSpPr>
        <p:grpSpPr>
          <a:xfrm>
            <a:off x="-753319" y="0"/>
            <a:ext cx="654206" cy="6865432"/>
            <a:chOff x="-564989" y="0"/>
            <a:chExt cx="490654" cy="6865432"/>
          </a:xfrm>
        </p:grpSpPr>
        <p:sp>
          <p:nvSpPr>
            <p:cNvPr id="28" name="Rectangle 27"/>
            <p:cNvSpPr/>
            <p:nvPr userDrawn="1"/>
          </p:nvSpPr>
          <p:spPr>
            <a:xfrm>
              <a:off x="-564989" y="0"/>
              <a:ext cx="490654" cy="6865432"/>
            </a:xfrm>
            <a:prstGeom prst="rect">
              <a:avLst/>
            </a:prstGeom>
            <a:solidFill>
              <a:srgbClr val="FF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GB" sz="1800" dirty="0">
                <a:solidFill>
                  <a:prstClr val="white"/>
                </a:solidFill>
              </a:endParaRPr>
            </a:p>
          </p:txBody>
        </p:sp>
        <p:grpSp>
          <p:nvGrpSpPr>
            <p:cNvPr id="34" name="Group 33"/>
            <p:cNvGrpSpPr/>
            <p:nvPr userDrawn="1"/>
          </p:nvGrpSpPr>
          <p:grpSpPr>
            <a:xfrm>
              <a:off x="-307801" y="1143000"/>
              <a:ext cx="233465" cy="4572000"/>
              <a:chOff x="-361009" y="1143000"/>
              <a:chExt cx="286674" cy="4572000"/>
            </a:xfrm>
          </p:grpSpPr>
          <p:cxnSp>
            <p:nvCxnSpPr>
              <p:cNvPr id="49" name="Straight Connector 48"/>
              <p:cNvCxnSpPr/>
              <p:nvPr userDrawn="1"/>
            </p:nvCxnSpPr>
            <p:spPr>
              <a:xfrm flipH="1">
                <a:off x="-361009" y="5715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a:xfrm flipH="1">
                <a:off x="-361009" y="4572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a:xfrm flipH="1">
                <a:off x="-361009" y="2286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userDrawn="1"/>
            </p:nvCxnSpPr>
            <p:spPr>
              <a:xfrm flipH="1">
                <a:off x="-361009" y="1143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28"/>
            <p:cNvGrpSpPr/>
            <p:nvPr userDrawn="1"/>
          </p:nvGrpSpPr>
          <p:grpSpPr>
            <a:xfrm>
              <a:off x="-307801" y="0"/>
              <a:ext cx="233466" cy="6865432"/>
              <a:chOff x="-564989" y="0"/>
              <a:chExt cx="490654" cy="6865432"/>
            </a:xfrm>
          </p:grpSpPr>
          <p:cxnSp>
            <p:nvCxnSpPr>
              <p:cNvPr id="43" name="Straight Connector 42"/>
              <p:cNvCxnSpPr/>
              <p:nvPr userDrawn="1"/>
            </p:nvCxnSpPr>
            <p:spPr>
              <a:xfrm flipH="1">
                <a:off x="-361009" y="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flipH="1">
                <a:off x="-564989" y="0"/>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flipH="1">
                <a:off x="-564989" y="1716358"/>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flipH="1">
                <a:off x="-564989" y="3432716"/>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userDrawn="1"/>
            </p:nvCxnSpPr>
            <p:spPr>
              <a:xfrm flipH="1">
                <a:off x="-564989" y="5149074"/>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userDrawn="1"/>
            </p:nvCxnSpPr>
            <p:spPr>
              <a:xfrm flipH="1">
                <a:off x="-564989" y="6865432"/>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userDrawn="1"/>
          </p:nvSpPr>
          <p:spPr>
            <a:xfrm>
              <a:off x="-536896" y="1027847"/>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1/6</a:t>
              </a:r>
            </a:p>
          </p:txBody>
        </p:sp>
        <p:sp>
          <p:nvSpPr>
            <p:cNvPr id="37" name="TextBox 36"/>
            <p:cNvSpPr txBox="1"/>
            <p:nvPr userDrawn="1"/>
          </p:nvSpPr>
          <p:spPr>
            <a:xfrm>
              <a:off x="-536896" y="2181994"/>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2/6</a:t>
              </a:r>
            </a:p>
          </p:txBody>
        </p:sp>
        <p:sp>
          <p:nvSpPr>
            <p:cNvPr id="38" name="TextBox 37"/>
            <p:cNvSpPr txBox="1"/>
            <p:nvPr userDrawn="1"/>
          </p:nvSpPr>
          <p:spPr>
            <a:xfrm>
              <a:off x="-536896" y="4464278"/>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4/6</a:t>
              </a:r>
            </a:p>
          </p:txBody>
        </p:sp>
        <p:sp>
          <p:nvSpPr>
            <p:cNvPr id="39" name="TextBox 38"/>
            <p:cNvSpPr txBox="1"/>
            <p:nvPr userDrawn="1"/>
          </p:nvSpPr>
          <p:spPr>
            <a:xfrm>
              <a:off x="-536896" y="5602226"/>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5/6</a:t>
              </a:r>
            </a:p>
          </p:txBody>
        </p:sp>
        <p:sp>
          <p:nvSpPr>
            <p:cNvPr id="40" name="TextBox 39"/>
            <p:cNvSpPr txBox="1"/>
            <p:nvPr userDrawn="1"/>
          </p:nvSpPr>
          <p:spPr>
            <a:xfrm>
              <a:off x="-536896" y="1610494"/>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1/4</a:t>
              </a:r>
            </a:p>
          </p:txBody>
        </p:sp>
        <p:sp>
          <p:nvSpPr>
            <p:cNvPr id="41" name="TextBox 40"/>
            <p:cNvSpPr txBox="1"/>
            <p:nvPr userDrawn="1"/>
          </p:nvSpPr>
          <p:spPr>
            <a:xfrm>
              <a:off x="-536896" y="5048881"/>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3/4</a:t>
              </a:r>
            </a:p>
          </p:txBody>
        </p:sp>
        <p:sp>
          <p:nvSpPr>
            <p:cNvPr id="42" name="TextBox 41"/>
            <p:cNvSpPr txBox="1"/>
            <p:nvPr userDrawn="1"/>
          </p:nvSpPr>
          <p:spPr>
            <a:xfrm>
              <a:off x="-536896" y="3337478"/>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1/2</a:t>
              </a:r>
            </a:p>
          </p:txBody>
        </p:sp>
      </p:grpSp>
      <p:grpSp>
        <p:nvGrpSpPr>
          <p:cNvPr id="33" name="Group 2"/>
          <p:cNvGrpSpPr>
            <a:grpSpLocks/>
          </p:cNvGrpSpPr>
          <p:nvPr userDrawn="1"/>
        </p:nvGrpSpPr>
        <p:grpSpPr bwMode="auto">
          <a:xfrm>
            <a:off x="9410700" y="5805124"/>
            <a:ext cx="2314811" cy="690417"/>
            <a:chOff x="7132" y="352"/>
            <a:chExt cx="1725" cy="686"/>
          </a:xfrm>
        </p:grpSpPr>
        <p:sp>
          <p:nvSpPr>
            <p:cNvPr id="56" name="Freeform 3"/>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57" name="Freeform 4"/>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
        <p:nvSpPr>
          <p:cNvPr id="54" name="Rectangle 53"/>
          <p:cNvSpPr/>
          <p:nvPr userDrawn="1"/>
        </p:nvSpPr>
        <p:spPr>
          <a:xfrm>
            <a:off x="7214300" y="3064361"/>
            <a:ext cx="4681728" cy="338554"/>
          </a:xfrm>
          <a:prstGeom prst="rect">
            <a:avLst/>
          </a:prstGeom>
        </p:spPr>
        <p:txBody>
          <a:bodyPr wrap="square">
            <a:spAutoFit/>
          </a:bodyPr>
          <a:lstStyle/>
          <a:p>
            <a:pPr algn="r"/>
            <a:r>
              <a:rPr lang="en-US" sz="1600" b="1" dirty="0">
                <a:solidFill>
                  <a:srgbClr val="00475D"/>
                </a:solidFill>
                <a:latin typeface="Adient Sans" panose="020B0503040402060203" pitchFamily="34" charset="0"/>
              </a:rPr>
              <a:t>Nulli Secundus: </a:t>
            </a:r>
            <a:r>
              <a:rPr lang="en-US" sz="1600" b="1" i="1" dirty="0">
                <a:solidFill>
                  <a:srgbClr val="00475D"/>
                </a:solidFill>
                <a:latin typeface="Adient Sans" panose="020B0503040402060203" pitchFamily="34" charset="0"/>
              </a:rPr>
              <a:t>Second to None</a:t>
            </a:r>
          </a:p>
        </p:txBody>
      </p:sp>
      <p:sp>
        <p:nvSpPr>
          <p:cNvPr id="2" name="TextBox 1"/>
          <p:cNvSpPr txBox="1"/>
          <p:nvPr userDrawn="1"/>
        </p:nvSpPr>
        <p:spPr>
          <a:xfrm>
            <a:off x="840685" y="4676011"/>
            <a:ext cx="4806731" cy="369332"/>
          </a:xfrm>
          <a:prstGeom prst="rect">
            <a:avLst/>
          </a:prstGeom>
          <a:noFill/>
        </p:spPr>
        <p:txBody>
          <a:bodyPr wrap="square" rtlCol="0">
            <a:spAutoFit/>
          </a:bodyPr>
          <a:lstStyle/>
          <a:p>
            <a:pPr lvl="0"/>
            <a:r>
              <a:rPr lang="en-US" sz="1800" b="1" dirty="0">
                <a:solidFill>
                  <a:schemeClr val="bg1"/>
                </a:solidFill>
                <a:latin typeface="Adient Sans" panose="020B0503040402060203" pitchFamily="34" charset="0"/>
              </a:rPr>
              <a:t>SAP Center of Excellence</a:t>
            </a:r>
          </a:p>
        </p:txBody>
      </p:sp>
    </p:spTree>
    <p:extLst>
      <p:ext uri="{BB962C8B-B14F-4D97-AF65-F5344CB8AC3E}">
        <p14:creationId xmlns:p14="http://schemas.microsoft.com/office/powerpoint/2010/main" val="2257380153"/>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2" pos="6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38912" y="1554481"/>
            <a:ext cx="11295888" cy="4622799"/>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11" name="Straight Connector 10"/>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2"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grpSp>
        <p:nvGrpSpPr>
          <p:cNvPr id="16" name="Group 1"/>
          <p:cNvGrpSpPr>
            <a:grpSpLocks/>
          </p:cNvGrpSpPr>
          <p:nvPr userDrawn="1"/>
        </p:nvGrpSpPr>
        <p:grpSpPr bwMode="auto">
          <a:xfrm>
            <a:off x="9412224" y="320040"/>
            <a:ext cx="2316480" cy="694944"/>
            <a:chOff x="7132" y="352"/>
            <a:chExt cx="1725" cy="686"/>
          </a:xfrm>
        </p:grpSpPr>
        <p:sp>
          <p:nvSpPr>
            <p:cNvPr id="17"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8"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3395492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1"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12"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13" name="Straight Connector 12"/>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4" name="Group 1"/>
          <p:cNvGrpSpPr>
            <a:grpSpLocks/>
          </p:cNvGrpSpPr>
          <p:nvPr userDrawn="1"/>
        </p:nvGrpSpPr>
        <p:grpSpPr bwMode="auto">
          <a:xfrm>
            <a:off x="9412224" y="320040"/>
            <a:ext cx="2316480" cy="694944"/>
            <a:chOff x="7132" y="352"/>
            <a:chExt cx="1725" cy="686"/>
          </a:xfrm>
        </p:grpSpPr>
        <p:sp>
          <p:nvSpPr>
            <p:cNvPr id="15"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6"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775195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Divider slide">
    <p:spTree>
      <p:nvGrpSpPr>
        <p:cNvPr id="1" name=""/>
        <p:cNvGrpSpPr/>
        <p:nvPr/>
      </p:nvGrpSpPr>
      <p:grpSpPr>
        <a:xfrm>
          <a:off x="0" y="0"/>
          <a:ext cx="0" cy="0"/>
          <a:chOff x="0" y="0"/>
          <a:chExt cx="0" cy="0"/>
        </a:xfrm>
      </p:grpSpPr>
      <p:sp>
        <p:nvSpPr>
          <p:cNvPr id="3" name="Rectangle 2"/>
          <p:cNvSpPr>
            <a:spLocks noChangeArrowheads="1"/>
          </p:cNvSpPr>
          <p:nvPr userDrawn="1"/>
        </p:nvSpPr>
        <p:spPr bwMode="auto">
          <a:xfrm>
            <a:off x="0" y="0"/>
            <a:ext cx="4888992" cy="6858000"/>
          </a:xfrm>
          <a:prstGeom prst="rect">
            <a:avLst/>
          </a:prstGeom>
          <a:solidFill>
            <a:srgbClr val="00465B"/>
          </a:solidFill>
          <a:ln w="9525">
            <a:noFill/>
            <a:miter lim="800000"/>
            <a:headEnd/>
            <a:tailEnd/>
          </a:ln>
        </p:spPr>
        <p:txBody>
          <a:bodyPr wrap="none" anchor="ctr"/>
          <a:lstStyle/>
          <a:p>
            <a:pPr fontAlgn="auto">
              <a:spcBef>
                <a:spcPts val="0"/>
              </a:spcBef>
              <a:spcAft>
                <a:spcPts val="0"/>
              </a:spcAft>
              <a:defRPr/>
            </a:pPr>
            <a:endParaRPr lang="en-US" sz="2400" dirty="0">
              <a:solidFill>
                <a:srgbClr val="000000"/>
              </a:solidFill>
              <a:latin typeface="Arial"/>
              <a:ea typeface="ＭＳ Ｐゴシック" pitchFamily="-112" charset="-128"/>
              <a:cs typeface="ＭＳ Ｐゴシック" pitchFamily="-112" charset="-128"/>
            </a:endParaRPr>
          </a:p>
        </p:txBody>
      </p:sp>
      <p:sp>
        <p:nvSpPr>
          <p:cNvPr id="4" name="Title 1"/>
          <p:cNvSpPr>
            <a:spLocks noGrp="1"/>
          </p:cNvSpPr>
          <p:nvPr>
            <p:ph type="title"/>
          </p:nvPr>
        </p:nvSpPr>
        <p:spPr>
          <a:xfrm>
            <a:off x="5364481" y="291766"/>
            <a:ext cx="6383415" cy="739775"/>
          </a:xfrm>
        </p:spPr>
        <p:txBody>
          <a:bodyPr/>
          <a:lstStyle/>
          <a:p>
            <a:r>
              <a:rPr lang="en-US" dirty="0"/>
              <a:t>Click to edit Master title style</a:t>
            </a:r>
          </a:p>
        </p:txBody>
      </p:sp>
      <p:sp>
        <p:nvSpPr>
          <p:cNvPr id="6" name="Content Placeholder 3"/>
          <p:cNvSpPr>
            <a:spLocks noGrp="1"/>
          </p:cNvSpPr>
          <p:nvPr>
            <p:ph sz="half" idx="2"/>
          </p:nvPr>
        </p:nvSpPr>
        <p:spPr>
          <a:xfrm>
            <a:off x="5364481" y="1259359"/>
            <a:ext cx="6383415" cy="46842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5364480" y="1031541"/>
            <a:ext cx="6370320" cy="235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464" y="4968159"/>
            <a:ext cx="4804064" cy="975445"/>
          </a:xfrm>
          <a:prstGeom prst="rect">
            <a:avLst/>
          </a:prstGeom>
        </p:spPr>
      </p:pic>
    </p:spTree>
    <p:extLst>
      <p:ext uri="{BB962C8B-B14F-4D97-AF65-F5344CB8AC3E}">
        <p14:creationId xmlns:p14="http://schemas.microsoft.com/office/powerpoint/2010/main" val="1719035482"/>
      </p:ext>
    </p:extLst>
  </p:cSld>
  <p:clrMapOvr>
    <a:masterClrMapping/>
  </p:clrMapOvr>
  <p:transition>
    <p:wipe dir="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slide">
    <p:spTree>
      <p:nvGrpSpPr>
        <p:cNvPr id="1" name=""/>
        <p:cNvGrpSpPr/>
        <p:nvPr/>
      </p:nvGrpSpPr>
      <p:grpSpPr>
        <a:xfrm>
          <a:off x="0" y="0"/>
          <a:ext cx="0" cy="0"/>
          <a:chOff x="0" y="0"/>
          <a:chExt cx="0" cy="0"/>
        </a:xfrm>
      </p:grpSpPr>
      <p:sp>
        <p:nvSpPr>
          <p:cNvPr id="3" name="Rectangle 2"/>
          <p:cNvSpPr>
            <a:spLocks noChangeArrowheads="1"/>
          </p:cNvSpPr>
          <p:nvPr userDrawn="1"/>
        </p:nvSpPr>
        <p:spPr bwMode="auto">
          <a:xfrm>
            <a:off x="0" y="0"/>
            <a:ext cx="6096000" cy="6858000"/>
          </a:xfrm>
          <a:prstGeom prst="rect">
            <a:avLst/>
          </a:prstGeom>
          <a:solidFill>
            <a:srgbClr val="00465B"/>
          </a:solidFill>
          <a:ln w="9525">
            <a:noFill/>
            <a:miter lim="800000"/>
            <a:headEnd/>
            <a:tailEnd/>
          </a:ln>
        </p:spPr>
        <p:txBody>
          <a:bodyPr wrap="none" anchor="ctr"/>
          <a:lstStyle/>
          <a:p>
            <a:pPr fontAlgn="auto">
              <a:spcBef>
                <a:spcPts val="0"/>
              </a:spcBef>
              <a:spcAft>
                <a:spcPts val="0"/>
              </a:spcAft>
              <a:defRPr/>
            </a:pPr>
            <a:endParaRPr lang="en-US" sz="2400" dirty="0">
              <a:solidFill>
                <a:srgbClr val="000000"/>
              </a:solidFill>
              <a:latin typeface="Arial"/>
              <a:ea typeface="ＭＳ Ｐゴシック" pitchFamily="-112" charset="-128"/>
              <a:cs typeface="ＭＳ Ｐゴシック" pitchFamily="-112" charset="-128"/>
            </a:endParaRPr>
          </a:p>
        </p:txBody>
      </p:sp>
      <p:sp>
        <p:nvSpPr>
          <p:cNvPr id="7" name="Content Placeholder 2"/>
          <p:cNvSpPr>
            <a:spLocks noGrp="1"/>
          </p:cNvSpPr>
          <p:nvPr>
            <p:ph idx="1"/>
          </p:nvPr>
        </p:nvSpPr>
        <p:spPr>
          <a:xfrm>
            <a:off x="502920" y="377190"/>
            <a:ext cx="5029200" cy="6092190"/>
          </a:xfrm>
        </p:spPr>
        <p:txBody>
          <a:bodyPr anchor="ctr"/>
          <a:lstStyle>
            <a:lvl1pPr marL="259556" indent="-259556">
              <a:spcBef>
                <a:spcPts val="0"/>
              </a:spcBef>
              <a:spcAft>
                <a:spcPts val="1350"/>
              </a:spcAft>
              <a:buFont typeface="Arial" panose="020B0604020202020204" pitchFamily="34" charset="0"/>
              <a:buChar char="&gt;"/>
              <a:defRPr sz="2250">
                <a:solidFill>
                  <a:schemeClr val="bg1"/>
                </a:solidFill>
              </a:defRPr>
            </a:lvl1pPr>
            <a:lvl2pPr marL="598885" indent="-252413">
              <a:spcBef>
                <a:spcPts val="0"/>
              </a:spcBef>
              <a:spcAft>
                <a:spcPts val="1350"/>
              </a:spcAft>
              <a:buFont typeface="Arial" panose="020B0604020202020204" pitchFamily="34" charset="0"/>
              <a:buChar char="‒"/>
              <a:defRPr sz="1800">
                <a:solidFill>
                  <a:schemeClr val="bg1"/>
                </a:solidFill>
              </a:defRPr>
            </a:lvl2pPr>
            <a:lvl3pPr>
              <a:spcBef>
                <a:spcPts val="0"/>
              </a:spcBef>
              <a:spcAft>
                <a:spcPts val="1350"/>
              </a:spcAft>
              <a:defRPr sz="2100"/>
            </a:lvl3pPr>
            <a:lvl4pPr>
              <a:spcBef>
                <a:spcPts val="0"/>
              </a:spcBef>
              <a:spcAft>
                <a:spcPts val="1350"/>
              </a:spcAft>
              <a:defRPr sz="2100"/>
            </a:lvl4pPr>
            <a:lvl5pPr>
              <a:spcBef>
                <a:spcPts val="0"/>
              </a:spcBef>
              <a:spcAft>
                <a:spcPts val="1350"/>
              </a:spcAft>
              <a:defRPr sz="2100"/>
            </a:lvl5pPr>
          </a:lstStyle>
          <a:p>
            <a:pPr lvl="0"/>
            <a:r>
              <a:rPr lang="en-US"/>
              <a:t>Click to edit Master text styles</a:t>
            </a:r>
          </a:p>
          <a:p>
            <a:pPr lvl="1"/>
            <a:r>
              <a:rPr lang="en-US"/>
              <a:t>Second level</a:t>
            </a:r>
          </a:p>
        </p:txBody>
      </p:sp>
      <p:sp>
        <p:nvSpPr>
          <p:cNvPr id="4" name="Content Placeholder 3"/>
          <p:cNvSpPr>
            <a:spLocks noGrp="1"/>
          </p:cNvSpPr>
          <p:nvPr>
            <p:ph sz="half" idx="2" hasCustomPrompt="1"/>
          </p:nvPr>
        </p:nvSpPr>
        <p:spPr>
          <a:xfrm>
            <a:off x="6096000" y="0"/>
            <a:ext cx="6096000" cy="6858000"/>
          </a:xfrm>
        </p:spPr>
        <p:txBody>
          <a:bodyPr/>
          <a:lstStyle/>
          <a:p>
            <a:pPr lvl="0"/>
            <a:r>
              <a:rPr lang="en-US" dirty="0"/>
              <a:t> </a:t>
            </a:r>
          </a:p>
        </p:txBody>
      </p:sp>
    </p:spTree>
    <p:extLst>
      <p:ext uri="{BB962C8B-B14F-4D97-AF65-F5344CB8AC3E}">
        <p14:creationId xmlns:p14="http://schemas.microsoft.com/office/powerpoint/2010/main" val="1950865709"/>
      </p:ext>
    </p:extLst>
  </p:cSld>
  <p:clrMapOvr>
    <a:masterClrMapping/>
  </p:clrMapOvr>
  <p:transition>
    <p:wipe dir="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ver 3">
    <p:spTree>
      <p:nvGrpSpPr>
        <p:cNvPr id="1" name=""/>
        <p:cNvGrpSpPr/>
        <p:nvPr/>
      </p:nvGrpSpPr>
      <p:grpSpPr>
        <a:xfrm>
          <a:off x="0" y="0"/>
          <a:ext cx="0" cy="0"/>
          <a:chOff x="0" y="0"/>
          <a:chExt cx="0" cy="0"/>
        </a:xfrm>
      </p:grpSpPr>
      <p:sp>
        <p:nvSpPr>
          <p:cNvPr id="53" name="Subtitle 1"/>
          <p:cNvSpPr txBox="1">
            <a:spLocks/>
          </p:cNvSpPr>
          <p:nvPr userDrawn="1"/>
        </p:nvSpPr>
        <p:spPr>
          <a:xfrm>
            <a:off x="1" y="4507450"/>
            <a:ext cx="12202815" cy="2357982"/>
          </a:xfrm>
          <a:prstGeom prst="rect">
            <a:avLst/>
          </a:prstGeom>
          <a:solidFill>
            <a:schemeClr val="tx2"/>
          </a:solidFill>
        </p:spPr>
        <p:txBody>
          <a:bodyPr vert="horz" wrap="square" lIns="0" tIns="0" rIns="0" bIns="0" rtlCol="0">
            <a:noAutofit/>
          </a:bodyPr>
          <a:lstStyle>
            <a:lvl1pPr marL="0" indent="0" algn="l" defTabSz="685800" rtl="0" eaLnBrk="1" latinLnBrk="0" hangingPunct="1">
              <a:lnSpc>
                <a:spcPct val="100000"/>
              </a:lnSpc>
              <a:spcBef>
                <a:spcPts val="0"/>
              </a:spcBef>
              <a:spcAft>
                <a:spcPts val="450"/>
              </a:spcAft>
              <a:buFont typeface="Arial" panose="020B0604020202020204" pitchFamily="34" charset="0"/>
              <a:buNone/>
              <a:defRPr sz="1800" b="1" kern="1200">
                <a:solidFill>
                  <a:schemeClr val="tx2"/>
                </a:solidFill>
                <a:latin typeface="+mn-lt"/>
                <a:ea typeface="+mn-ea"/>
                <a:cs typeface="+mn-cs"/>
              </a:defRPr>
            </a:lvl1pPr>
            <a:lvl2pPr marL="0" indent="0" algn="l" defTabSz="685800" rtl="0" eaLnBrk="1" latinLnBrk="0" hangingPunct="1">
              <a:lnSpc>
                <a:spcPct val="100000"/>
              </a:lnSpc>
              <a:spcBef>
                <a:spcPts val="0"/>
              </a:spcBef>
              <a:spcAft>
                <a:spcPts val="450"/>
              </a:spcAft>
              <a:buFont typeface="Arial" panose="020B0604020202020204" pitchFamily="34" charset="0"/>
              <a:buNone/>
              <a:defRPr sz="1500" kern="1200">
                <a:solidFill>
                  <a:schemeClr val="tx1"/>
                </a:solidFill>
                <a:latin typeface="+mn-lt"/>
                <a:ea typeface="+mn-ea"/>
                <a:cs typeface="+mn-cs"/>
              </a:defRPr>
            </a:lvl2pPr>
            <a:lvl3pPr marL="171450" indent="-171450" algn="l" defTabSz="685800" rtl="0" eaLnBrk="1" latinLnBrk="0" hangingPunct="1">
              <a:lnSpc>
                <a:spcPct val="100000"/>
              </a:lnSpc>
              <a:spcBef>
                <a:spcPts val="0"/>
              </a:spcBef>
              <a:spcAft>
                <a:spcPts val="450"/>
              </a:spcAft>
              <a:buFont typeface="Arial" panose="020B0604020202020204" pitchFamily="34" charset="0"/>
              <a:buChar char="&gt;"/>
              <a:defRPr sz="1500" kern="1200">
                <a:solidFill>
                  <a:schemeClr val="tx1"/>
                </a:solidFill>
                <a:latin typeface="+mn-lt"/>
                <a:ea typeface="+mn-ea"/>
                <a:cs typeface="+mn-cs"/>
              </a:defRPr>
            </a:lvl3pPr>
            <a:lvl4pPr marL="385763" indent="-171450" algn="l" defTabSz="685800" rtl="0" eaLnBrk="1" latinLnBrk="0" hangingPunct="1">
              <a:lnSpc>
                <a:spcPct val="100000"/>
              </a:lnSpc>
              <a:spcBef>
                <a:spcPts val="0"/>
              </a:spcBef>
              <a:spcAft>
                <a:spcPts val="450"/>
              </a:spcAft>
              <a:buFont typeface="Arial" panose="020B0604020202020204" pitchFamily="34" charset="0"/>
              <a:buChar char="‒"/>
              <a:defRPr sz="1500" kern="1200">
                <a:solidFill>
                  <a:schemeClr val="tx1"/>
                </a:solidFill>
                <a:latin typeface="+mn-lt"/>
                <a:ea typeface="+mn-ea"/>
                <a:cs typeface="+mn-cs"/>
              </a:defRPr>
            </a:lvl4pPr>
            <a:lvl5pPr marL="600075" indent="-171450" algn="l" defTabSz="685800" rtl="0" eaLnBrk="1" latinLnBrk="0" hangingPunct="1">
              <a:lnSpc>
                <a:spcPct val="100000"/>
              </a:lnSpc>
              <a:spcBef>
                <a:spcPts val="0"/>
              </a:spcBef>
              <a:spcAft>
                <a:spcPts val="45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r>
              <a:rPr lang="en-US" sz="1800" dirty="0">
                <a:solidFill>
                  <a:schemeClr val="bg1"/>
                </a:solidFill>
                <a:latin typeface="Arial Narrow" panose="020B0606020202030204" pitchFamily="34" charset="0"/>
              </a:rPr>
              <a:t> </a:t>
            </a:r>
            <a:endParaRPr lang="en-US" sz="1800" dirty="0">
              <a:solidFill>
                <a:schemeClr val="bg1"/>
              </a:solidFill>
            </a:endParaRPr>
          </a:p>
        </p:txBody>
      </p:sp>
      <p:sp>
        <p:nvSpPr>
          <p:cNvPr id="29" name="TextBox 28"/>
          <p:cNvSpPr txBox="1"/>
          <p:nvPr userDrawn="1"/>
        </p:nvSpPr>
        <p:spPr>
          <a:xfrm>
            <a:off x="10502901" y="1110709"/>
            <a:ext cx="1536700" cy="1252907"/>
          </a:xfrm>
          <a:prstGeom prst="rect">
            <a:avLst/>
          </a:prstGeom>
          <a:solidFill>
            <a:srgbClr val="F5C4BC"/>
          </a:solidFill>
        </p:spPr>
        <p:txBody>
          <a:bodyPr wrap="square" lIns="18033" tIns="10795" rIns="18033" bIns="10795" rtlCol="0">
            <a:spAutoFit/>
          </a:bodyPr>
          <a:lstStyle/>
          <a:p>
            <a:pPr algn="ctr" fontAlgn="base">
              <a:spcBef>
                <a:spcPct val="0"/>
              </a:spcBef>
              <a:spcAft>
                <a:spcPts val="600"/>
              </a:spcAft>
            </a:pPr>
            <a:r>
              <a:rPr lang="en-GB" sz="1000" dirty="0">
                <a:solidFill>
                  <a:prstClr val="white"/>
                </a:solidFill>
                <a:cs typeface="Arial" panose="020B0604020202020204" pitchFamily="34" charset="0"/>
              </a:rPr>
              <a:t>If the you can read this </a:t>
            </a:r>
            <a:r>
              <a:rPr lang="en-GB" sz="1000" b="1" dirty="0">
                <a:solidFill>
                  <a:prstClr val="white"/>
                </a:solidFill>
                <a:cs typeface="Arial" panose="020B0604020202020204" pitchFamily="34" charset="0"/>
              </a:rPr>
              <a:t>Click on the icon to choose a picture </a:t>
            </a:r>
            <a:r>
              <a:rPr lang="en-GB" sz="1000" dirty="0">
                <a:solidFill>
                  <a:prstClr val="white"/>
                </a:solidFill>
                <a:cs typeface="Arial" panose="020B0604020202020204" pitchFamily="34" charset="0"/>
              </a:rPr>
              <a:t>or </a:t>
            </a:r>
            <a:br>
              <a:rPr lang="en-GB" sz="1000" dirty="0">
                <a:solidFill>
                  <a:prstClr val="white"/>
                </a:solidFill>
                <a:cs typeface="Arial" panose="020B0604020202020204" pitchFamily="34" charset="0"/>
              </a:rPr>
            </a:br>
            <a:r>
              <a:rPr lang="en-GB" sz="1000" b="1" dirty="0">
                <a:solidFill>
                  <a:prstClr val="white"/>
                </a:solidFill>
                <a:cs typeface="Arial" panose="020B0604020202020204" pitchFamily="34" charset="0"/>
              </a:rPr>
              <a:t>Reset the slide</a:t>
            </a:r>
            <a:r>
              <a:rPr lang="en-GB" sz="1000" dirty="0">
                <a:solidFill>
                  <a:prstClr val="white"/>
                </a:solidFill>
                <a:cs typeface="Arial" panose="020B0604020202020204" pitchFamily="34" charset="0"/>
              </a:rPr>
              <a:t>.</a:t>
            </a:r>
          </a:p>
          <a:p>
            <a:pPr algn="ctr" fontAlgn="base">
              <a:spcBef>
                <a:spcPct val="0"/>
              </a:spcBef>
              <a:spcAft>
                <a:spcPct val="0"/>
              </a:spcAft>
            </a:pPr>
            <a:r>
              <a:rPr lang="en-GB" sz="700" dirty="0">
                <a:solidFill>
                  <a:prstClr val="white"/>
                </a:solidFill>
                <a:cs typeface="Arial" panose="020B0604020202020204" pitchFamily="34" charset="0"/>
              </a:rPr>
              <a:t>To Reset: Right click on the slide thumbnail and select ‘reset slide’ or choose the ‘Reset’ button on the ‘Home’ ribbon (next to the font choice box)</a:t>
            </a:r>
          </a:p>
        </p:txBody>
      </p:sp>
      <p:sp>
        <p:nvSpPr>
          <p:cNvPr id="30" name="TextBox 29"/>
          <p:cNvSpPr txBox="1"/>
          <p:nvPr userDrawn="1"/>
        </p:nvSpPr>
        <p:spPr>
          <a:xfrm>
            <a:off x="171450" y="1110709"/>
            <a:ext cx="1536700" cy="1252907"/>
          </a:xfrm>
          <a:prstGeom prst="rect">
            <a:avLst/>
          </a:prstGeom>
          <a:solidFill>
            <a:srgbClr val="F5C4BC"/>
          </a:solidFill>
        </p:spPr>
        <p:txBody>
          <a:bodyPr wrap="square" lIns="18033" tIns="10795" rIns="18033" bIns="10795" rtlCol="0">
            <a:spAutoFit/>
          </a:bodyPr>
          <a:lstStyle/>
          <a:p>
            <a:pPr algn="ctr" fontAlgn="base">
              <a:spcBef>
                <a:spcPct val="0"/>
              </a:spcBef>
              <a:spcAft>
                <a:spcPts val="600"/>
              </a:spcAft>
            </a:pPr>
            <a:r>
              <a:rPr lang="en-GB" sz="1000" dirty="0">
                <a:solidFill>
                  <a:prstClr val="white"/>
                </a:solidFill>
                <a:cs typeface="Arial" panose="020B0604020202020204" pitchFamily="34" charset="0"/>
              </a:rPr>
              <a:t>If the you can read this </a:t>
            </a:r>
            <a:r>
              <a:rPr lang="en-GB" sz="1000" b="1" dirty="0">
                <a:solidFill>
                  <a:prstClr val="white"/>
                </a:solidFill>
                <a:cs typeface="Arial" panose="020B0604020202020204" pitchFamily="34" charset="0"/>
              </a:rPr>
              <a:t>Click on the icon to choose a picture </a:t>
            </a:r>
            <a:r>
              <a:rPr lang="en-GB" sz="1000" dirty="0">
                <a:solidFill>
                  <a:prstClr val="white"/>
                </a:solidFill>
                <a:cs typeface="Arial" panose="020B0604020202020204" pitchFamily="34" charset="0"/>
              </a:rPr>
              <a:t>or </a:t>
            </a:r>
            <a:br>
              <a:rPr lang="en-GB" sz="1000" dirty="0">
                <a:solidFill>
                  <a:prstClr val="white"/>
                </a:solidFill>
                <a:cs typeface="Arial" panose="020B0604020202020204" pitchFamily="34" charset="0"/>
              </a:rPr>
            </a:br>
            <a:r>
              <a:rPr lang="en-GB" sz="1000" b="1" dirty="0">
                <a:solidFill>
                  <a:prstClr val="white"/>
                </a:solidFill>
                <a:cs typeface="Arial" panose="020B0604020202020204" pitchFamily="34" charset="0"/>
              </a:rPr>
              <a:t>Reset the slide</a:t>
            </a:r>
            <a:r>
              <a:rPr lang="en-GB" sz="1000" dirty="0">
                <a:solidFill>
                  <a:prstClr val="white"/>
                </a:solidFill>
                <a:cs typeface="Arial" panose="020B0604020202020204" pitchFamily="34" charset="0"/>
              </a:rPr>
              <a:t>.</a:t>
            </a:r>
          </a:p>
          <a:p>
            <a:pPr algn="ctr" fontAlgn="base">
              <a:spcBef>
                <a:spcPct val="0"/>
              </a:spcBef>
              <a:spcAft>
                <a:spcPct val="0"/>
              </a:spcAft>
            </a:pPr>
            <a:r>
              <a:rPr lang="en-GB" sz="700" dirty="0">
                <a:solidFill>
                  <a:prstClr val="white"/>
                </a:solidFill>
                <a:cs typeface="Arial" panose="020B0604020202020204" pitchFamily="34" charset="0"/>
              </a:rPr>
              <a:t>To Reset: Right click on the slide thumbnail and select ‘reset slide’ or choose the ‘Reset’ button on the ‘Home’ ribbon (next to the font choice box)</a:t>
            </a:r>
          </a:p>
        </p:txBody>
      </p:sp>
      <p:sp>
        <p:nvSpPr>
          <p:cNvPr id="31" name="Picture Placeholder 30"/>
          <p:cNvSpPr>
            <a:spLocks noGrp="1"/>
          </p:cNvSpPr>
          <p:nvPr userDrawn="1">
            <p:ph type="pic" sz="quarter" idx="10" hasCustomPrompt="1"/>
          </p:nvPr>
        </p:nvSpPr>
        <p:spPr>
          <a:xfrm>
            <a:off x="0" y="-2"/>
            <a:ext cx="12192000" cy="3429001"/>
          </a:xfrm>
        </p:spPr>
        <p:txBody>
          <a:bodyPr anchor="ctr"/>
          <a:lstStyle>
            <a:lvl1pPr marL="0" marR="0" indent="0" algn="ctr" defTabSz="914400" rtl="0" eaLnBrk="1" fontAlgn="base" latinLnBrk="0" hangingPunct="1">
              <a:lnSpc>
                <a:spcPct val="110000"/>
              </a:lnSpc>
              <a:spcBef>
                <a:spcPts val="0"/>
              </a:spcBef>
              <a:spcAft>
                <a:spcPts val="600"/>
              </a:spcAft>
              <a:buClr>
                <a:schemeClr val="bg2"/>
              </a:buClr>
              <a:buSzTx/>
              <a:buFont typeface="Wingdings" pitchFamily="2" charset="2"/>
              <a:buNone/>
              <a:tabLst/>
              <a:defRPr>
                <a:solidFill>
                  <a:schemeClr val="bg2">
                    <a:lumMod val="60000"/>
                    <a:lumOff val="40000"/>
                  </a:schemeClr>
                </a:solidFill>
              </a:defRPr>
            </a:lvl1pPr>
          </a:lstStyle>
          <a:p>
            <a:r>
              <a:rPr lang="en-GB" dirty="0"/>
              <a:t>Click on the icon </a:t>
            </a:r>
            <a:br>
              <a:rPr lang="en-GB" dirty="0"/>
            </a:br>
            <a:r>
              <a:rPr lang="en-GB" dirty="0"/>
              <a:t>to choose a picture to insert here </a:t>
            </a:r>
            <a:br>
              <a:rPr lang="en-GB" dirty="0"/>
            </a:br>
            <a:r>
              <a:rPr lang="en-GB" dirty="0"/>
              <a:t>(254 x 87 mm)</a:t>
            </a:r>
          </a:p>
        </p:txBody>
      </p:sp>
      <p:sp>
        <p:nvSpPr>
          <p:cNvPr id="32" name="Rectangle 36"/>
          <p:cNvSpPr>
            <a:spLocks noGrp="1" noChangeArrowheads="1"/>
          </p:cNvSpPr>
          <p:nvPr userDrawn="1">
            <p:ph type="ctrTitle" sz="quarter" hasCustomPrompt="1"/>
          </p:nvPr>
        </p:nvSpPr>
        <p:spPr>
          <a:xfrm>
            <a:off x="0" y="3419475"/>
            <a:ext cx="12192000" cy="1260247"/>
          </a:xfrm>
          <a:solidFill>
            <a:schemeClr val="tx2"/>
          </a:solidFill>
        </p:spPr>
        <p:txBody>
          <a:bodyPr lIns="720000" anchor="ctr" anchorCtr="0">
            <a:noAutofit/>
          </a:bodyPr>
          <a:lstStyle>
            <a:lvl1pPr>
              <a:lnSpc>
                <a:spcPct val="100000"/>
              </a:lnSpc>
              <a:tabLst>
                <a:tab pos="2330450" algn="l"/>
              </a:tabLst>
              <a:defRPr sz="2800" b="1" baseline="0">
                <a:solidFill>
                  <a:srgbClr val="BFD732"/>
                </a:solidFill>
              </a:defRPr>
            </a:lvl1pPr>
          </a:lstStyle>
          <a:p>
            <a:r>
              <a:rPr lang="en-US" dirty="0"/>
              <a:t>Click to edit title </a:t>
            </a:r>
            <a:br>
              <a:rPr lang="en-US" dirty="0"/>
            </a:br>
            <a:r>
              <a:rPr lang="en-US" dirty="0"/>
              <a:t>(Second line possible)</a:t>
            </a:r>
            <a:endParaRPr lang="en-GB" dirty="0"/>
          </a:p>
        </p:txBody>
      </p:sp>
      <p:sp>
        <p:nvSpPr>
          <p:cNvPr id="26" name="Text Placeholder 22"/>
          <p:cNvSpPr>
            <a:spLocks noGrp="1"/>
          </p:cNvSpPr>
          <p:nvPr>
            <p:ph type="body" sz="quarter" idx="11" hasCustomPrompt="1"/>
          </p:nvPr>
        </p:nvSpPr>
        <p:spPr>
          <a:xfrm>
            <a:off x="939799" y="5045345"/>
            <a:ext cx="5437931" cy="317493"/>
          </a:xfrm>
        </p:spPr>
        <p:txBody>
          <a:bodyPr anchor="b" anchorCtr="0"/>
          <a:lstStyle>
            <a:lvl1pPr>
              <a:spcAft>
                <a:spcPts val="0"/>
              </a:spcAft>
              <a:defRPr sz="1200" b="1">
                <a:solidFill>
                  <a:schemeClr val="bg1"/>
                </a:solidFill>
              </a:defRPr>
            </a:lvl1pPr>
            <a:lvl2pPr marL="0" indent="1588">
              <a:buNone/>
              <a:defRPr sz="1400" i="1" baseline="0">
                <a:solidFill>
                  <a:schemeClr val="tx2"/>
                </a:solidFill>
              </a:defRPr>
            </a:lvl2pPr>
          </a:lstStyle>
          <a:p>
            <a:pPr lvl="0"/>
            <a:r>
              <a:rPr lang="en-US" dirty="0"/>
              <a:t>&lt;Date&gt;</a:t>
            </a:r>
          </a:p>
        </p:txBody>
      </p:sp>
      <p:grpSp>
        <p:nvGrpSpPr>
          <p:cNvPr id="27" name="Group 26"/>
          <p:cNvGrpSpPr/>
          <p:nvPr userDrawn="1"/>
        </p:nvGrpSpPr>
        <p:grpSpPr>
          <a:xfrm>
            <a:off x="-753319" y="0"/>
            <a:ext cx="654206" cy="6865432"/>
            <a:chOff x="-564989" y="0"/>
            <a:chExt cx="490654" cy="6865432"/>
          </a:xfrm>
        </p:grpSpPr>
        <p:sp>
          <p:nvSpPr>
            <p:cNvPr id="28" name="Rectangle 27"/>
            <p:cNvSpPr/>
            <p:nvPr userDrawn="1"/>
          </p:nvSpPr>
          <p:spPr>
            <a:xfrm>
              <a:off x="-564989" y="0"/>
              <a:ext cx="490654" cy="6865432"/>
            </a:xfrm>
            <a:prstGeom prst="rect">
              <a:avLst/>
            </a:prstGeom>
            <a:solidFill>
              <a:srgbClr val="FF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GB" sz="1800" dirty="0">
                <a:solidFill>
                  <a:prstClr val="white"/>
                </a:solidFill>
              </a:endParaRPr>
            </a:p>
          </p:txBody>
        </p:sp>
        <p:grpSp>
          <p:nvGrpSpPr>
            <p:cNvPr id="34" name="Group 33"/>
            <p:cNvGrpSpPr/>
            <p:nvPr userDrawn="1"/>
          </p:nvGrpSpPr>
          <p:grpSpPr>
            <a:xfrm>
              <a:off x="-307801" y="1143000"/>
              <a:ext cx="233465" cy="4572000"/>
              <a:chOff x="-361009" y="1143000"/>
              <a:chExt cx="286674" cy="4572000"/>
            </a:xfrm>
          </p:grpSpPr>
          <p:cxnSp>
            <p:nvCxnSpPr>
              <p:cNvPr id="49" name="Straight Connector 48"/>
              <p:cNvCxnSpPr/>
              <p:nvPr userDrawn="1"/>
            </p:nvCxnSpPr>
            <p:spPr>
              <a:xfrm flipH="1">
                <a:off x="-361009" y="5715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a:xfrm flipH="1">
                <a:off x="-361009" y="4572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a:xfrm flipH="1">
                <a:off x="-361009" y="2286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userDrawn="1"/>
            </p:nvCxnSpPr>
            <p:spPr>
              <a:xfrm flipH="1">
                <a:off x="-361009" y="114300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28"/>
            <p:cNvGrpSpPr/>
            <p:nvPr userDrawn="1"/>
          </p:nvGrpSpPr>
          <p:grpSpPr>
            <a:xfrm>
              <a:off x="-307801" y="0"/>
              <a:ext cx="233466" cy="6865432"/>
              <a:chOff x="-564989" y="0"/>
              <a:chExt cx="490654" cy="6865432"/>
            </a:xfrm>
          </p:grpSpPr>
          <p:cxnSp>
            <p:nvCxnSpPr>
              <p:cNvPr id="43" name="Straight Connector 42"/>
              <p:cNvCxnSpPr/>
              <p:nvPr userDrawn="1"/>
            </p:nvCxnSpPr>
            <p:spPr>
              <a:xfrm flipH="1">
                <a:off x="-361009" y="0"/>
                <a:ext cx="28667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flipH="1">
                <a:off x="-564989" y="0"/>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flipH="1">
                <a:off x="-564989" y="1716358"/>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flipH="1">
                <a:off x="-564989" y="3432716"/>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userDrawn="1"/>
            </p:nvCxnSpPr>
            <p:spPr>
              <a:xfrm flipH="1">
                <a:off x="-564989" y="5149074"/>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userDrawn="1"/>
            </p:nvCxnSpPr>
            <p:spPr>
              <a:xfrm flipH="1">
                <a:off x="-564989" y="6865432"/>
                <a:ext cx="49065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userDrawn="1"/>
          </p:nvSpPr>
          <p:spPr>
            <a:xfrm>
              <a:off x="-536896" y="1027847"/>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1/6</a:t>
              </a:r>
            </a:p>
          </p:txBody>
        </p:sp>
        <p:sp>
          <p:nvSpPr>
            <p:cNvPr id="37" name="TextBox 36"/>
            <p:cNvSpPr txBox="1"/>
            <p:nvPr userDrawn="1"/>
          </p:nvSpPr>
          <p:spPr>
            <a:xfrm>
              <a:off x="-536896" y="2181994"/>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2/6</a:t>
              </a:r>
            </a:p>
          </p:txBody>
        </p:sp>
        <p:sp>
          <p:nvSpPr>
            <p:cNvPr id="38" name="TextBox 37"/>
            <p:cNvSpPr txBox="1"/>
            <p:nvPr userDrawn="1"/>
          </p:nvSpPr>
          <p:spPr>
            <a:xfrm>
              <a:off x="-536896" y="4464278"/>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4/6</a:t>
              </a:r>
            </a:p>
          </p:txBody>
        </p:sp>
        <p:sp>
          <p:nvSpPr>
            <p:cNvPr id="39" name="TextBox 38"/>
            <p:cNvSpPr txBox="1"/>
            <p:nvPr userDrawn="1"/>
          </p:nvSpPr>
          <p:spPr>
            <a:xfrm>
              <a:off x="-536896" y="5602226"/>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5/6</a:t>
              </a:r>
            </a:p>
          </p:txBody>
        </p:sp>
        <p:sp>
          <p:nvSpPr>
            <p:cNvPr id="40" name="TextBox 39"/>
            <p:cNvSpPr txBox="1"/>
            <p:nvPr userDrawn="1"/>
          </p:nvSpPr>
          <p:spPr>
            <a:xfrm>
              <a:off x="-536896" y="1610494"/>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1/4</a:t>
              </a:r>
            </a:p>
          </p:txBody>
        </p:sp>
        <p:sp>
          <p:nvSpPr>
            <p:cNvPr id="41" name="TextBox 40"/>
            <p:cNvSpPr txBox="1"/>
            <p:nvPr userDrawn="1"/>
          </p:nvSpPr>
          <p:spPr>
            <a:xfrm>
              <a:off x="-536896" y="5048881"/>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3/4</a:t>
              </a:r>
            </a:p>
          </p:txBody>
        </p:sp>
        <p:sp>
          <p:nvSpPr>
            <p:cNvPr id="42" name="TextBox 41"/>
            <p:cNvSpPr txBox="1"/>
            <p:nvPr userDrawn="1"/>
          </p:nvSpPr>
          <p:spPr>
            <a:xfrm>
              <a:off x="-536896" y="3337478"/>
              <a:ext cx="246702" cy="215444"/>
            </a:xfrm>
            <a:prstGeom prst="rect">
              <a:avLst/>
            </a:prstGeom>
            <a:noFill/>
          </p:spPr>
          <p:txBody>
            <a:bodyPr wrap="none" rtlCol="0">
              <a:spAutoFit/>
            </a:bodyPr>
            <a:lstStyle/>
            <a:p>
              <a:pPr algn="ctr" fontAlgn="base">
                <a:spcBef>
                  <a:spcPct val="0"/>
                </a:spcBef>
                <a:spcAft>
                  <a:spcPct val="0"/>
                </a:spcAft>
              </a:pPr>
              <a:r>
                <a:rPr lang="en-GB" sz="800" dirty="0">
                  <a:solidFill>
                    <a:prstClr val="white">
                      <a:lumMod val="65000"/>
                    </a:prstClr>
                  </a:solidFill>
                  <a:cs typeface="Arial" panose="020B0604020202020204" pitchFamily="34" charset="0"/>
                </a:rPr>
                <a:t>1/2</a:t>
              </a:r>
            </a:p>
          </p:txBody>
        </p:sp>
      </p:grpSp>
      <p:sp>
        <p:nvSpPr>
          <p:cNvPr id="55" name="Text Placeholder 22"/>
          <p:cNvSpPr>
            <a:spLocks noGrp="1"/>
          </p:cNvSpPr>
          <p:nvPr>
            <p:ph type="body" sz="quarter" idx="12" hasCustomPrompt="1"/>
          </p:nvPr>
        </p:nvSpPr>
        <p:spPr>
          <a:xfrm>
            <a:off x="939799" y="4706412"/>
            <a:ext cx="5437931" cy="317493"/>
          </a:xfrm>
        </p:spPr>
        <p:txBody>
          <a:bodyPr anchor="b" anchorCtr="0"/>
          <a:lstStyle>
            <a:lvl1pPr>
              <a:spcAft>
                <a:spcPts val="0"/>
              </a:spcAft>
              <a:defRPr sz="1800" b="1">
                <a:solidFill>
                  <a:schemeClr val="bg1"/>
                </a:solidFill>
              </a:defRPr>
            </a:lvl1pPr>
            <a:lvl2pPr marL="0" indent="1588">
              <a:buNone/>
              <a:defRPr sz="1400" i="1" baseline="0">
                <a:solidFill>
                  <a:schemeClr val="tx2"/>
                </a:solidFill>
              </a:defRPr>
            </a:lvl2pPr>
          </a:lstStyle>
          <a:p>
            <a:pPr lvl="0"/>
            <a:r>
              <a:rPr lang="en-US" dirty="0"/>
              <a:t>&lt;Secondary Title&gt;</a:t>
            </a:r>
          </a:p>
        </p:txBody>
      </p:sp>
      <p:grpSp>
        <p:nvGrpSpPr>
          <p:cNvPr id="33" name="Group 2"/>
          <p:cNvGrpSpPr>
            <a:grpSpLocks/>
          </p:cNvGrpSpPr>
          <p:nvPr userDrawn="1"/>
        </p:nvGrpSpPr>
        <p:grpSpPr bwMode="auto">
          <a:xfrm>
            <a:off x="9410700" y="5805124"/>
            <a:ext cx="2314811" cy="690417"/>
            <a:chOff x="7132" y="352"/>
            <a:chExt cx="1725" cy="686"/>
          </a:xfrm>
        </p:grpSpPr>
        <p:sp>
          <p:nvSpPr>
            <p:cNvPr id="56" name="Freeform 3"/>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57" name="Freeform 4"/>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798998065"/>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2" pos="6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Blank">
    <p:spTree>
      <p:nvGrpSpPr>
        <p:cNvPr id="1" name=""/>
        <p:cNvGrpSpPr/>
        <p:nvPr/>
      </p:nvGrpSpPr>
      <p:grpSpPr>
        <a:xfrm>
          <a:off x="0" y="0"/>
          <a:ext cx="0" cy="0"/>
          <a:chOff x="0" y="0"/>
          <a:chExt cx="0" cy="0"/>
        </a:xfrm>
      </p:grpSpPr>
      <p:grpSp>
        <p:nvGrpSpPr>
          <p:cNvPr id="23" name="Group 22"/>
          <p:cNvGrpSpPr/>
          <p:nvPr/>
        </p:nvGrpSpPr>
        <p:grpSpPr bwMode="white">
          <a:xfrm>
            <a:off x="4" y="-325436"/>
            <a:ext cx="12192000" cy="233362"/>
            <a:chOff x="3" y="-325436"/>
            <a:chExt cx="9144000" cy="233362"/>
          </a:xfrm>
        </p:grpSpPr>
        <p:sp>
          <p:nvSpPr>
            <p:cNvPr id="24" name="Rectangle 23"/>
            <p:cNvSpPr/>
            <p:nvPr userDrawn="1"/>
          </p:nvSpPr>
          <p:spPr bwMode="white">
            <a:xfrm rot="5400000">
              <a:off x="4455322" y="-4780754"/>
              <a:ext cx="233361" cy="9144000"/>
            </a:xfrm>
            <a:prstGeom prst="rect">
              <a:avLst/>
            </a:prstGeom>
            <a:solidFill>
              <a:srgbClr val="FF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800" dirty="0"/>
            </a:p>
          </p:txBody>
        </p:sp>
        <p:cxnSp>
          <p:nvCxnSpPr>
            <p:cNvPr id="25" name="Straight Connector 24"/>
            <p:cNvCxnSpPr/>
            <p:nvPr userDrawn="1"/>
          </p:nvCxnSpPr>
          <p:spPr bwMode="white">
            <a:xfrm rot="16200000" flipH="1">
              <a:off x="351632"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bwMode="white">
            <a:xfrm rot="16200000" flipH="1">
              <a:off x="8559007"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bwMode="white">
            <a:xfrm rot="16200000" flipH="1">
              <a:off x="4279900"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bwMode="white">
            <a:xfrm rot="16200000" flipH="1">
              <a:off x="4637089"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0" name="Rectangle 29"/>
          <p:cNvSpPr/>
          <p:nvPr userDrawn="1"/>
        </p:nvSpPr>
        <p:spPr>
          <a:xfrm>
            <a:off x="317327" y="2221194"/>
            <a:ext cx="5600660" cy="4166385"/>
          </a:xfrm>
          <a:prstGeom prst="rect">
            <a:avLst/>
          </a:prstGeom>
          <a:solidFill>
            <a:srgbClr val="EFEF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Rounded Rectangle 4"/>
          <p:cNvSpPr/>
          <p:nvPr userDrawn="1"/>
        </p:nvSpPr>
        <p:spPr>
          <a:xfrm>
            <a:off x="40771" y="1071311"/>
            <a:ext cx="11952248" cy="5165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tabLst>
                <a:tab pos="3490913" algn="l"/>
              </a:tabLst>
            </a:pPr>
            <a:r>
              <a:rPr lang="en-US" sz="1800" b="1" kern="1200" dirty="0"/>
              <a:t>Shobhita Saxena</a:t>
            </a:r>
          </a:p>
          <a:p>
            <a:pPr marL="166688" lvl="0" indent="-166688" algn="ctr" defTabSz="711200">
              <a:lnSpc>
                <a:spcPct val="90000"/>
              </a:lnSpc>
              <a:spcBef>
                <a:spcPct val="0"/>
              </a:spcBef>
              <a:spcAft>
                <a:spcPct val="35000"/>
              </a:spcAft>
              <a:buFont typeface="Arial" pitchFamily="34" charset="0"/>
              <a:buChar char="•"/>
              <a:tabLst>
                <a:tab pos="3490913" algn="l"/>
              </a:tabLst>
            </a:pPr>
            <a:r>
              <a:rPr lang="en-US" sz="1000" b="1" kern="1200" dirty="0"/>
              <a:t>IT Strategy, </a:t>
            </a:r>
            <a:r>
              <a:rPr lang="en-US" sz="1000" b="1" dirty="0"/>
              <a:t>COE Governance, Financial Planning, </a:t>
            </a:r>
            <a:r>
              <a:rPr lang="en-US" sz="1000" b="1" kern="1200" dirty="0"/>
              <a:t>Continuous Improvement</a:t>
            </a:r>
          </a:p>
        </p:txBody>
      </p:sp>
      <p:grpSp>
        <p:nvGrpSpPr>
          <p:cNvPr id="32" name="Group 31"/>
          <p:cNvGrpSpPr/>
          <p:nvPr userDrawn="1"/>
        </p:nvGrpSpPr>
        <p:grpSpPr>
          <a:xfrm>
            <a:off x="316863" y="258052"/>
            <a:ext cx="11520031" cy="1312178"/>
            <a:chOff x="584" y="1720"/>
            <a:chExt cx="8306489" cy="605580"/>
          </a:xfrm>
        </p:grpSpPr>
        <p:sp>
          <p:nvSpPr>
            <p:cNvPr id="33" name="Rounded Rectangle 32"/>
            <p:cNvSpPr/>
            <p:nvPr/>
          </p:nvSpPr>
          <p:spPr>
            <a:xfrm>
              <a:off x="584" y="1720"/>
              <a:ext cx="8306489" cy="605580"/>
            </a:xfrm>
            <a:prstGeom prst="roundRect">
              <a:avLst>
                <a:gd name="adj" fmla="val 10000"/>
              </a:avLst>
            </a:prstGeom>
            <a:solidFill>
              <a:srgbClr val="00465B"/>
            </a:solidFill>
            <a:effectLst>
              <a:innerShdw blurRad="63500" dist="50800" dir="18900000">
                <a:prstClr val="black">
                  <a:alpha val="50000"/>
                </a:prstClr>
              </a:innerShdw>
            </a:effectLst>
          </p:spPr>
          <p:style>
            <a:lnRef idx="0">
              <a:schemeClr val="lt1">
                <a:hueOff val="0"/>
                <a:satOff val="0"/>
                <a:lumOff val="0"/>
                <a:alphaOff val="0"/>
              </a:schemeClr>
            </a:lnRef>
            <a:fillRef idx="3">
              <a:schemeClr val="accent2">
                <a:hueOff val="0"/>
                <a:satOff val="0"/>
                <a:lumOff val="0"/>
                <a:alphaOff val="0"/>
              </a:schemeClr>
            </a:fillRef>
            <a:effectRef idx="2">
              <a:scrgbClr r="0" g="0" b="0"/>
            </a:effectRef>
            <a:fontRef idx="minor">
              <a:schemeClr val="lt1"/>
            </a:fontRef>
          </p:style>
        </p:sp>
        <p:sp>
          <p:nvSpPr>
            <p:cNvPr id="34" name="Rounded Rectangle 4"/>
            <p:cNvSpPr/>
            <p:nvPr/>
          </p:nvSpPr>
          <p:spPr>
            <a:xfrm>
              <a:off x="18321" y="19457"/>
              <a:ext cx="8271015" cy="5701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tabLst>
                  <a:tab pos="3490913" algn="l"/>
                </a:tabLst>
              </a:pPr>
              <a:endParaRPr lang="en-US" sz="1000" b="1" kern="1200" dirty="0"/>
            </a:p>
          </p:txBody>
        </p:sp>
      </p:grpSp>
      <p:grpSp>
        <p:nvGrpSpPr>
          <p:cNvPr id="40" name="Group 39"/>
          <p:cNvGrpSpPr/>
          <p:nvPr userDrawn="1"/>
        </p:nvGrpSpPr>
        <p:grpSpPr>
          <a:xfrm>
            <a:off x="316863" y="1692801"/>
            <a:ext cx="5601124" cy="436624"/>
            <a:chOff x="584" y="790166"/>
            <a:chExt cx="1113404" cy="1791498"/>
          </a:xfrm>
        </p:grpSpPr>
        <p:sp>
          <p:nvSpPr>
            <p:cNvPr id="41" name="Rounded Rectangle 40"/>
            <p:cNvSpPr/>
            <p:nvPr/>
          </p:nvSpPr>
          <p:spPr>
            <a:xfrm>
              <a:off x="584" y="790166"/>
              <a:ext cx="1113404" cy="1791498"/>
            </a:xfrm>
            <a:prstGeom prst="roundRect">
              <a:avLst>
                <a:gd name="adj" fmla="val 10000"/>
              </a:avLst>
            </a:prstGeom>
            <a:effectLst>
              <a:innerShdw blurRad="63500" dist="50800" dir="18900000">
                <a:prstClr val="black">
                  <a:alpha val="50000"/>
                </a:prstClr>
              </a:innerShdw>
            </a:effectLst>
          </p:spPr>
          <p:style>
            <a:lnRef idx="0">
              <a:schemeClr val="lt1">
                <a:hueOff val="0"/>
                <a:satOff val="0"/>
                <a:lumOff val="0"/>
                <a:alphaOff val="0"/>
              </a:schemeClr>
            </a:lnRef>
            <a:fillRef idx="3">
              <a:schemeClr val="accent4">
                <a:hueOff val="0"/>
                <a:satOff val="0"/>
                <a:lumOff val="0"/>
                <a:alphaOff val="0"/>
              </a:schemeClr>
            </a:fillRef>
            <a:effectRef idx="2">
              <a:scrgbClr r="0" g="0" b="0"/>
            </a:effectRef>
            <a:fontRef idx="minor">
              <a:schemeClr val="lt1"/>
            </a:fontRef>
          </p:style>
          <p:txBody>
            <a:bodyPr/>
            <a:lstStyle/>
            <a:p>
              <a:endParaRPr lang="en-US" sz="1800" dirty="0"/>
            </a:p>
          </p:txBody>
        </p:sp>
        <p:sp>
          <p:nvSpPr>
            <p:cNvPr id="42" name="Rounded Rectangle 4"/>
            <p:cNvSpPr/>
            <p:nvPr/>
          </p:nvSpPr>
          <p:spPr>
            <a:xfrm>
              <a:off x="33194" y="822776"/>
              <a:ext cx="1048184" cy="17262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a:solidFill>
                    <a:srgbClr val="00465B"/>
                  </a:solidFill>
                </a:rPr>
                <a:t> </a:t>
              </a:r>
            </a:p>
          </p:txBody>
        </p:sp>
      </p:grpSp>
      <p:grpSp>
        <p:nvGrpSpPr>
          <p:cNvPr id="43" name="Group 42"/>
          <p:cNvGrpSpPr/>
          <p:nvPr userDrawn="1"/>
        </p:nvGrpSpPr>
        <p:grpSpPr>
          <a:xfrm>
            <a:off x="6215627" y="1692801"/>
            <a:ext cx="5621267" cy="436624"/>
            <a:chOff x="5312722" y="790166"/>
            <a:chExt cx="2994350" cy="1791498"/>
          </a:xfrm>
        </p:grpSpPr>
        <p:sp>
          <p:nvSpPr>
            <p:cNvPr id="44" name="Rounded Rectangle 43"/>
            <p:cNvSpPr/>
            <p:nvPr/>
          </p:nvSpPr>
          <p:spPr>
            <a:xfrm>
              <a:off x="5312722" y="790166"/>
              <a:ext cx="2994350" cy="1791498"/>
            </a:xfrm>
            <a:prstGeom prst="roundRect">
              <a:avLst>
                <a:gd name="adj" fmla="val 10000"/>
              </a:avLst>
            </a:prstGeom>
            <a:effectLst>
              <a:innerShdw blurRad="63500" dist="50800" dir="18900000">
                <a:prstClr val="black">
                  <a:alpha val="50000"/>
                </a:prstClr>
              </a:innerShdw>
            </a:effectLst>
          </p:spPr>
          <p:style>
            <a:lnRef idx="0">
              <a:schemeClr val="lt1">
                <a:hueOff val="0"/>
                <a:satOff val="0"/>
                <a:lumOff val="0"/>
                <a:alphaOff val="0"/>
              </a:schemeClr>
            </a:lnRef>
            <a:fillRef idx="3">
              <a:schemeClr val="accent4">
                <a:hueOff val="0"/>
                <a:satOff val="0"/>
                <a:lumOff val="0"/>
                <a:alphaOff val="0"/>
              </a:schemeClr>
            </a:fillRef>
            <a:effectRef idx="2">
              <a:scrgbClr r="0" g="0" b="0"/>
            </a:effectRef>
            <a:fontRef idx="minor">
              <a:schemeClr val="lt1"/>
            </a:fontRef>
          </p:style>
        </p:sp>
        <p:sp>
          <p:nvSpPr>
            <p:cNvPr id="45" name="Rounded Rectangle 10"/>
            <p:cNvSpPr/>
            <p:nvPr/>
          </p:nvSpPr>
          <p:spPr>
            <a:xfrm>
              <a:off x="5396951" y="842636"/>
              <a:ext cx="2889410" cy="16865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a:solidFill>
                    <a:srgbClr val="00465B"/>
                  </a:solidFill>
                </a:rPr>
                <a:t> </a:t>
              </a:r>
            </a:p>
          </p:txBody>
        </p:sp>
      </p:grpSp>
      <p:sp>
        <p:nvSpPr>
          <p:cNvPr id="52" name="Rectangle 51"/>
          <p:cNvSpPr/>
          <p:nvPr userDrawn="1"/>
        </p:nvSpPr>
        <p:spPr>
          <a:xfrm>
            <a:off x="6215627" y="2221194"/>
            <a:ext cx="5600660" cy="4166385"/>
          </a:xfrm>
          <a:prstGeom prst="rect">
            <a:avLst/>
          </a:prstGeom>
          <a:solidFill>
            <a:srgbClr val="EFEF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Title 1"/>
          <p:cNvSpPr>
            <a:spLocks noGrp="1"/>
          </p:cNvSpPr>
          <p:nvPr>
            <p:ph type="title"/>
          </p:nvPr>
        </p:nvSpPr>
        <p:spPr>
          <a:xfrm>
            <a:off x="438077" y="308853"/>
            <a:ext cx="11277600" cy="681185"/>
          </a:xfrm>
        </p:spPr>
        <p:txBody>
          <a:bodyPr/>
          <a:lstStyle>
            <a:lvl1pPr algn="ctr">
              <a:defRPr sz="2800">
                <a:solidFill>
                  <a:schemeClr val="bg1"/>
                </a:solidFill>
              </a:defRPr>
            </a:lvl1pPr>
          </a:lstStyle>
          <a:p>
            <a:r>
              <a:rPr lang="en-US" dirty="0"/>
              <a:t>Click to edit Master title style</a:t>
            </a:r>
          </a:p>
        </p:txBody>
      </p:sp>
      <p:sp>
        <p:nvSpPr>
          <p:cNvPr id="29" name="Content Placeholder 2"/>
          <p:cNvSpPr>
            <a:spLocks noGrp="1"/>
          </p:cNvSpPr>
          <p:nvPr>
            <p:ph idx="1" hasCustomPrompt="1"/>
          </p:nvPr>
        </p:nvSpPr>
        <p:spPr>
          <a:xfrm>
            <a:off x="457200" y="1741145"/>
            <a:ext cx="5296739" cy="375492"/>
          </a:xfrm>
        </p:spPr>
        <p:txBody>
          <a:bodyPr/>
          <a:lstStyle>
            <a:lvl1pPr marL="0" indent="0" algn="ctr">
              <a:spcBef>
                <a:spcPts val="0"/>
              </a:spcBef>
              <a:spcAft>
                <a:spcPts val="1350"/>
              </a:spcAft>
              <a:buFont typeface="Arial" panose="020B0604020202020204" pitchFamily="34" charset="0"/>
              <a:buNone/>
              <a:defRPr sz="2250" baseline="0">
                <a:solidFill>
                  <a:srgbClr val="00465B"/>
                </a:solidFill>
              </a:defRPr>
            </a:lvl1pPr>
            <a:lvl2pPr marL="346472" indent="0">
              <a:spcBef>
                <a:spcPts val="0"/>
              </a:spcBef>
              <a:spcAft>
                <a:spcPts val="1350"/>
              </a:spcAft>
              <a:buFont typeface="Arial" panose="020B0604020202020204" pitchFamily="34" charset="0"/>
              <a:buNone/>
              <a:defRPr sz="1800">
                <a:solidFill>
                  <a:schemeClr val="bg1"/>
                </a:solidFill>
              </a:defRPr>
            </a:lvl2pPr>
            <a:lvl3pPr>
              <a:spcBef>
                <a:spcPts val="0"/>
              </a:spcBef>
              <a:spcAft>
                <a:spcPts val="1350"/>
              </a:spcAft>
              <a:defRPr sz="2100"/>
            </a:lvl3pPr>
            <a:lvl4pPr>
              <a:spcBef>
                <a:spcPts val="0"/>
              </a:spcBef>
              <a:spcAft>
                <a:spcPts val="1350"/>
              </a:spcAft>
              <a:defRPr sz="2100"/>
            </a:lvl4pPr>
            <a:lvl5pPr>
              <a:spcBef>
                <a:spcPts val="0"/>
              </a:spcBef>
              <a:spcAft>
                <a:spcPts val="1350"/>
              </a:spcAft>
              <a:defRPr sz="2100"/>
            </a:lvl5pPr>
          </a:lstStyle>
          <a:p>
            <a:pPr lvl="0"/>
            <a:r>
              <a:rPr lang="en-US" dirty="0"/>
              <a:t>Click to edit title</a:t>
            </a:r>
          </a:p>
        </p:txBody>
      </p:sp>
      <p:sp>
        <p:nvSpPr>
          <p:cNvPr id="35" name="Content Placeholder 2"/>
          <p:cNvSpPr>
            <a:spLocks noGrp="1"/>
          </p:cNvSpPr>
          <p:nvPr>
            <p:ph idx="10" hasCustomPrompt="1"/>
          </p:nvPr>
        </p:nvSpPr>
        <p:spPr>
          <a:xfrm>
            <a:off x="6334869" y="1733580"/>
            <a:ext cx="5296739" cy="375492"/>
          </a:xfrm>
        </p:spPr>
        <p:txBody>
          <a:bodyPr/>
          <a:lstStyle>
            <a:lvl1pPr marL="0" indent="0" algn="ctr">
              <a:spcBef>
                <a:spcPts val="0"/>
              </a:spcBef>
              <a:spcAft>
                <a:spcPts val="1350"/>
              </a:spcAft>
              <a:buFont typeface="Arial" panose="020B0604020202020204" pitchFamily="34" charset="0"/>
              <a:buNone/>
              <a:defRPr sz="2250" baseline="0">
                <a:solidFill>
                  <a:srgbClr val="00465B"/>
                </a:solidFill>
              </a:defRPr>
            </a:lvl1pPr>
            <a:lvl2pPr marL="346472" indent="0">
              <a:spcBef>
                <a:spcPts val="0"/>
              </a:spcBef>
              <a:spcAft>
                <a:spcPts val="1350"/>
              </a:spcAft>
              <a:buFont typeface="Arial" panose="020B0604020202020204" pitchFamily="34" charset="0"/>
              <a:buNone/>
              <a:defRPr sz="1800">
                <a:solidFill>
                  <a:schemeClr val="bg1"/>
                </a:solidFill>
              </a:defRPr>
            </a:lvl2pPr>
            <a:lvl3pPr>
              <a:spcBef>
                <a:spcPts val="0"/>
              </a:spcBef>
              <a:spcAft>
                <a:spcPts val="1350"/>
              </a:spcAft>
              <a:defRPr sz="2100"/>
            </a:lvl3pPr>
            <a:lvl4pPr>
              <a:spcBef>
                <a:spcPts val="0"/>
              </a:spcBef>
              <a:spcAft>
                <a:spcPts val="1350"/>
              </a:spcAft>
              <a:defRPr sz="2100"/>
            </a:lvl4pPr>
            <a:lvl5pPr>
              <a:spcBef>
                <a:spcPts val="0"/>
              </a:spcBef>
              <a:spcAft>
                <a:spcPts val="1350"/>
              </a:spcAft>
              <a:defRPr sz="2100"/>
            </a:lvl5pPr>
          </a:lstStyle>
          <a:p>
            <a:pPr lvl="0"/>
            <a:r>
              <a:rPr lang="en-US" dirty="0"/>
              <a:t>Click to edit title</a:t>
            </a:r>
          </a:p>
        </p:txBody>
      </p:sp>
      <p:sp>
        <p:nvSpPr>
          <p:cNvPr id="48"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49"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82727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Blank">
    <p:spTree>
      <p:nvGrpSpPr>
        <p:cNvPr id="1" name=""/>
        <p:cNvGrpSpPr/>
        <p:nvPr/>
      </p:nvGrpSpPr>
      <p:grpSpPr>
        <a:xfrm>
          <a:off x="0" y="0"/>
          <a:ext cx="0" cy="0"/>
          <a:chOff x="0" y="0"/>
          <a:chExt cx="0" cy="0"/>
        </a:xfrm>
      </p:grpSpPr>
      <p:grpSp>
        <p:nvGrpSpPr>
          <p:cNvPr id="23" name="Group 22"/>
          <p:cNvGrpSpPr/>
          <p:nvPr/>
        </p:nvGrpSpPr>
        <p:grpSpPr bwMode="white">
          <a:xfrm>
            <a:off x="4" y="-325436"/>
            <a:ext cx="12192000" cy="233362"/>
            <a:chOff x="3" y="-325436"/>
            <a:chExt cx="9144000" cy="233362"/>
          </a:xfrm>
        </p:grpSpPr>
        <p:sp>
          <p:nvSpPr>
            <p:cNvPr id="24" name="Rectangle 23"/>
            <p:cNvSpPr/>
            <p:nvPr userDrawn="1"/>
          </p:nvSpPr>
          <p:spPr bwMode="white">
            <a:xfrm rot="5400000">
              <a:off x="4455322" y="-4780754"/>
              <a:ext cx="233361" cy="9144000"/>
            </a:xfrm>
            <a:prstGeom prst="rect">
              <a:avLst/>
            </a:prstGeom>
            <a:solidFill>
              <a:srgbClr val="FF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800" dirty="0"/>
            </a:p>
          </p:txBody>
        </p:sp>
        <p:cxnSp>
          <p:nvCxnSpPr>
            <p:cNvPr id="25" name="Straight Connector 24"/>
            <p:cNvCxnSpPr/>
            <p:nvPr userDrawn="1"/>
          </p:nvCxnSpPr>
          <p:spPr bwMode="white">
            <a:xfrm rot="16200000" flipH="1">
              <a:off x="351632"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bwMode="white">
            <a:xfrm rot="16200000" flipH="1">
              <a:off x="8559007"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bwMode="white">
            <a:xfrm rot="16200000" flipH="1">
              <a:off x="4279900"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bwMode="white">
            <a:xfrm rot="16200000" flipH="1">
              <a:off x="4637089" y="-208755"/>
              <a:ext cx="23336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0" name="Rectangle 29"/>
          <p:cNvSpPr/>
          <p:nvPr userDrawn="1"/>
        </p:nvSpPr>
        <p:spPr>
          <a:xfrm>
            <a:off x="317327" y="2221194"/>
            <a:ext cx="3724405" cy="4166385"/>
          </a:xfrm>
          <a:prstGeom prst="rect">
            <a:avLst/>
          </a:prstGeom>
          <a:solidFill>
            <a:srgbClr val="EFEF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Rounded Rectangle 4"/>
          <p:cNvSpPr/>
          <p:nvPr userDrawn="1"/>
        </p:nvSpPr>
        <p:spPr>
          <a:xfrm>
            <a:off x="40771" y="1071311"/>
            <a:ext cx="10662788" cy="5165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tabLst>
                <a:tab pos="3490913" algn="l"/>
              </a:tabLst>
            </a:pPr>
            <a:r>
              <a:rPr lang="en-US" sz="1800" b="1" kern="1200" dirty="0"/>
              <a:t>Shobhita Saxena</a:t>
            </a:r>
          </a:p>
          <a:p>
            <a:pPr marL="166688" lvl="0" indent="-166688" algn="ctr" defTabSz="711200">
              <a:lnSpc>
                <a:spcPct val="90000"/>
              </a:lnSpc>
              <a:spcBef>
                <a:spcPct val="0"/>
              </a:spcBef>
              <a:spcAft>
                <a:spcPct val="35000"/>
              </a:spcAft>
              <a:buFont typeface="Arial" pitchFamily="34" charset="0"/>
              <a:buChar char="•"/>
              <a:tabLst>
                <a:tab pos="3490913" algn="l"/>
              </a:tabLst>
            </a:pPr>
            <a:r>
              <a:rPr lang="en-US" sz="1000" b="1" kern="1200" dirty="0"/>
              <a:t>IT Strategy, </a:t>
            </a:r>
            <a:r>
              <a:rPr lang="en-US" sz="1000" b="1" dirty="0"/>
              <a:t>COE Governance, Financial Planning, </a:t>
            </a:r>
            <a:r>
              <a:rPr lang="en-US" sz="1000" b="1" kern="1200" dirty="0"/>
              <a:t>Continuous Improvement</a:t>
            </a:r>
          </a:p>
        </p:txBody>
      </p:sp>
      <p:grpSp>
        <p:nvGrpSpPr>
          <p:cNvPr id="32" name="Group 31"/>
          <p:cNvGrpSpPr/>
          <p:nvPr userDrawn="1"/>
        </p:nvGrpSpPr>
        <p:grpSpPr>
          <a:xfrm>
            <a:off x="316863" y="258052"/>
            <a:ext cx="11520031" cy="1312178"/>
            <a:chOff x="584" y="1720"/>
            <a:chExt cx="8306489" cy="605580"/>
          </a:xfrm>
        </p:grpSpPr>
        <p:sp>
          <p:nvSpPr>
            <p:cNvPr id="33" name="Rounded Rectangle 32"/>
            <p:cNvSpPr/>
            <p:nvPr/>
          </p:nvSpPr>
          <p:spPr>
            <a:xfrm>
              <a:off x="584" y="1720"/>
              <a:ext cx="8306489" cy="605580"/>
            </a:xfrm>
            <a:prstGeom prst="roundRect">
              <a:avLst>
                <a:gd name="adj" fmla="val 10000"/>
              </a:avLst>
            </a:prstGeom>
            <a:solidFill>
              <a:srgbClr val="00465B"/>
            </a:solidFill>
            <a:effectLst>
              <a:innerShdw blurRad="63500" dist="50800" dir="18900000">
                <a:prstClr val="black">
                  <a:alpha val="50000"/>
                </a:prstClr>
              </a:innerShdw>
            </a:effectLst>
          </p:spPr>
          <p:style>
            <a:lnRef idx="0">
              <a:schemeClr val="lt1">
                <a:hueOff val="0"/>
                <a:satOff val="0"/>
                <a:lumOff val="0"/>
                <a:alphaOff val="0"/>
              </a:schemeClr>
            </a:lnRef>
            <a:fillRef idx="3">
              <a:schemeClr val="accent2">
                <a:hueOff val="0"/>
                <a:satOff val="0"/>
                <a:lumOff val="0"/>
                <a:alphaOff val="0"/>
              </a:schemeClr>
            </a:fillRef>
            <a:effectRef idx="2">
              <a:scrgbClr r="0" g="0" b="0"/>
            </a:effectRef>
            <a:fontRef idx="minor">
              <a:schemeClr val="lt1"/>
            </a:fontRef>
          </p:style>
        </p:sp>
        <p:sp>
          <p:nvSpPr>
            <p:cNvPr id="34" name="Rounded Rectangle 4"/>
            <p:cNvSpPr/>
            <p:nvPr/>
          </p:nvSpPr>
          <p:spPr>
            <a:xfrm>
              <a:off x="18321" y="19457"/>
              <a:ext cx="8271015" cy="5701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tabLst>
                  <a:tab pos="3490913" algn="l"/>
                </a:tabLst>
              </a:pPr>
              <a:endParaRPr lang="en-US" sz="1000" b="1" kern="1200" dirty="0"/>
            </a:p>
          </p:txBody>
        </p:sp>
      </p:grpSp>
      <p:grpSp>
        <p:nvGrpSpPr>
          <p:cNvPr id="40" name="Group 39"/>
          <p:cNvGrpSpPr/>
          <p:nvPr userDrawn="1"/>
        </p:nvGrpSpPr>
        <p:grpSpPr>
          <a:xfrm>
            <a:off x="316853" y="1692801"/>
            <a:ext cx="3724713" cy="436624"/>
            <a:chOff x="584" y="790166"/>
            <a:chExt cx="1113404" cy="1791498"/>
          </a:xfrm>
        </p:grpSpPr>
        <p:sp>
          <p:nvSpPr>
            <p:cNvPr id="41" name="Rounded Rectangle 40"/>
            <p:cNvSpPr/>
            <p:nvPr/>
          </p:nvSpPr>
          <p:spPr>
            <a:xfrm>
              <a:off x="584" y="790166"/>
              <a:ext cx="1113404" cy="1791498"/>
            </a:xfrm>
            <a:prstGeom prst="roundRect">
              <a:avLst>
                <a:gd name="adj" fmla="val 10000"/>
              </a:avLst>
            </a:prstGeom>
            <a:effectLst>
              <a:innerShdw blurRad="63500" dist="50800" dir="18900000">
                <a:prstClr val="black">
                  <a:alpha val="50000"/>
                </a:prstClr>
              </a:innerShdw>
            </a:effectLst>
          </p:spPr>
          <p:style>
            <a:lnRef idx="0">
              <a:schemeClr val="lt1">
                <a:hueOff val="0"/>
                <a:satOff val="0"/>
                <a:lumOff val="0"/>
                <a:alphaOff val="0"/>
              </a:schemeClr>
            </a:lnRef>
            <a:fillRef idx="3">
              <a:schemeClr val="accent4">
                <a:hueOff val="0"/>
                <a:satOff val="0"/>
                <a:lumOff val="0"/>
                <a:alphaOff val="0"/>
              </a:schemeClr>
            </a:fillRef>
            <a:effectRef idx="2">
              <a:scrgbClr r="0" g="0" b="0"/>
            </a:effectRef>
            <a:fontRef idx="minor">
              <a:schemeClr val="lt1"/>
            </a:fontRef>
          </p:style>
          <p:txBody>
            <a:bodyPr/>
            <a:lstStyle/>
            <a:p>
              <a:endParaRPr lang="en-US" sz="1800" dirty="0"/>
            </a:p>
          </p:txBody>
        </p:sp>
        <p:sp>
          <p:nvSpPr>
            <p:cNvPr id="42" name="Rounded Rectangle 4"/>
            <p:cNvSpPr/>
            <p:nvPr/>
          </p:nvSpPr>
          <p:spPr>
            <a:xfrm>
              <a:off x="33194" y="822776"/>
              <a:ext cx="1048184" cy="17262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a:solidFill>
                    <a:srgbClr val="00465B"/>
                  </a:solidFill>
                </a:rPr>
                <a:t> </a:t>
              </a:r>
            </a:p>
          </p:txBody>
        </p:sp>
      </p:grpSp>
      <p:grpSp>
        <p:nvGrpSpPr>
          <p:cNvPr id="43" name="Group 42"/>
          <p:cNvGrpSpPr/>
          <p:nvPr userDrawn="1"/>
        </p:nvGrpSpPr>
        <p:grpSpPr>
          <a:xfrm>
            <a:off x="4199829" y="1692801"/>
            <a:ext cx="3738108" cy="436624"/>
            <a:chOff x="5312722" y="790166"/>
            <a:chExt cx="2994350" cy="1791498"/>
          </a:xfrm>
        </p:grpSpPr>
        <p:sp>
          <p:nvSpPr>
            <p:cNvPr id="44" name="Rounded Rectangle 43"/>
            <p:cNvSpPr/>
            <p:nvPr/>
          </p:nvSpPr>
          <p:spPr>
            <a:xfrm>
              <a:off x="5312722" y="790166"/>
              <a:ext cx="2994350" cy="1791498"/>
            </a:xfrm>
            <a:prstGeom prst="roundRect">
              <a:avLst>
                <a:gd name="adj" fmla="val 10000"/>
              </a:avLst>
            </a:prstGeom>
            <a:effectLst>
              <a:innerShdw blurRad="63500" dist="50800" dir="18900000">
                <a:prstClr val="black">
                  <a:alpha val="50000"/>
                </a:prstClr>
              </a:innerShdw>
            </a:effectLst>
          </p:spPr>
          <p:style>
            <a:lnRef idx="0">
              <a:schemeClr val="lt1">
                <a:hueOff val="0"/>
                <a:satOff val="0"/>
                <a:lumOff val="0"/>
                <a:alphaOff val="0"/>
              </a:schemeClr>
            </a:lnRef>
            <a:fillRef idx="3">
              <a:schemeClr val="accent4">
                <a:hueOff val="0"/>
                <a:satOff val="0"/>
                <a:lumOff val="0"/>
                <a:alphaOff val="0"/>
              </a:schemeClr>
            </a:fillRef>
            <a:effectRef idx="2">
              <a:scrgbClr r="0" g="0" b="0"/>
            </a:effectRef>
            <a:fontRef idx="minor">
              <a:schemeClr val="lt1"/>
            </a:fontRef>
          </p:style>
        </p:sp>
        <p:sp>
          <p:nvSpPr>
            <p:cNvPr id="45" name="Rounded Rectangle 10"/>
            <p:cNvSpPr/>
            <p:nvPr/>
          </p:nvSpPr>
          <p:spPr>
            <a:xfrm>
              <a:off x="5396951" y="842636"/>
              <a:ext cx="2889410" cy="16865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a:solidFill>
                    <a:srgbClr val="00465B"/>
                  </a:solidFill>
                </a:rPr>
                <a:t> </a:t>
              </a:r>
            </a:p>
          </p:txBody>
        </p:sp>
      </p:grpSp>
      <p:sp>
        <p:nvSpPr>
          <p:cNvPr id="52" name="Rectangle 51"/>
          <p:cNvSpPr/>
          <p:nvPr userDrawn="1"/>
        </p:nvSpPr>
        <p:spPr>
          <a:xfrm>
            <a:off x="4200322" y="2221194"/>
            <a:ext cx="3724405" cy="4166385"/>
          </a:xfrm>
          <a:prstGeom prst="rect">
            <a:avLst/>
          </a:prstGeom>
          <a:solidFill>
            <a:srgbClr val="EFEF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20" name="Group 19"/>
          <p:cNvGrpSpPr/>
          <p:nvPr userDrawn="1"/>
        </p:nvGrpSpPr>
        <p:grpSpPr>
          <a:xfrm>
            <a:off x="8074187" y="1700749"/>
            <a:ext cx="3738108" cy="436624"/>
            <a:chOff x="5312722" y="790166"/>
            <a:chExt cx="2994350" cy="1791498"/>
          </a:xfrm>
        </p:grpSpPr>
        <p:sp>
          <p:nvSpPr>
            <p:cNvPr id="21" name="Rounded Rectangle 20"/>
            <p:cNvSpPr/>
            <p:nvPr/>
          </p:nvSpPr>
          <p:spPr>
            <a:xfrm>
              <a:off x="5312722" y="790166"/>
              <a:ext cx="2994350" cy="1791498"/>
            </a:xfrm>
            <a:prstGeom prst="roundRect">
              <a:avLst>
                <a:gd name="adj" fmla="val 10000"/>
              </a:avLst>
            </a:prstGeom>
            <a:effectLst>
              <a:innerShdw blurRad="63500" dist="50800" dir="18900000">
                <a:prstClr val="black">
                  <a:alpha val="50000"/>
                </a:prstClr>
              </a:innerShdw>
            </a:effectLst>
          </p:spPr>
          <p:style>
            <a:lnRef idx="0">
              <a:schemeClr val="lt1">
                <a:hueOff val="0"/>
                <a:satOff val="0"/>
                <a:lumOff val="0"/>
                <a:alphaOff val="0"/>
              </a:schemeClr>
            </a:lnRef>
            <a:fillRef idx="3">
              <a:schemeClr val="accent4">
                <a:hueOff val="0"/>
                <a:satOff val="0"/>
                <a:lumOff val="0"/>
                <a:alphaOff val="0"/>
              </a:schemeClr>
            </a:fillRef>
            <a:effectRef idx="2">
              <a:scrgbClr r="0" g="0" b="0"/>
            </a:effectRef>
            <a:fontRef idx="minor">
              <a:schemeClr val="lt1"/>
            </a:fontRef>
          </p:style>
        </p:sp>
        <p:sp>
          <p:nvSpPr>
            <p:cNvPr id="22" name="Rounded Rectangle 10"/>
            <p:cNvSpPr/>
            <p:nvPr/>
          </p:nvSpPr>
          <p:spPr>
            <a:xfrm>
              <a:off x="5396951" y="842636"/>
              <a:ext cx="2889410" cy="16865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a:solidFill>
                    <a:srgbClr val="00465B"/>
                  </a:solidFill>
                </a:rPr>
                <a:t> </a:t>
              </a:r>
            </a:p>
          </p:txBody>
        </p:sp>
      </p:grpSp>
      <p:sp>
        <p:nvSpPr>
          <p:cNvPr id="29" name="Rectangle 28"/>
          <p:cNvSpPr/>
          <p:nvPr userDrawn="1"/>
        </p:nvSpPr>
        <p:spPr>
          <a:xfrm>
            <a:off x="8074680" y="2216442"/>
            <a:ext cx="3724405" cy="4166385"/>
          </a:xfrm>
          <a:prstGeom prst="rect">
            <a:avLst/>
          </a:prstGeom>
          <a:solidFill>
            <a:srgbClr val="EFEF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6" name="Title 1"/>
          <p:cNvSpPr>
            <a:spLocks noGrp="1"/>
          </p:cNvSpPr>
          <p:nvPr>
            <p:ph type="title"/>
          </p:nvPr>
        </p:nvSpPr>
        <p:spPr>
          <a:xfrm>
            <a:off x="438077" y="308853"/>
            <a:ext cx="11277600" cy="681185"/>
          </a:xfrm>
        </p:spPr>
        <p:txBody>
          <a:bodyPr/>
          <a:lstStyle>
            <a:lvl1pPr algn="ctr">
              <a:defRPr sz="2800">
                <a:solidFill>
                  <a:schemeClr val="bg1"/>
                </a:solidFill>
              </a:defRPr>
            </a:lvl1pPr>
          </a:lstStyle>
          <a:p>
            <a:r>
              <a:rPr lang="en-US" dirty="0"/>
              <a:t>Click to edit Master title style</a:t>
            </a:r>
          </a:p>
        </p:txBody>
      </p:sp>
      <p:sp>
        <p:nvSpPr>
          <p:cNvPr id="47" name="Content Placeholder 2"/>
          <p:cNvSpPr>
            <a:spLocks noGrp="1"/>
          </p:cNvSpPr>
          <p:nvPr>
            <p:ph idx="1" hasCustomPrompt="1"/>
          </p:nvPr>
        </p:nvSpPr>
        <p:spPr>
          <a:xfrm>
            <a:off x="400090" y="1757575"/>
            <a:ext cx="3532385" cy="313342"/>
          </a:xfrm>
        </p:spPr>
        <p:txBody>
          <a:bodyPr/>
          <a:lstStyle>
            <a:lvl1pPr marL="0" indent="0" algn="ctr">
              <a:spcBef>
                <a:spcPts val="0"/>
              </a:spcBef>
              <a:spcAft>
                <a:spcPts val="1350"/>
              </a:spcAft>
              <a:buFont typeface="Arial" panose="020B0604020202020204" pitchFamily="34" charset="0"/>
              <a:buNone/>
              <a:defRPr sz="1800" baseline="0">
                <a:solidFill>
                  <a:srgbClr val="00465B"/>
                </a:solidFill>
              </a:defRPr>
            </a:lvl1pPr>
            <a:lvl2pPr marL="346472" indent="0">
              <a:spcBef>
                <a:spcPts val="0"/>
              </a:spcBef>
              <a:spcAft>
                <a:spcPts val="1350"/>
              </a:spcAft>
              <a:buFont typeface="Arial" panose="020B0604020202020204" pitchFamily="34" charset="0"/>
              <a:buNone/>
              <a:defRPr sz="1800">
                <a:solidFill>
                  <a:schemeClr val="bg1"/>
                </a:solidFill>
              </a:defRPr>
            </a:lvl2pPr>
            <a:lvl3pPr>
              <a:spcBef>
                <a:spcPts val="0"/>
              </a:spcBef>
              <a:spcAft>
                <a:spcPts val="1350"/>
              </a:spcAft>
              <a:defRPr sz="2100"/>
            </a:lvl3pPr>
            <a:lvl4pPr>
              <a:spcBef>
                <a:spcPts val="0"/>
              </a:spcBef>
              <a:spcAft>
                <a:spcPts val="1350"/>
              </a:spcAft>
              <a:defRPr sz="2100"/>
            </a:lvl4pPr>
            <a:lvl5pPr>
              <a:spcBef>
                <a:spcPts val="0"/>
              </a:spcBef>
              <a:spcAft>
                <a:spcPts val="1350"/>
              </a:spcAft>
              <a:defRPr sz="2100"/>
            </a:lvl5pPr>
          </a:lstStyle>
          <a:p>
            <a:pPr lvl="0"/>
            <a:r>
              <a:rPr lang="en-US" dirty="0"/>
              <a:t>Click to edit title</a:t>
            </a:r>
          </a:p>
        </p:txBody>
      </p:sp>
      <p:sp>
        <p:nvSpPr>
          <p:cNvPr id="48" name="Content Placeholder 2"/>
          <p:cNvSpPr>
            <a:spLocks noGrp="1"/>
          </p:cNvSpPr>
          <p:nvPr>
            <p:ph idx="10" hasCustomPrompt="1"/>
          </p:nvPr>
        </p:nvSpPr>
        <p:spPr>
          <a:xfrm>
            <a:off x="4329810" y="1762390"/>
            <a:ext cx="3532385" cy="313342"/>
          </a:xfrm>
        </p:spPr>
        <p:txBody>
          <a:bodyPr/>
          <a:lstStyle>
            <a:lvl1pPr marL="0" indent="0" algn="ctr">
              <a:spcBef>
                <a:spcPts val="0"/>
              </a:spcBef>
              <a:spcAft>
                <a:spcPts val="1350"/>
              </a:spcAft>
              <a:buFont typeface="Arial" panose="020B0604020202020204" pitchFamily="34" charset="0"/>
              <a:buNone/>
              <a:defRPr sz="1800" baseline="0">
                <a:solidFill>
                  <a:srgbClr val="00465B"/>
                </a:solidFill>
              </a:defRPr>
            </a:lvl1pPr>
            <a:lvl2pPr marL="346472" indent="0">
              <a:spcBef>
                <a:spcPts val="0"/>
              </a:spcBef>
              <a:spcAft>
                <a:spcPts val="1350"/>
              </a:spcAft>
              <a:buFont typeface="Arial" panose="020B0604020202020204" pitchFamily="34" charset="0"/>
              <a:buNone/>
              <a:defRPr sz="1800">
                <a:solidFill>
                  <a:schemeClr val="bg1"/>
                </a:solidFill>
              </a:defRPr>
            </a:lvl2pPr>
            <a:lvl3pPr>
              <a:spcBef>
                <a:spcPts val="0"/>
              </a:spcBef>
              <a:spcAft>
                <a:spcPts val="1350"/>
              </a:spcAft>
              <a:defRPr sz="2100"/>
            </a:lvl3pPr>
            <a:lvl4pPr>
              <a:spcBef>
                <a:spcPts val="0"/>
              </a:spcBef>
              <a:spcAft>
                <a:spcPts val="1350"/>
              </a:spcAft>
              <a:defRPr sz="2100"/>
            </a:lvl4pPr>
            <a:lvl5pPr>
              <a:spcBef>
                <a:spcPts val="0"/>
              </a:spcBef>
              <a:spcAft>
                <a:spcPts val="1350"/>
              </a:spcAft>
              <a:defRPr sz="2100"/>
            </a:lvl5pPr>
          </a:lstStyle>
          <a:p>
            <a:pPr lvl="0"/>
            <a:r>
              <a:rPr lang="en-US" dirty="0"/>
              <a:t>Click to edit title</a:t>
            </a:r>
          </a:p>
        </p:txBody>
      </p:sp>
      <p:sp>
        <p:nvSpPr>
          <p:cNvPr id="49" name="Content Placeholder 2"/>
          <p:cNvSpPr>
            <a:spLocks noGrp="1"/>
          </p:cNvSpPr>
          <p:nvPr>
            <p:ph idx="11" hasCustomPrompt="1"/>
          </p:nvPr>
        </p:nvSpPr>
        <p:spPr>
          <a:xfrm>
            <a:off x="8153484" y="1779256"/>
            <a:ext cx="3532385" cy="313342"/>
          </a:xfrm>
        </p:spPr>
        <p:txBody>
          <a:bodyPr/>
          <a:lstStyle>
            <a:lvl1pPr marL="0" indent="0" algn="ctr">
              <a:spcBef>
                <a:spcPts val="0"/>
              </a:spcBef>
              <a:spcAft>
                <a:spcPts val="1350"/>
              </a:spcAft>
              <a:buFont typeface="Arial" panose="020B0604020202020204" pitchFamily="34" charset="0"/>
              <a:buNone/>
              <a:defRPr sz="1800" baseline="0">
                <a:solidFill>
                  <a:srgbClr val="00465B"/>
                </a:solidFill>
              </a:defRPr>
            </a:lvl1pPr>
            <a:lvl2pPr marL="346472" indent="0">
              <a:spcBef>
                <a:spcPts val="0"/>
              </a:spcBef>
              <a:spcAft>
                <a:spcPts val="1350"/>
              </a:spcAft>
              <a:buFont typeface="Arial" panose="020B0604020202020204" pitchFamily="34" charset="0"/>
              <a:buNone/>
              <a:defRPr sz="1800">
                <a:solidFill>
                  <a:schemeClr val="bg1"/>
                </a:solidFill>
              </a:defRPr>
            </a:lvl2pPr>
            <a:lvl3pPr>
              <a:spcBef>
                <a:spcPts val="0"/>
              </a:spcBef>
              <a:spcAft>
                <a:spcPts val="1350"/>
              </a:spcAft>
              <a:defRPr sz="2100"/>
            </a:lvl3pPr>
            <a:lvl4pPr>
              <a:spcBef>
                <a:spcPts val="0"/>
              </a:spcBef>
              <a:spcAft>
                <a:spcPts val="1350"/>
              </a:spcAft>
              <a:defRPr sz="2100"/>
            </a:lvl4pPr>
            <a:lvl5pPr>
              <a:spcBef>
                <a:spcPts val="0"/>
              </a:spcBef>
              <a:spcAft>
                <a:spcPts val="1350"/>
              </a:spcAft>
              <a:defRPr sz="2100"/>
            </a:lvl5pPr>
          </a:lstStyle>
          <a:p>
            <a:pPr lvl="0"/>
            <a:r>
              <a:rPr lang="en-US" dirty="0"/>
              <a:t>Click to edit title</a:t>
            </a:r>
          </a:p>
        </p:txBody>
      </p:sp>
      <p:sp>
        <p:nvSpPr>
          <p:cNvPr id="51"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r>
              <a:rPr lang="en-US" sz="900" dirty="0">
                <a:solidFill>
                  <a:srgbClr val="AAAAAA"/>
                </a:solidFill>
                <a:latin typeface="Adient Sans Light" panose="020B0503040402060203" pitchFamily="34" charset="0"/>
              </a:rPr>
              <a:t>Adient </a:t>
            </a:r>
            <a:r>
              <a:rPr lang="en-US" sz="900" b="1" dirty="0">
                <a:solidFill>
                  <a:srgbClr val="AAAAAA"/>
                </a:solidFill>
                <a:latin typeface="Adient Sans Light" panose="020B0503040402060203" pitchFamily="34" charset="0"/>
              </a:rPr>
              <a:t>- Confidential</a:t>
            </a:r>
          </a:p>
        </p:txBody>
      </p:sp>
      <p:sp>
        <p:nvSpPr>
          <p:cNvPr id="53"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1176124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Pattern field teal">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34973" y="1497014"/>
            <a:ext cx="11296649" cy="3836986"/>
          </a:xfrm>
        </p:spPr>
        <p:txBody>
          <a:bodyPr anchor="t"/>
          <a:lstStyle>
            <a:lvl1pPr algn="l">
              <a:defRPr sz="3200">
                <a:solidFill>
                  <a:schemeClr val="bg2"/>
                </a:solidFill>
                <a:latin typeface="Adient Sans" panose="020B0503040402060203" pitchFamily="34" charset="0"/>
              </a:defRPr>
            </a:lvl1pPr>
          </a:lstStyle>
          <a:p>
            <a:r>
              <a:rPr lang="en-US" dirty="0"/>
              <a:t>Click to edit Master title style</a:t>
            </a:r>
          </a:p>
        </p:txBody>
      </p:sp>
      <p:sp>
        <p:nvSpPr>
          <p:cNvPr id="3" name="Subtitle 2"/>
          <p:cNvSpPr>
            <a:spLocks noGrp="1"/>
          </p:cNvSpPr>
          <p:nvPr>
            <p:ph type="subTitle" idx="1"/>
          </p:nvPr>
        </p:nvSpPr>
        <p:spPr>
          <a:xfrm>
            <a:off x="434973" y="5334000"/>
            <a:ext cx="11299828" cy="365760"/>
          </a:xfrm>
          <a:prstGeom prst="rect">
            <a:avLst/>
          </a:prstGeom>
        </p:spPr>
        <p:txBody>
          <a:bodyPr/>
          <a:lstStyle>
            <a:lvl1pPr marL="0" indent="0" algn="l">
              <a:buFont typeface="Arial" panose="020B0604020202020204" pitchFamily="34" charset="0"/>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9" name="Freeform 1"/>
          <p:cNvSpPr>
            <a:spLocks noChangeArrowheads="1"/>
          </p:cNvSpPr>
          <p:nvPr userDrawn="1"/>
        </p:nvSpPr>
        <p:spPr bwMode="auto">
          <a:xfrm>
            <a:off x="465667" y="5745163"/>
            <a:ext cx="11264900" cy="976312"/>
          </a:xfrm>
          <a:custGeom>
            <a:avLst/>
            <a:gdLst>
              <a:gd name="T0" fmla="*/ 17183 w 23469"/>
              <a:gd name="T1" fmla="*/ 2423 h 2713"/>
              <a:gd name="T2" fmla="*/ 7250 w 23469"/>
              <a:gd name="T3" fmla="*/ 2705 h 2713"/>
              <a:gd name="T4" fmla="*/ 3428 w 23469"/>
              <a:gd name="T5" fmla="*/ 2701 h 2713"/>
              <a:gd name="T6" fmla="*/ 21006 w 23469"/>
              <a:gd name="T7" fmla="*/ 2423 h 2713"/>
              <a:gd name="T8" fmla="*/ 18367 w 23469"/>
              <a:gd name="T9" fmla="*/ 2712 h 2713"/>
              <a:gd name="T10" fmla="*/ 15253 w 23469"/>
              <a:gd name="T11" fmla="*/ 2462 h 2713"/>
              <a:gd name="T12" fmla="*/ 12075 w 23469"/>
              <a:gd name="T13" fmla="*/ 2666 h 2713"/>
              <a:gd name="T14" fmla="*/ 9198 w 23469"/>
              <a:gd name="T15" fmla="*/ 2712 h 2713"/>
              <a:gd name="T16" fmla="*/ 6566 w 23469"/>
              <a:gd name="T17" fmla="*/ 2423 h 2713"/>
              <a:gd name="T18" fmla="*/ 976 w 23469"/>
              <a:gd name="T19" fmla="*/ 2705 h 2713"/>
              <a:gd name="T20" fmla="*/ 22732 w 23469"/>
              <a:gd name="T21" fmla="*/ 2222 h 2713"/>
              <a:gd name="T22" fmla="*/ 20523 w 23469"/>
              <a:gd name="T23" fmla="*/ 1941 h 2713"/>
              <a:gd name="T24" fmla="*/ 17884 w 23469"/>
              <a:gd name="T25" fmla="*/ 2229 h 2713"/>
              <a:gd name="T26" fmla="*/ 16218 w 23469"/>
              <a:gd name="T27" fmla="*/ 1979 h 2713"/>
              <a:gd name="T28" fmla="*/ 13523 w 23469"/>
              <a:gd name="T29" fmla="*/ 2184 h 2713"/>
              <a:gd name="T30" fmla="*/ 11611 w 23469"/>
              <a:gd name="T31" fmla="*/ 2229 h 2713"/>
              <a:gd name="T32" fmla="*/ 9459 w 23469"/>
              <a:gd name="T33" fmla="*/ 1941 h 2713"/>
              <a:gd name="T34" fmla="*/ 6767 w 23469"/>
              <a:gd name="T35" fmla="*/ 2222 h 2713"/>
              <a:gd name="T36" fmla="*/ 4875 w 23469"/>
              <a:gd name="T37" fmla="*/ 2222 h 2713"/>
              <a:gd name="T38" fmla="*/ 2667 w 23469"/>
              <a:gd name="T39" fmla="*/ 1941 h 2713"/>
              <a:gd name="T40" fmla="*/ 28 w 23469"/>
              <a:gd name="T41" fmla="*/ 2229 h 2713"/>
              <a:gd name="T42" fmla="*/ 20562 w 23469"/>
              <a:gd name="T43" fmla="*/ 1497 h 2713"/>
              <a:gd name="T44" fmla="*/ 17384 w 23469"/>
              <a:gd name="T45" fmla="*/ 1701 h 2713"/>
              <a:gd name="T46" fmla="*/ 14506 w 23469"/>
              <a:gd name="T47" fmla="*/ 1747 h 2713"/>
              <a:gd name="T48" fmla="*/ 11393 w 23469"/>
              <a:gd name="T49" fmla="*/ 1458 h 2713"/>
              <a:gd name="T50" fmla="*/ 8215 w 23469"/>
              <a:gd name="T51" fmla="*/ 1740 h 2713"/>
              <a:gd name="T52" fmla="*/ 5841 w 23469"/>
              <a:gd name="T53" fmla="*/ 1740 h 2713"/>
              <a:gd name="T54" fmla="*/ 736 w 23469"/>
              <a:gd name="T55" fmla="*/ 1458 h 2713"/>
              <a:gd name="T56" fmla="*/ 17884 w 23469"/>
              <a:gd name="T57" fmla="*/ 1747 h 2713"/>
              <a:gd name="T58" fmla="*/ 11874 w 23469"/>
              <a:gd name="T59" fmla="*/ 1497 h 2713"/>
              <a:gd name="T60" fmla="*/ 3871 w 23469"/>
              <a:gd name="T61" fmla="*/ 1701 h 2713"/>
              <a:gd name="T62" fmla="*/ 23193 w 23469"/>
              <a:gd name="T63" fmla="*/ 1264 h 2713"/>
              <a:gd name="T64" fmla="*/ 16218 w 23469"/>
              <a:gd name="T65" fmla="*/ 976 h 2713"/>
              <a:gd name="T66" fmla="*/ 4837 w 23469"/>
              <a:gd name="T67" fmla="*/ 1257 h 2713"/>
              <a:gd name="T68" fmla="*/ 2945 w 23469"/>
              <a:gd name="T69" fmla="*/ 1257 h 2713"/>
              <a:gd name="T70" fmla="*/ 20523 w 23469"/>
              <a:gd name="T71" fmla="*/ 976 h 2713"/>
              <a:gd name="T72" fmla="*/ 17402 w 23469"/>
              <a:gd name="T73" fmla="*/ 1264 h 2713"/>
              <a:gd name="T74" fmla="*/ 14770 w 23469"/>
              <a:gd name="T75" fmla="*/ 1014 h 2713"/>
              <a:gd name="T76" fmla="*/ 11111 w 23469"/>
              <a:gd name="T77" fmla="*/ 1219 h 2713"/>
              <a:gd name="T78" fmla="*/ 8715 w 23469"/>
              <a:gd name="T79" fmla="*/ 1264 h 2713"/>
              <a:gd name="T80" fmla="*/ 6084 w 23469"/>
              <a:gd name="T81" fmla="*/ 976 h 2713"/>
              <a:gd name="T82" fmla="*/ 493 w 23469"/>
              <a:gd name="T83" fmla="*/ 1257 h 2713"/>
              <a:gd name="T84" fmla="*/ 20805 w 23469"/>
              <a:gd name="T85" fmla="*/ 775 h 2713"/>
              <a:gd name="T86" fmla="*/ 18593 w 23469"/>
              <a:gd name="T87" fmla="*/ 493 h 2713"/>
              <a:gd name="T88" fmla="*/ 14506 w 23469"/>
              <a:gd name="T89" fmla="*/ 782 h 2713"/>
              <a:gd name="T90" fmla="*/ 12357 w 23469"/>
              <a:gd name="T91" fmla="*/ 532 h 2713"/>
              <a:gd name="T92" fmla="*/ 8698 w 23469"/>
              <a:gd name="T93" fmla="*/ 736 h 2713"/>
              <a:gd name="T94" fmla="*/ 6302 w 23469"/>
              <a:gd name="T95" fmla="*/ 782 h 2713"/>
              <a:gd name="T96" fmla="*/ 1257 w 23469"/>
              <a:gd name="T97" fmla="*/ 493 h 2713"/>
              <a:gd name="T98" fmla="*/ 21245 w 23469"/>
              <a:gd name="T99" fmla="*/ 775 h 2713"/>
              <a:gd name="T100" fmla="*/ 12597 w 23469"/>
              <a:gd name="T101" fmla="*/ 775 h 2713"/>
              <a:gd name="T102" fmla="*/ 4597 w 23469"/>
              <a:gd name="T103" fmla="*/ 493 h 2713"/>
              <a:gd name="T104" fmla="*/ 23193 w 23469"/>
              <a:gd name="T105" fmla="*/ 300 h 2713"/>
              <a:gd name="T106" fmla="*/ 21527 w 23469"/>
              <a:gd name="T107" fmla="*/ 50 h 2713"/>
              <a:gd name="T108" fmla="*/ 18832 w 23469"/>
              <a:gd name="T109" fmla="*/ 254 h 2713"/>
              <a:gd name="T110" fmla="*/ 16919 w 23469"/>
              <a:gd name="T111" fmla="*/ 300 h 2713"/>
              <a:gd name="T112" fmla="*/ 14770 w 23469"/>
              <a:gd name="T113" fmla="*/ 11 h 2713"/>
              <a:gd name="T114" fmla="*/ 12075 w 23469"/>
              <a:gd name="T115" fmla="*/ 293 h 2713"/>
              <a:gd name="T116" fmla="*/ 10181 w 23469"/>
              <a:gd name="T117" fmla="*/ 293 h 2713"/>
              <a:gd name="T118" fmla="*/ 7976 w 23469"/>
              <a:gd name="T119" fmla="*/ 11 h 2713"/>
              <a:gd name="T120" fmla="*/ 5337 w 23469"/>
              <a:gd name="T121" fmla="*/ 300 h 2713"/>
              <a:gd name="T122" fmla="*/ 3671 w 23469"/>
              <a:gd name="T123" fmla="*/ 50 h 2713"/>
              <a:gd name="T124" fmla="*/ 976 w 23469"/>
              <a:gd name="T125" fmla="*/ 254 h 2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469" h="2713">
                <a:moveTo>
                  <a:pt x="23193" y="2712"/>
                </a:moveTo>
                <a:cubicBezTo>
                  <a:pt x="23186" y="2712"/>
                  <a:pt x="23179" y="2708"/>
                  <a:pt x="23176" y="2705"/>
                </a:cubicBezTo>
                <a:cubicBezTo>
                  <a:pt x="23165" y="2694"/>
                  <a:pt x="23165" y="2676"/>
                  <a:pt x="23176" y="2666"/>
                </a:cubicBezTo>
                <a:lnTo>
                  <a:pt x="23419" y="2423"/>
                </a:lnTo>
                <a:cubicBezTo>
                  <a:pt x="23430" y="2412"/>
                  <a:pt x="23447" y="2412"/>
                  <a:pt x="23458" y="2423"/>
                </a:cubicBezTo>
                <a:cubicBezTo>
                  <a:pt x="23468" y="2434"/>
                  <a:pt x="23468" y="2451"/>
                  <a:pt x="23458" y="2462"/>
                </a:cubicBezTo>
                <a:lnTo>
                  <a:pt x="23215" y="2701"/>
                </a:lnTo>
                <a:cubicBezTo>
                  <a:pt x="23208" y="2712"/>
                  <a:pt x="23201" y="2712"/>
                  <a:pt x="23193" y="2712"/>
                </a:cubicBezTo>
                <a:close/>
                <a:moveTo>
                  <a:pt x="22228" y="2712"/>
                </a:moveTo>
                <a:cubicBezTo>
                  <a:pt x="22221" y="2712"/>
                  <a:pt x="22214" y="2708"/>
                  <a:pt x="22211" y="2705"/>
                </a:cubicBezTo>
                <a:cubicBezTo>
                  <a:pt x="22200" y="2694"/>
                  <a:pt x="22200" y="2676"/>
                  <a:pt x="22211" y="2666"/>
                </a:cubicBezTo>
                <a:lnTo>
                  <a:pt x="22454" y="2423"/>
                </a:lnTo>
                <a:cubicBezTo>
                  <a:pt x="22464" y="2412"/>
                  <a:pt x="22482" y="2412"/>
                  <a:pt x="22492" y="2423"/>
                </a:cubicBezTo>
                <a:cubicBezTo>
                  <a:pt x="22503" y="2434"/>
                  <a:pt x="22503" y="2451"/>
                  <a:pt x="22492" y="2462"/>
                </a:cubicBezTo>
                <a:lnTo>
                  <a:pt x="22249" y="2701"/>
                </a:lnTo>
                <a:cubicBezTo>
                  <a:pt x="22242" y="2712"/>
                  <a:pt x="22235" y="2712"/>
                  <a:pt x="22228" y="2712"/>
                </a:cubicBezTo>
                <a:close/>
                <a:moveTo>
                  <a:pt x="21263" y="2712"/>
                </a:moveTo>
                <a:cubicBezTo>
                  <a:pt x="21256" y="2712"/>
                  <a:pt x="21249" y="2709"/>
                  <a:pt x="21245" y="2705"/>
                </a:cubicBezTo>
                <a:cubicBezTo>
                  <a:pt x="21235" y="2695"/>
                  <a:pt x="21235" y="2676"/>
                  <a:pt x="21245" y="2666"/>
                </a:cubicBezTo>
                <a:lnTo>
                  <a:pt x="21488" y="2423"/>
                </a:lnTo>
                <a:cubicBezTo>
                  <a:pt x="21499" y="2412"/>
                  <a:pt x="21517" y="2412"/>
                  <a:pt x="21527" y="2423"/>
                </a:cubicBezTo>
                <a:cubicBezTo>
                  <a:pt x="21538" y="2434"/>
                  <a:pt x="21538" y="2451"/>
                  <a:pt x="21527" y="2462"/>
                </a:cubicBezTo>
                <a:lnTo>
                  <a:pt x="21284" y="2701"/>
                </a:lnTo>
                <a:cubicBezTo>
                  <a:pt x="21277" y="2712"/>
                  <a:pt x="21270" y="2712"/>
                  <a:pt x="21263" y="2712"/>
                </a:cubicBezTo>
                <a:close/>
                <a:moveTo>
                  <a:pt x="17884" y="2712"/>
                </a:moveTo>
                <a:cubicBezTo>
                  <a:pt x="17877" y="2712"/>
                  <a:pt x="17870" y="2708"/>
                  <a:pt x="17867" y="2705"/>
                </a:cubicBezTo>
                <a:cubicBezTo>
                  <a:pt x="17856" y="2694"/>
                  <a:pt x="17856" y="2676"/>
                  <a:pt x="17867" y="2666"/>
                </a:cubicBezTo>
                <a:lnTo>
                  <a:pt x="18110" y="2423"/>
                </a:lnTo>
                <a:cubicBezTo>
                  <a:pt x="18121" y="2412"/>
                  <a:pt x="18138" y="2412"/>
                  <a:pt x="18149" y="2423"/>
                </a:cubicBezTo>
                <a:cubicBezTo>
                  <a:pt x="18159" y="2434"/>
                  <a:pt x="18159" y="2451"/>
                  <a:pt x="18149" y="2462"/>
                </a:cubicBezTo>
                <a:lnTo>
                  <a:pt x="17906" y="2701"/>
                </a:lnTo>
                <a:cubicBezTo>
                  <a:pt x="17899" y="2712"/>
                  <a:pt x="17892" y="2712"/>
                  <a:pt x="17884" y="2712"/>
                </a:cubicBezTo>
                <a:close/>
                <a:moveTo>
                  <a:pt x="16919" y="2712"/>
                </a:moveTo>
                <a:cubicBezTo>
                  <a:pt x="16912" y="2712"/>
                  <a:pt x="16905" y="2708"/>
                  <a:pt x="16902" y="2705"/>
                </a:cubicBezTo>
                <a:cubicBezTo>
                  <a:pt x="16891" y="2694"/>
                  <a:pt x="16891" y="2676"/>
                  <a:pt x="16902" y="2666"/>
                </a:cubicBezTo>
                <a:lnTo>
                  <a:pt x="17145" y="2423"/>
                </a:lnTo>
                <a:cubicBezTo>
                  <a:pt x="17155" y="2412"/>
                  <a:pt x="17173" y="2412"/>
                  <a:pt x="17183" y="2423"/>
                </a:cubicBezTo>
                <a:cubicBezTo>
                  <a:pt x="17194" y="2434"/>
                  <a:pt x="17194" y="2451"/>
                  <a:pt x="17183" y="2462"/>
                </a:cubicBezTo>
                <a:lnTo>
                  <a:pt x="16940" y="2701"/>
                </a:lnTo>
                <a:cubicBezTo>
                  <a:pt x="16933" y="2712"/>
                  <a:pt x="16926" y="2712"/>
                  <a:pt x="16919" y="2712"/>
                </a:cubicBezTo>
                <a:close/>
                <a:moveTo>
                  <a:pt x="15954" y="2712"/>
                </a:moveTo>
                <a:cubicBezTo>
                  <a:pt x="15947" y="2712"/>
                  <a:pt x="15940" y="2708"/>
                  <a:pt x="15936" y="2705"/>
                </a:cubicBezTo>
                <a:cubicBezTo>
                  <a:pt x="15926" y="2694"/>
                  <a:pt x="15926" y="2676"/>
                  <a:pt x="15936" y="2666"/>
                </a:cubicBezTo>
                <a:lnTo>
                  <a:pt x="16179" y="2423"/>
                </a:lnTo>
                <a:cubicBezTo>
                  <a:pt x="16190" y="2412"/>
                  <a:pt x="16208" y="2412"/>
                  <a:pt x="16218" y="2423"/>
                </a:cubicBezTo>
                <a:cubicBezTo>
                  <a:pt x="16229" y="2434"/>
                  <a:pt x="16229" y="2451"/>
                  <a:pt x="16218" y="2462"/>
                </a:cubicBezTo>
                <a:lnTo>
                  <a:pt x="15975" y="2701"/>
                </a:lnTo>
                <a:cubicBezTo>
                  <a:pt x="15968" y="2712"/>
                  <a:pt x="15961" y="2712"/>
                  <a:pt x="15954" y="2712"/>
                </a:cubicBezTo>
                <a:close/>
                <a:moveTo>
                  <a:pt x="12575" y="2712"/>
                </a:moveTo>
                <a:cubicBezTo>
                  <a:pt x="12568" y="2712"/>
                  <a:pt x="12561" y="2708"/>
                  <a:pt x="12558" y="2705"/>
                </a:cubicBezTo>
                <a:cubicBezTo>
                  <a:pt x="12547" y="2694"/>
                  <a:pt x="12547" y="2676"/>
                  <a:pt x="12558" y="2666"/>
                </a:cubicBezTo>
                <a:lnTo>
                  <a:pt x="12801" y="2423"/>
                </a:lnTo>
                <a:cubicBezTo>
                  <a:pt x="12812" y="2412"/>
                  <a:pt x="12830" y="2412"/>
                  <a:pt x="12840" y="2423"/>
                </a:cubicBezTo>
                <a:cubicBezTo>
                  <a:pt x="12851" y="2434"/>
                  <a:pt x="12850" y="2451"/>
                  <a:pt x="12840" y="2462"/>
                </a:cubicBezTo>
                <a:lnTo>
                  <a:pt x="12597" y="2701"/>
                </a:lnTo>
                <a:cubicBezTo>
                  <a:pt x="12590" y="2712"/>
                  <a:pt x="12583" y="2712"/>
                  <a:pt x="12575" y="2712"/>
                </a:cubicBezTo>
                <a:close/>
                <a:moveTo>
                  <a:pt x="11611" y="2712"/>
                </a:moveTo>
                <a:cubicBezTo>
                  <a:pt x="11604" y="2712"/>
                  <a:pt x="11597" y="2708"/>
                  <a:pt x="11594" y="2705"/>
                </a:cubicBezTo>
                <a:cubicBezTo>
                  <a:pt x="11583" y="2694"/>
                  <a:pt x="11583" y="2676"/>
                  <a:pt x="11594" y="2666"/>
                </a:cubicBezTo>
                <a:lnTo>
                  <a:pt x="11836" y="2423"/>
                </a:lnTo>
                <a:cubicBezTo>
                  <a:pt x="11846" y="2412"/>
                  <a:pt x="11864" y="2412"/>
                  <a:pt x="11874" y="2423"/>
                </a:cubicBezTo>
                <a:cubicBezTo>
                  <a:pt x="11885" y="2434"/>
                  <a:pt x="11885" y="2451"/>
                  <a:pt x="11874" y="2462"/>
                </a:cubicBezTo>
                <a:lnTo>
                  <a:pt x="11632" y="2701"/>
                </a:lnTo>
                <a:cubicBezTo>
                  <a:pt x="11625" y="2712"/>
                  <a:pt x="11618" y="2712"/>
                  <a:pt x="11611" y="2712"/>
                </a:cubicBezTo>
                <a:close/>
                <a:moveTo>
                  <a:pt x="10646" y="2712"/>
                </a:moveTo>
                <a:cubicBezTo>
                  <a:pt x="10639" y="2712"/>
                  <a:pt x="10632" y="2708"/>
                  <a:pt x="10628" y="2705"/>
                </a:cubicBezTo>
                <a:cubicBezTo>
                  <a:pt x="10618" y="2694"/>
                  <a:pt x="10618" y="2676"/>
                  <a:pt x="10628" y="2666"/>
                </a:cubicBezTo>
                <a:lnTo>
                  <a:pt x="10871" y="2423"/>
                </a:lnTo>
                <a:cubicBezTo>
                  <a:pt x="10882" y="2412"/>
                  <a:pt x="10899" y="2412"/>
                  <a:pt x="10910" y="2423"/>
                </a:cubicBezTo>
                <a:cubicBezTo>
                  <a:pt x="10920" y="2434"/>
                  <a:pt x="10921" y="2451"/>
                  <a:pt x="10910" y="2462"/>
                </a:cubicBezTo>
                <a:lnTo>
                  <a:pt x="10667" y="2701"/>
                </a:lnTo>
                <a:cubicBezTo>
                  <a:pt x="10660" y="2712"/>
                  <a:pt x="10653" y="2712"/>
                  <a:pt x="10646" y="2712"/>
                </a:cubicBezTo>
                <a:close/>
                <a:moveTo>
                  <a:pt x="7268" y="2712"/>
                </a:moveTo>
                <a:cubicBezTo>
                  <a:pt x="7260" y="2712"/>
                  <a:pt x="7253" y="2708"/>
                  <a:pt x="7250" y="2705"/>
                </a:cubicBezTo>
                <a:cubicBezTo>
                  <a:pt x="7239" y="2694"/>
                  <a:pt x="7239" y="2676"/>
                  <a:pt x="7250" y="2666"/>
                </a:cubicBezTo>
                <a:lnTo>
                  <a:pt x="7493" y="2423"/>
                </a:lnTo>
                <a:cubicBezTo>
                  <a:pt x="7504" y="2412"/>
                  <a:pt x="7521" y="2412"/>
                  <a:pt x="7532" y="2423"/>
                </a:cubicBezTo>
                <a:cubicBezTo>
                  <a:pt x="7542" y="2434"/>
                  <a:pt x="7542" y="2451"/>
                  <a:pt x="7532" y="2462"/>
                </a:cubicBezTo>
                <a:lnTo>
                  <a:pt x="7289" y="2701"/>
                </a:lnTo>
                <a:cubicBezTo>
                  <a:pt x="7282" y="2712"/>
                  <a:pt x="7275" y="2712"/>
                  <a:pt x="7268" y="2712"/>
                </a:cubicBezTo>
                <a:close/>
                <a:moveTo>
                  <a:pt x="4854" y="2712"/>
                </a:moveTo>
                <a:cubicBezTo>
                  <a:pt x="4847" y="2712"/>
                  <a:pt x="4840" y="2708"/>
                  <a:pt x="4837" y="2705"/>
                </a:cubicBezTo>
                <a:cubicBezTo>
                  <a:pt x="4826" y="2694"/>
                  <a:pt x="4826" y="2676"/>
                  <a:pt x="4837" y="2666"/>
                </a:cubicBezTo>
                <a:lnTo>
                  <a:pt x="5080" y="2423"/>
                </a:lnTo>
                <a:cubicBezTo>
                  <a:pt x="5090" y="2412"/>
                  <a:pt x="5108" y="2412"/>
                  <a:pt x="5119" y="2423"/>
                </a:cubicBezTo>
                <a:cubicBezTo>
                  <a:pt x="5129" y="2434"/>
                  <a:pt x="5129" y="2451"/>
                  <a:pt x="5119" y="2462"/>
                </a:cubicBezTo>
                <a:lnTo>
                  <a:pt x="4875" y="2701"/>
                </a:lnTo>
                <a:cubicBezTo>
                  <a:pt x="4865" y="2712"/>
                  <a:pt x="4861" y="2712"/>
                  <a:pt x="4854" y="2712"/>
                </a:cubicBezTo>
                <a:close/>
                <a:moveTo>
                  <a:pt x="4372" y="2712"/>
                </a:moveTo>
                <a:cubicBezTo>
                  <a:pt x="4365" y="2712"/>
                  <a:pt x="4358" y="2708"/>
                  <a:pt x="4354" y="2705"/>
                </a:cubicBezTo>
                <a:cubicBezTo>
                  <a:pt x="4344" y="2694"/>
                  <a:pt x="4344" y="2676"/>
                  <a:pt x="4354" y="2666"/>
                </a:cubicBezTo>
                <a:lnTo>
                  <a:pt x="4597" y="2423"/>
                </a:lnTo>
                <a:cubicBezTo>
                  <a:pt x="4608" y="2412"/>
                  <a:pt x="4625" y="2412"/>
                  <a:pt x="4636" y="2423"/>
                </a:cubicBezTo>
                <a:cubicBezTo>
                  <a:pt x="4646" y="2434"/>
                  <a:pt x="4646" y="2451"/>
                  <a:pt x="4636" y="2462"/>
                </a:cubicBezTo>
                <a:lnTo>
                  <a:pt x="4393" y="2701"/>
                </a:lnTo>
                <a:cubicBezTo>
                  <a:pt x="4382" y="2712"/>
                  <a:pt x="4379" y="2712"/>
                  <a:pt x="4372" y="2712"/>
                </a:cubicBezTo>
                <a:close/>
                <a:moveTo>
                  <a:pt x="3889" y="2712"/>
                </a:moveTo>
                <a:cubicBezTo>
                  <a:pt x="3882" y="2712"/>
                  <a:pt x="3875" y="2708"/>
                  <a:pt x="3871" y="2705"/>
                </a:cubicBezTo>
                <a:cubicBezTo>
                  <a:pt x="3861" y="2694"/>
                  <a:pt x="3861" y="2676"/>
                  <a:pt x="3871" y="2666"/>
                </a:cubicBezTo>
                <a:lnTo>
                  <a:pt x="4115" y="2423"/>
                </a:lnTo>
                <a:cubicBezTo>
                  <a:pt x="4125" y="2412"/>
                  <a:pt x="4143" y="2412"/>
                  <a:pt x="4153" y="2423"/>
                </a:cubicBezTo>
                <a:cubicBezTo>
                  <a:pt x="4164" y="2434"/>
                  <a:pt x="4164" y="2451"/>
                  <a:pt x="4153" y="2462"/>
                </a:cubicBezTo>
                <a:lnTo>
                  <a:pt x="3910" y="2701"/>
                </a:lnTo>
                <a:cubicBezTo>
                  <a:pt x="3900" y="2712"/>
                  <a:pt x="3896" y="2712"/>
                  <a:pt x="3889" y="2712"/>
                </a:cubicBezTo>
                <a:close/>
                <a:moveTo>
                  <a:pt x="3406" y="2712"/>
                </a:moveTo>
                <a:cubicBezTo>
                  <a:pt x="3399" y="2712"/>
                  <a:pt x="3392" y="2708"/>
                  <a:pt x="3389" y="2705"/>
                </a:cubicBezTo>
                <a:cubicBezTo>
                  <a:pt x="3378" y="2694"/>
                  <a:pt x="3378" y="2676"/>
                  <a:pt x="3389" y="2666"/>
                </a:cubicBezTo>
                <a:lnTo>
                  <a:pt x="3632" y="2423"/>
                </a:lnTo>
                <a:cubicBezTo>
                  <a:pt x="3642" y="2412"/>
                  <a:pt x="3660" y="2412"/>
                  <a:pt x="3671" y="2423"/>
                </a:cubicBezTo>
                <a:cubicBezTo>
                  <a:pt x="3681" y="2434"/>
                  <a:pt x="3681" y="2451"/>
                  <a:pt x="3671" y="2462"/>
                </a:cubicBezTo>
                <a:lnTo>
                  <a:pt x="3428" y="2701"/>
                </a:lnTo>
                <a:cubicBezTo>
                  <a:pt x="3417" y="2712"/>
                  <a:pt x="3413" y="2712"/>
                  <a:pt x="3406" y="2712"/>
                </a:cubicBezTo>
                <a:close/>
                <a:moveTo>
                  <a:pt x="2924" y="2712"/>
                </a:moveTo>
                <a:cubicBezTo>
                  <a:pt x="2917" y="2712"/>
                  <a:pt x="2910" y="2708"/>
                  <a:pt x="2906" y="2705"/>
                </a:cubicBezTo>
                <a:cubicBezTo>
                  <a:pt x="2896" y="2694"/>
                  <a:pt x="2896" y="2676"/>
                  <a:pt x="2906" y="2666"/>
                </a:cubicBezTo>
                <a:lnTo>
                  <a:pt x="3149" y="2423"/>
                </a:lnTo>
                <a:cubicBezTo>
                  <a:pt x="3160" y="2412"/>
                  <a:pt x="3177" y="2412"/>
                  <a:pt x="3188" y="2423"/>
                </a:cubicBezTo>
                <a:cubicBezTo>
                  <a:pt x="3199" y="2434"/>
                  <a:pt x="3199" y="2451"/>
                  <a:pt x="3188" y="2462"/>
                </a:cubicBezTo>
                <a:lnTo>
                  <a:pt x="2945" y="2701"/>
                </a:lnTo>
                <a:cubicBezTo>
                  <a:pt x="2934" y="2712"/>
                  <a:pt x="2931" y="2712"/>
                  <a:pt x="2924" y="2712"/>
                </a:cubicBezTo>
                <a:close/>
                <a:moveTo>
                  <a:pt x="2441" y="2712"/>
                </a:moveTo>
                <a:cubicBezTo>
                  <a:pt x="2434" y="2712"/>
                  <a:pt x="2427" y="2708"/>
                  <a:pt x="2424" y="2705"/>
                </a:cubicBezTo>
                <a:cubicBezTo>
                  <a:pt x="2413" y="2694"/>
                  <a:pt x="2413" y="2676"/>
                  <a:pt x="2424" y="2666"/>
                </a:cubicBezTo>
                <a:lnTo>
                  <a:pt x="2667" y="2423"/>
                </a:lnTo>
                <a:cubicBezTo>
                  <a:pt x="2677" y="2412"/>
                  <a:pt x="2694" y="2412"/>
                  <a:pt x="2705" y="2423"/>
                </a:cubicBezTo>
                <a:cubicBezTo>
                  <a:pt x="2715" y="2434"/>
                  <a:pt x="2716" y="2451"/>
                  <a:pt x="2705" y="2462"/>
                </a:cubicBezTo>
                <a:lnTo>
                  <a:pt x="2462" y="2701"/>
                </a:lnTo>
                <a:cubicBezTo>
                  <a:pt x="2452" y="2712"/>
                  <a:pt x="2448" y="2712"/>
                  <a:pt x="2441" y="2712"/>
                </a:cubicBezTo>
                <a:close/>
                <a:moveTo>
                  <a:pt x="22711" y="2712"/>
                </a:moveTo>
                <a:cubicBezTo>
                  <a:pt x="22704" y="2712"/>
                  <a:pt x="22697" y="2709"/>
                  <a:pt x="22693" y="2705"/>
                </a:cubicBezTo>
                <a:cubicBezTo>
                  <a:pt x="22683" y="2695"/>
                  <a:pt x="22683" y="2676"/>
                  <a:pt x="22693" y="2666"/>
                </a:cubicBezTo>
                <a:lnTo>
                  <a:pt x="22936" y="2423"/>
                </a:lnTo>
                <a:cubicBezTo>
                  <a:pt x="22947" y="2412"/>
                  <a:pt x="22964" y="2412"/>
                  <a:pt x="22975" y="2423"/>
                </a:cubicBezTo>
                <a:cubicBezTo>
                  <a:pt x="22986" y="2434"/>
                  <a:pt x="22986" y="2451"/>
                  <a:pt x="22975" y="2462"/>
                </a:cubicBezTo>
                <a:lnTo>
                  <a:pt x="22732" y="2705"/>
                </a:lnTo>
                <a:cubicBezTo>
                  <a:pt x="22725" y="2712"/>
                  <a:pt x="22718" y="2712"/>
                  <a:pt x="22711" y="2712"/>
                </a:cubicBezTo>
                <a:close/>
                <a:moveTo>
                  <a:pt x="21746" y="2712"/>
                </a:moveTo>
                <a:cubicBezTo>
                  <a:pt x="21739" y="2712"/>
                  <a:pt x="21731" y="2708"/>
                  <a:pt x="21728" y="2705"/>
                </a:cubicBezTo>
                <a:cubicBezTo>
                  <a:pt x="21717" y="2694"/>
                  <a:pt x="21717" y="2676"/>
                  <a:pt x="21728" y="2666"/>
                </a:cubicBezTo>
                <a:lnTo>
                  <a:pt x="21968" y="2423"/>
                </a:lnTo>
                <a:cubicBezTo>
                  <a:pt x="21978" y="2412"/>
                  <a:pt x="21996" y="2412"/>
                  <a:pt x="22006" y="2423"/>
                </a:cubicBezTo>
                <a:cubicBezTo>
                  <a:pt x="22017" y="2434"/>
                  <a:pt x="22017" y="2451"/>
                  <a:pt x="22006" y="2462"/>
                </a:cubicBezTo>
                <a:lnTo>
                  <a:pt x="21763" y="2705"/>
                </a:lnTo>
                <a:cubicBezTo>
                  <a:pt x="21760" y="2712"/>
                  <a:pt x="21753" y="2712"/>
                  <a:pt x="21746" y="2712"/>
                </a:cubicBezTo>
                <a:close/>
                <a:moveTo>
                  <a:pt x="20780" y="2712"/>
                </a:moveTo>
                <a:cubicBezTo>
                  <a:pt x="20773" y="2712"/>
                  <a:pt x="20766" y="2708"/>
                  <a:pt x="20763" y="2705"/>
                </a:cubicBezTo>
                <a:cubicBezTo>
                  <a:pt x="20752" y="2694"/>
                  <a:pt x="20752" y="2676"/>
                  <a:pt x="20763" y="2666"/>
                </a:cubicBezTo>
                <a:lnTo>
                  <a:pt x="21006" y="2423"/>
                </a:lnTo>
                <a:cubicBezTo>
                  <a:pt x="21016" y="2412"/>
                  <a:pt x="21034" y="2412"/>
                  <a:pt x="21045" y="2423"/>
                </a:cubicBezTo>
                <a:cubicBezTo>
                  <a:pt x="21055" y="2434"/>
                  <a:pt x="21055" y="2451"/>
                  <a:pt x="21045" y="2462"/>
                </a:cubicBezTo>
                <a:lnTo>
                  <a:pt x="20805" y="2705"/>
                </a:lnTo>
                <a:cubicBezTo>
                  <a:pt x="20794" y="2712"/>
                  <a:pt x="20787" y="2712"/>
                  <a:pt x="20780" y="2712"/>
                </a:cubicBezTo>
                <a:close/>
                <a:moveTo>
                  <a:pt x="20298" y="2712"/>
                </a:moveTo>
                <a:cubicBezTo>
                  <a:pt x="20291" y="2712"/>
                  <a:pt x="20284" y="2708"/>
                  <a:pt x="20280" y="2705"/>
                </a:cubicBezTo>
                <a:cubicBezTo>
                  <a:pt x="20269" y="2694"/>
                  <a:pt x="20269" y="2676"/>
                  <a:pt x="20280" y="2666"/>
                </a:cubicBezTo>
                <a:lnTo>
                  <a:pt x="20523" y="2423"/>
                </a:lnTo>
                <a:cubicBezTo>
                  <a:pt x="20534" y="2412"/>
                  <a:pt x="20551" y="2412"/>
                  <a:pt x="20562" y="2423"/>
                </a:cubicBezTo>
                <a:cubicBezTo>
                  <a:pt x="20572" y="2434"/>
                  <a:pt x="20572" y="2451"/>
                  <a:pt x="20562" y="2462"/>
                </a:cubicBezTo>
                <a:lnTo>
                  <a:pt x="20319" y="2705"/>
                </a:lnTo>
                <a:cubicBezTo>
                  <a:pt x="20312" y="2712"/>
                  <a:pt x="20305" y="2712"/>
                  <a:pt x="20298" y="2712"/>
                </a:cubicBezTo>
                <a:close/>
                <a:moveTo>
                  <a:pt x="19815" y="2712"/>
                </a:moveTo>
                <a:cubicBezTo>
                  <a:pt x="19808" y="2712"/>
                  <a:pt x="19801" y="2709"/>
                  <a:pt x="19797" y="2705"/>
                </a:cubicBezTo>
                <a:cubicBezTo>
                  <a:pt x="19787" y="2695"/>
                  <a:pt x="19787" y="2676"/>
                  <a:pt x="19797" y="2666"/>
                </a:cubicBezTo>
                <a:lnTo>
                  <a:pt x="20037" y="2423"/>
                </a:lnTo>
                <a:cubicBezTo>
                  <a:pt x="20048" y="2412"/>
                  <a:pt x="20065" y="2412"/>
                  <a:pt x="20076" y="2423"/>
                </a:cubicBezTo>
                <a:cubicBezTo>
                  <a:pt x="20086" y="2434"/>
                  <a:pt x="20086" y="2451"/>
                  <a:pt x="20076" y="2462"/>
                </a:cubicBezTo>
                <a:lnTo>
                  <a:pt x="19833" y="2705"/>
                </a:lnTo>
                <a:cubicBezTo>
                  <a:pt x="19829" y="2712"/>
                  <a:pt x="19822" y="2712"/>
                  <a:pt x="19815" y="2712"/>
                </a:cubicBezTo>
                <a:close/>
                <a:moveTo>
                  <a:pt x="19332" y="2712"/>
                </a:moveTo>
                <a:cubicBezTo>
                  <a:pt x="19325" y="2712"/>
                  <a:pt x="19318" y="2708"/>
                  <a:pt x="19315" y="2705"/>
                </a:cubicBezTo>
                <a:cubicBezTo>
                  <a:pt x="19304" y="2694"/>
                  <a:pt x="19304" y="2676"/>
                  <a:pt x="19315" y="2666"/>
                </a:cubicBezTo>
                <a:lnTo>
                  <a:pt x="19558" y="2423"/>
                </a:lnTo>
                <a:cubicBezTo>
                  <a:pt x="19568" y="2412"/>
                  <a:pt x="19586" y="2412"/>
                  <a:pt x="19597" y="2423"/>
                </a:cubicBezTo>
                <a:cubicBezTo>
                  <a:pt x="19607" y="2434"/>
                  <a:pt x="19607" y="2451"/>
                  <a:pt x="19597" y="2462"/>
                </a:cubicBezTo>
                <a:lnTo>
                  <a:pt x="19354" y="2705"/>
                </a:lnTo>
                <a:cubicBezTo>
                  <a:pt x="19346" y="2712"/>
                  <a:pt x="19339" y="2712"/>
                  <a:pt x="19332" y="2712"/>
                </a:cubicBezTo>
                <a:close/>
                <a:moveTo>
                  <a:pt x="18850" y="2712"/>
                </a:moveTo>
                <a:cubicBezTo>
                  <a:pt x="18843" y="2712"/>
                  <a:pt x="18836" y="2709"/>
                  <a:pt x="18832" y="2705"/>
                </a:cubicBezTo>
                <a:cubicBezTo>
                  <a:pt x="18822" y="2695"/>
                  <a:pt x="18822" y="2676"/>
                  <a:pt x="18832" y="2666"/>
                </a:cubicBezTo>
                <a:lnTo>
                  <a:pt x="19075" y="2423"/>
                </a:lnTo>
                <a:cubicBezTo>
                  <a:pt x="19086" y="2412"/>
                  <a:pt x="19103" y="2412"/>
                  <a:pt x="19114" y="2423"/>
                </a:cubicBezTo>
                <a:cubicBezTo>
                  <a:pt x="19125" y="2434"/>
                  <a:pt x="19125" y="2451"/>
                  <a:pt x="19114" y="2462"/>
                </a:cubicBezTo>
                <a:lnTo>
                  <a:pt x="18874" y="2705"/>
                </a:lnTo>
                <a:cubicBezTo>
                  <a:pt x="18864" y="2712"/>
                  <a:pt x="18857" y="2712"/>
                  <a:pt x="18850" y="2712"/>
                </a:cubicBezTo>
                <a:close/>
                <a:moveTo>
                  <a:pt x="18367" y="2712"/>
                </a:moveTo>
                <a:cubicBezTo>
                  <a:pt x="18360" y="2712"/>
                  <a:pt x="18353" y="2708"/>
                  <a:pt x="18350" y="2705"/>
                </a:cubicBezTo>
                <a:cubicBezTo>
                  <a:pt x="18339" y="2694"/>
                  <a:pt x="18339" y="2676"/>
                  <a:pt x="18350" y="2666"/>
                </a:cubicBezTo>
                <a:lnTo>
                  <a:pt x="18593" y="2423"/>
                </a:lnTo>
                <a:cubicBezTo>
                  <a:pt x="18603" y="2412"/>
                  <a:pt x="18621" y="2412"/>
                  <a:pt x="18631" y="2423"/>
                </a:cubicBezTo>
                <a:cubicBezTo>
                  <a:pt x="18642" y="2434"/>
                  <a:pt x="18642" y="2451"/>
                  <a:pt x="18631" y="2462"/>
                </a:cubicBezTo>
                <a:lnTo>
                  <a:pt x="18388" y="2705"/>
                </a:lnTo>
                <a:cubicBezTo>
                  <a:pt x="18381" y="2712"/>
                  <a:pt x="18374" y="2712"/>
                  <a:pt x="18367" y="2712"/>
                </a:cubicBezTo>
                <a:close/>
                <a:moveTo>
                  <a:pt x="17402" y="2712"/>
                </a:moveTo>
                <a:cubicBezTo>
                  <a:pt x="17395" y="2712"/>
                  <a:pt x="17388" y="2709"/>
                  <a:pt x="17384" y="2705"/>
                </a:cubicBezTo>
                <a:cubicBezTo>
                  <a:pt x="17374" y="2695"/>
                  <a:pt x="17374" y="2676"/>
                  <a:pt x="17384" y="2666"/>
                </a:cubicBezTo>
                <a:lnTo>
                  <a:pt x="17627" y="2423"/>
                </a:lnTo>
                <a:cubicBezTo>
                  <a:pt x="17638" y="2412"/>
                  <a:pt x="17655" y="2412"/>
                  <a:pt x="17666" y="2423"/>
                </a:cubicBezTo>
                <a:cubicBezTo>
                  <a:pt x="17677" y="2434"/>
                  <a:pt x="17677" y="2451"/>
                  <a:pt x="17666" y="2462"/>
                </a:cubicBezTo>
                <a:lnTo>
                  <a:pt x="17423" y="2705"/>
                </a:lnTo>
                <a:cubicBezTo>
                  <a:pt x="17416" y="2712"/>
                  <a:pt x="17409" y="2712"/>
                  <a:pt x="17402" y="2712"/>
                </a:cubicBezTo>
                <a:close/>
                <a:moveTo>
                  <a:pt x="16437" y="2712"/>
                </a:moveTo>
                <a:cubicBezTo>
                  <a:pt x="16430" y="2712"/>
                  <a:pt x="16422" y="2708"/>
                  <a:pt x="16419" y="2705"/>
                </a:cubicBezTo>
                <a:cubicBezTo>
                  <a:pt x="16408" y="2694"/>
                  <a:pt x="16408" y="2676"/>
                  <a:pt x="16419" y="2666"/>
                </a:cubicBezTo>
                <a:lnTo>
                  <a:pt x="16662" y="2423"/>
                </a:lnTo>
                <a:cubicBezTo>
                  <a:pt x="16673" y="2412"/>
                  <a:pt x="16691" y="2412"/>
                  <a:pt x="16701" y="2423"/>
                </a:cubicBezTo>
                <a:cubicBezTo>
                  <a:pt x="16712" y="2434"/>
                  <a:pt x="16711" y="2451"/>
                  <a:pt x="16701" y="2462"/>
                </a:cubicBezTo>
                <a:lnTo>
                  <a:pt x="16458" y="2705"/>
                </a:lnTo>
                <a:cubicBezTo>
                  <a:pt x="16451" y="2712"/>
                  <a:pt x="16444" y="2712"/>
                  <a:pt x="16437" y="2712"/>
                </a:cubicBezTo>
                <a:close/>
                <a:moveTo>
                  <a:pt x="15471" y="2712"/>
                </a:moveTo>
                <a:cubicBezTo>
                  <a:pt x="15464" y="2712"/>
                  <a:pt x="15457" y="2708"/>
                  <a:pt x="15454" y="2705"/>
                </a:cubicBezTo>
                <a:cubicBezTo>
                  <a:pt x="15443" y="2694"/>
                  <a:pt x="15443" y="2676"/>
                  <a:pt x="15454" y="2666"/>
                </a:cubicBezTo>
                <a:lnTo>
                  <a:pt x="15693" y="2423"/>
                </a:lnTo>
                <a:cubicBezTo>
                  <a:pt x="15704" y="2412"/>
                  <a:pt x="15721" y="2412"/>
                  <a:pt x="15732" y="2423"/>
                </a:cubicBezTo>
                <a:cubicBezTo>
                  <a:pt x="15743" y="2434"/>
                  <a:pt x="15743" y="2451"/>
                  <a:pt x="15732" y="2462"/>
                </a:cubicBezTo>
                <a:lnTo>
                  <a:pt x="15489" y="2705"/>
                </a:lnTo>
                <a:cubicBezTo>
                  <a:pt x="15485" y="2712"/>
                  <a:pt x="15478" y="2712"/>
                  <a:pt x="15471" y="2712"/>
                </a:cubicBezTo>
                <a:close/>
                <a:moveTo>
                  <a:pt x="14989" y="2712"/>
                </a:moveTo>
                <a:cubicBezTo>
                  <a:pt x="14982" y="2712"/>
                  <a:pt x="14975" y="2708"/>
                  <a:pt x="14971" y="2705"/>
                </a:cubicBezTo>
                <a:cubicBezTo>
                  <a:pt x="14960" y="2694"/>
                  <a:pt x="14960" y="2676"/>
                  <a:pt x="14971" y="2666"/>
                </a:cubicBezTo>
                <a:lnTo>
                  <a:pt x="15214" y="2423"/>
                </a:lnTo>
                <a:cubicBezTo>
                  <a:pt x="15225" y="2412"/>
                  <a:pt x="15243" y="2412"/>
                  <a:pt x="15253" y="2423"/>
                </a:cubicBezTo>
                <a:cubicBezTo>
                  <a:pt x="15264" y="2434"/>
                  <a:pt x="15263" y="2451"/>
                  <a:pt x="15253" y="2462"/>
                </a:cubicBezTo>
                <a:lnTo>
                  <a:pt x="15010" y="2705"/>
                </a:lnTo>
                <a:cubicBezTo>
                  <a:pt x="15003" y="2712"/>
                  <a:pt x="14996" y="2712"/>
                  <a:pt x="14989" y="2712"/>
                </a:cubicBezTo>
                <a:close/>
                <a:moveTo>
                  <a:pt x="14506" y="2712"/>
                </a:moveTo>
                <a:cubicBezTo>
                  <a:pt x="14499" y="2712"/>
                  <a:pt x="14492" y="2708"/>
                  <a:pt x="14488" y="2705"/>
                </a:cubicBezTo>
                <a:cubicBezTo>
                  <a:pt x="14478" y="2694"/>
                  <a:pt x="14478" y="2676"/>
                  <a:pt x="14488" y="2666"/>
                </a:cubicBezTo>
                <a:lnTo>
                  <a:pt x="14731" y="2423"/>
                </a:lnTo>
                <a:cubicBezTo>
                  <a:pt x="14742" y="2412"/>
                  <a:pt x="14760" y="2412"/>
                  <a:pt x="14770" y="2423"/>
                </a:cubicBezTo>
                <a:cubicBezTo>
                  <a:pt x="14781" y="2434"/>
                  <a:pt x="14781" y="2451"/>
                  <a:pt x="14770" y="2462"/>
                </a:cubicBezTo>
                <a:lnTo>
                  <a:pt x="14531" y="2705"/>
                </a:lnTo>
                <a:cubicBezTo>
                  <a:pt x="14520" y="2712"/>
                  <a:pt x="14513" y="2712"/>
                  <a:pt x="14506" y="2712"/>
                </a:cubicBezTo>
                <a:close/>
                <a:moveTo>
                  <a:pt x="14023" y="2712"/>
                </a:moveTo>
                <a:cubicBezTo>
                  <a:pt x="14016" y="2712"/>
                  <a:pt x="14009" y="2708"/>
                  <a:pt x="14006" y="2705"/>
                </a:cubicBezTo>
                <a:cubicBezTo>
                  <a:pt x="13995" y="2694"/>
                  <a:pt x="13995" y="2676"/>
                  <a:pt x="14006" y="2666"/>
                </a:cubicBezTo>
                <a:lnTo>
                  <a:pt x="14249" y="2423"/>
                </a:lnTo>
                <a:cubicBezTo>
                  <a:pt x="14259" y="2412"/>
                  <a:pt x="14278" y="2412"/>
                  <a:pt x="14288" y="2423"/>
                </a:cubicBezTo>
                <a:cubicBezTo>
                  <a:pt x="14299" y="2434"/>
                  <a:pt x="14298" y="2451"/>
                  <a:pt x="14288" y="2462"/>
                </a:cubicBezTo>
                <a:lnTo>
                  <a:pt x="14045" y="2705"/>
                </a:lnTo>
                <a:cubicBezTo>
                  <a:pt x="14037" y="2712"/>
                  <a:pt x="14030" y="2712"/>
                  <a:pt x="14023" y="2712"/>
                </a:cubicBezTo>
                <a:close/>
                <a:moveTo>
                  <a:pt x="13541" y="2712"/>
                </a:moveTo>
                <a:cubicBezTo>
                  <a:pt x="13534" y="2712"/>
                  <a:pt x="13527" y="2708"/>
                  <a:pt x="13523" y="2705"/>
                </a:cubicBezTo>
                <a:cubicBezTo>
                  <a:pt x="13513" y="2694"/>
                  <a:pt x="13513" y="2676"/>
                  <a:pt x="13523" y="2666"/>
                </a:cubicBezTo>
                <a:lnTo>
                  <a:pt x="13763" y="2423"/>
                </a:lnTo>
                <a:cubicBezTo>
                  <a:pt x="13773" y="2412"/>
                  <a:pt x="13791" y="2412"/>
                  <a:pt x="13801" y="2423"/>
                </a:cubicBezTo>
                <a:cubicBezTo>
                  <a:pt x="13812" y="2434"/>
                  <a:pt x="13812" y="2451"/>
                  <a:pt x="13801" y="2462"/>
                </a:cubicBezTo>
                <a:lnTo>
                  <a:pt x="13558" y="2705"/>
                </a:lnTo>
                <a:cubicBezTo>
                  <a:pt x="13555" y="2712"/>
                  <a:pt x="13548" y="2712"/>
                  <a:pt x="13541" y="2712"/>
                </a:cubicBezTo>
                <a:close/>
                <a:moveTo>
                  <a:pt x="13058" y="2712"/>
                </a:moveTo>
                <a:cubicBezTo>
                  <a:pt x="13051" y="2712"/>
                  <a:pt x="13044" y="2708"/>
                  <a:pt x="13041" y="2705"/>
                </a:cubicBezTo>
                <a:cubicBezTo>
                  <a:pt x="13030" y="2694"/>
                  <a:pt x="13030" y="2676"/>
                  <a:pt x="13041" y="2666"/>
                </a:cubicBezTo>
                <a:lnTo>
                  <a:pt x="13284" y="2423"/>
                </a:lnTo>
                <a:cubicBezTo>
                  <a:pt x="13294" y="2412"/>
                  <a:pt x="13312" y="2412"/>
                  <a:pt x="13322" y="2423"/>
                </a:cubicBezTo>
                <a:cubicBezTo>
                  <a:pt x="13333" y="2434"/>
                  <a:pt x="13333" y="2451"/>
                  <a:pt x="13322" y="2462"/>
                </a:cubicBezTo>
                <a:lnTo>
                  <a:pt x="13079" y="2705"/>
                </a:lnTo>
                <a:cubicBezTo>
                  <a:pt x="13072" y="2712"/>
                  <a:pt x="13065" y="2712"/>
                  <a:pt x="13058" y="2712"/>
                </a:cubicBezTo>
                <a:close/>
                <a:moveTo>
                  <a:pt x="12093" y="2712"/>
                </a:moveTo>
                <a:cubicBezTo>
                  <a:pt x="12086" y="2712"/>
                  <a:pt x="12079" y="2708"/>
                  <a:pt x="12075" y="2705"/>
                </a:cubicBezTo>
                <a:cubicBezTo>
                  <a:pt x="12065" y="2694"/>
                  <a:pt x="12065" y="2676"/>
                  <a:pt x="12075" y="2666"/>
                </a:cubicBezTo>
                <a:lnTo>
                  <a:pt x="12318" y="2423"/>
                </a:lnTo>
                <a:cubicBezTo>
                  <a:pt x="12329" y="2412"/>
                  <a:pt x="12347" y="2412"/>
                  <a:pt x="12357" y="2423"/>
                </a:cubicBezTo>
                <a:cubicBezTo>
                  <a:pt x="12368" y="2434"/>
                  <a:pt x="12368" y="2451"/>
                  <a:pt x="12357" y="2462"/>
                </a:cubicBezTo>
                <a:lnTo>
                  <a:pt x="12114" y="2705"/>
                </a:lnTo>
                <a:cubicBezTo>
                  <a:pt x="12107" y="2712"/>
                  <a:pt x="12100" y="2712"/>
                  <a:pt x="12093" y="2712"/>
                </a:cubicBezTo>
                <a:close/>
                <a:moveTo>
                  <a:pt x="11129" y="2712"/>
                </a:moveTo>
                <a:cubicBezTo>
                  <a:pt x="11122" y="2712"/>
                  <a:pt x="11114" y="2708"/>
                  <a:pt x="11111" y="2705"/>
                </a:cubicBezTo>
                <a:cubicBezTo>
                  <a:pt x="11100" y="2694"/>
                  <a:pt x="11100" y="2676"/>
                  <a:pt x="11111" y="2666"/>
                </a:cubicBezTo>
                <a:lnTo>
                  <a:pt x="11354" y="2423"/>
                </a:lnTo>
                <a:cubicBezTo>
                  <a:pt x="11365" y="2412"/>
                  <a:pt x="11382" y="2412"/>
                  <a:pt x="11393" y="2423"/>
                </a:cubicBezTo>
                <a:cubicBezTo>
                  <a:pt x="11403" y="2434"/>
                  <a:pt x="11403" y="2451"/>
                  <a:pt x="11393" y="2462"/>
                </a:cubicBezTo>
                <a:lnTo>
                  <a:pt x="11150" y="2705"/>
                </a:lnTo>
                <a:cubicBezTo>
                  <a:pt x="11143" y="2712"/>
                  <a:pt x="11136" y="2712"/>
                  <a:pt x="11129" y="2712"/>
                </a:cubicBezTo>
                <a:close/>
                <a:moveTo>
                  <a:pt x="10163" y="2712"/>
                </a:moveTo>
                <a:cubicBezTo>
                  <a:pt x="10156" y="2712"/>
                  <a:pt x="10149" y="2708"/>
                  <a:pt x="10146" y="2705"/>
                </a:cubicBezTo>
                <a:cubicBezTo>
                  <a:pt x="10135" y="2694"/>
                  <a:pt x="10135" y="2676"/>
                  <a:pt x="10146" y="2666"/>
                </a:cubicBezTo>
                <a:lnTo>
                  <a:pt x="10389" y="2423"/>
                </a:lnTo>
                <a:cubicBezTo>
                  <a:pt x="10399" y="2412"/>
                  <a:pt x="10417" y="2412"/>
                  <a:pt x="10428" y="2423"/>
                </a:cubicBezTo>
                <a:cubicBezTo>
                  <a:pt x="10438" y="2434"/>
                  <a:pt x="10438" y="2451"/>
                  <a:pt x="10428" y="2462"/>
                </a:cubicBezTo>
                <a:lnTo>
                  <a:pt x="10184" y="2705"/>
                </a:lnTo>
                <a:cubicBezTo>
                  <a:pt x="10177" y="2712"/>
                  <a:pt x="10170" y="2712"/>
                  <a:pt x="10163" y="2712"/>
                </a:cubicBezTo>
                <a:close/>
                <a:moveTo>
                  <a:pt x="9681" y="2712"/>
                </a:moveTo>
                <a:cubicBezTo>
                  <a:pt x="9674" y="2712"/>
                  <a:pt x="9667" y="2708"/>
                  <a:pt x="9663" y="2705"/>
                </a:cubicBezTo>
                <a:cubicBezTo>
                  <a:pt x="9652" y="2694"/>
                  <a:pt x="9652" y="2676"/>
                  <a:pt x="9663" y="2666"/>
                </a:cubicBezTo>
                <a:lnTo>
                  <a:pt x="9906" y="2423"/>
                </a:lnTo>
                <a:cubicBezTo>
                  <a:pt x="9917" y="2412"/>
                  <a:pt x="9934" y="2412"/>
                  <a:pt x="9945" y="2423"/>
                </a:cubicBezTo>
                <a:cubicBezTo>
                  <a:pt x="9955" y="2434"/>
                  <a:pt x="9955" y="2451"/>
                  <a:pt x="9945" y="2462"/>
                </a:cubicBezTo>
                <a:lnTo>
                  <a:pt x="9702" y="2705"/>
                </a:lnTo>
                <a:cubicBezTo>
                  <a:pt x="9695" y="2712"/>
                  <a:pt x="9688" y="2712"/>
                  <a:pt x="9681" y="2712"/>
                </a:cubicBezTo>
                <a:close/>
                <a:moveTo>
                  <a:pt x="9198" y="2712"/>
                </a:moveTo>
                <a:cubicBezTo>
                  <a:pt x="9191" y="2712"/>
                  <a:pt x="9184" y="2708"/>
                  <a:pt x="9180" y="2705"/>
                </a:cubicBezTo>
                <a:cubicBezTo>
                  <a:pt x="9170" y="2694"/>
                  <a:pt x="9170" y="2676"/>
                  <a:pt x="9180" y="2666"/>
                </a:cubicBezTo>
                <a:lnTo>
                  <a:pt x="9420" y="2423"/>
                </a:lnTo>
                <a:cubicBezTo>
                  <a:pt x="9431" y="2412"/>
                  <a:pt x="9448" y="2412"/>
                  <a:pt x="9459" y="2423"/>
                </a:cubicBezTo>
                <a:cubicBezTo>
                  <a:pt x="9469" y="2434"/>
                  <a:pt x="9469" y="2451"/>
                  <a:pt x="9459" y="2462"/>
                </a:cubicBezTo>
                <a:lnTo>
                  <a:pt x="9216" y="2705"/>
                </a:lnTo>
                <a:cubicBezTo>
                  <a:pt x="9212" y="2712"/>
                  <a:pt x="9205" y="2712"/>
                  <a:pt x="9198" y="2712"/>
                </a:cubicBezTo>
                <a:close/>
                <a:moveTo>
                  <a:pt x="8715" y="2712"/>
                </a:moveTo>
                <a:cubicBezTo>
                  <a:pt x="8708" y="2712"/>
                  <a:pt x="8701" y="2708"/>
                  <a:pt x="8698" y="2705"/>
                </a:cubicBezTo>
                <a:cubicBezTo>
                  <a:pt x="8687" y="2694"/>
                  <a:pt x="8687" y="2676"/>
                  <a:pt x="8698" y="2666"/>
                </a:cubicBezTo>
                <a:lnTo>
                  <a:pt x="8941" y="2423"/>
                </a:lnTo>
                <a:cubicBezTo>
                  <a:pt x="8951" y="2412"/>
                  <a:pt x="8969" y="2412"/>
                  <a:pt x="8980" y="2423"/>
                </a:cubicBezTo>
                <a:cubicBezTo>
                  <a:pt x="8990" y="2434"/>
                  <a:pt x="8990" y="2451"/>
                  <a:pt x="8980" y="2462"/>
                </a:cubicBezTo>
                <a:lnTo>
                  <a:pt x="8737" y="2705"/>
                </a:lnTo>
                <a:cubicBezTo>
                  <a:pt x="8730" y="2712"/>
                  <a:pt x="8722" y="2712"/>
                  <a:pt x="8715" y="2712"/>
                </a:cubicBezTo>
                <a:close/>
                <a:moveTo>
                  <a:pt x="8233" y="2712"/>
                </a:moveTo>
                <a:cubicBezTo>
                  <a:pt x="8226" y="2712"/>
                  <a:pt x="8219" y="2708"/>
                  <a:pt x="8215" y="2705"/>
                </a:cubicBezTo>
                <a:cubicBezTo>
                  <a:pt x="8205" y="2694"/>
                  <a:pt x="8205" y="2676"/>
                  <a:pt x="8215" y="2666"/>
                </a:cubicBezTo>
                <a:lnTo>
                  <a:pt x="8458" y="2423"/>
                </a:lnTo>
                <a:cubicBezTo>
                  <a:pt x="8469" y="2412"/>
                  <a:pt x="8486" y="2412"/>
                  <a:pt x="8497" y="2423"/>
                </a:cubicBezTo>
                <a:cubicBezTo>
                  <a:pt x="8508" y="2434"/>
                  <a:pt x="8508" y="2451"/>
                  <a:pt x="8497" y="2462"/>
                </a:cubicBezTo>
                <a:lnTo>
                  <a:pt x="8257" y="2705"/>
                </a:lnTo>
                <a:cubicBezTo>
                  <a:pt x="8247" y="2712"/>
                  <a:pt x="8240" y="2712"/>
                  <a:pt x="8233" y="2712"/>
                </a:cubicBezTo>
                <a:close/>
                <a:moveTo>
                  <a:pt x="7750" y="2712"/>
                </a:moveTo>
                <a:cubicBezTo>
                  <a:pt x="7743" y="2712"/>
                  <a:pt x="7736" y="2708"/>
                  <a:pt x="7733" y="2705"/>
                </a:cubicBezTo>
                <a:cubicBezTo>
                  <a:pt x="7722" y="2694"/>
                  <a:pt x="7722" y="2676"/>
                  <a:pt x="7733" y="2666"/>
                </a:cubicBezTo>
                <a:lnTo>
                  <a:pt x="7976" y="2423"/>
                </a:lnTo>
                <a:cubicBezTo>
                  <a:pt x="7986" y="2412"/>
                  <a:pt x="8004" y="2412"/>
                  <a:pt x="8014" y="2423"/>
                </a:cubicBezTo>
                <a:cubicBezTo>
                  <a:pt x="8025" y="2434"/>
                  <a:pt x="8025" y="2451"/>
                  <a:pt x="8014" y="2462"/>
                </a:cubicBezTo>
                <a:lnTo>
                  <a:pt x="7771" y="2705"/>
                </a:lnTo>
                <a:cubicBezTo>
                  <a:pt x="7764" y="2712"/>
                  <a:pt x="7757" y="2712"/>
                  <a:pt x="7750" y="2712"/>
                </a:cubicBezTo>
                <a:close/>
                <a:moveTo>
                  <a:pt x="6785" y="2712"/>
                </a:moveTo>
                <a:cubicBezTo>
                  <a:pt x="6778" y="2712"/>
                  <a:pt x="6771" y="2708"/>
                  <a:pt x="6767" y="2705"/>
                </a:cubicBezTo>
                <a:cubicBezTo>
                  <a:pt x="6757" y="2694"/>
                  <a:pt x="6757" y="2676"/>
                  <a:pt x="6767" y="2666"/>
                </a:cubicBezTo>
                <a:lnTo>
                  <a:pt x="7010" y="2423"/>
                </a:lnTo>
                <a:cubicBezTo>
                  <a:pt x="7021" y="2412"/>
                  <a:pt x="7039" y="2412"/>
                  <a:pt x="7049" y="2423"/>
                </a:cubicBezTo>
                <a:cubicBezTo>
                  <a:pt x="7060" y="2434"/>
                  <a:pt x="7060" y="2451"/>
                  <a:pt x="7049" y="2462"/>
                </a:cubicBezTo>
                <a:lnTo>
                  <a:pt x="6806" y="2705"/>
                </a:lnTo>
                <a:cubicBezTo>
                  <a:pt x="6799" y="2712"/>
                  <a:pt x="6792" y="2712"/>
                  <a:pt x="6785" y="2712"/>
                </a:cubicBezTo>
                <a:close/>
                <a:moveTo>
                  <a:pt x="6302" y="2712"/>
                </a:moveTo>
                <a:cubicBezTo>
                  <a:pt x="6295" y="2712"/>
                  <a:pt x="6288" y="2708"/>
                  <a:pt x="6285" y="2705"/>
                </a:cubicBezTo>
                <a:cubicBezTo>
                  <a:pt x="6274" y="2694"/>
                  <a:pt x="6274" y="2676"/>
                  <a:pt x="6285" y="2666"/>
                </a:cubicBezTo>
                <a:lnTo>
                  <a:pt x="6528" y="2423"/>
                </a:lnTo>
                <a:cubicBezTo>
                  <a:pt x="6538" y="2412"/>
                  <a:pt x="6556" y="2412"/>
                  <a:pt x="6566" y="2423"/>
                </a:cubicBezTo>
                <a:cubicBezTo>
                  <a:pt x="6577" y="2434"/>
                  <a:pt x="6577" y="2451"/>
                  <a:pt x="6566" y="2462"/>
                </a:cubicBezTo>
                <a:lnTo>
                  <a:pt x="6323" y="2705"/>
                </a:lnTo>
                <a:cubicBezTo>
                  <a:pt x="6316" y="2712"/>
                  <a:pt x="6309" y="2712"/>
                  <a:pt x="6302" y="2712"/>
                </a:cubicBezTo>
                <a:close/>
                <a:moveTo>
                  <a:pt x="5820" y="2712"/>
                </a:moveTo>
                <a:cubicBezTo>
                  <a:pt x="5813" y="2712"/>
                  <a:pt x="5806" y="2708"/>
                  <a:pt x="5802" y="2705"/>
                </a:cubicBezTo>
                <a:cubicBezTo>
                  <a:pt x="5791" y="2694"/>
                  <a:pt x="5791" y="2676"/>
                  <a:pt x="5802" y="2666"/>
                </a:cubicBezTo>
                <a:lnTo>
                  <a:pt x="6045" y="2423"/>
                </a:lnTo>
                <a:cubicBezTo>
                  <a:pt x="6056" y="2412"/>
                  <a:pt x="6073" y="2412"/>
                  <a:pt x="6084" y="2423"/>
                </a:cubicBezTo>
                <a:cubicBezTo>
                  <a:pt x="6094" y="2434"/>
                  <a:pt x="6094" y="2451"/>
                  <a:pt x="6084" y="2462"/>
                </a:cubicBezTo>
                <a:lnTo>
                  <a:pt x="5841" y="2705"/>
                </a:lnTo>
                <a:cubicBezTo>
                  <a:pt x="5834" y="2712"/>
                  <a:pt x="5827" y="2712"/>
                  <a:pt x="5820" y="2712"/>
                </a:cubicBezTo>
                <a:close/>
                <a:moveTo>
                  <a:pt x="5337" y="2712"/>
                </a:moveTo>
                <a:cubicBezTo>
                  <a:pt x="5330" y="2712"/>
                  <a:pt x="5323" y="2708"/>
                  <a:pt x="5319" y="2705"/>
                </a:cubicBezTo>
                <a:cubicBezTo>
                  <a:pt x="5309" y="2694"/>
                  <a:pt x="5309" y="2676"/>
                  <a:pt x="5319" y="2666"/>
                </a:cubicBezTo>
                <a:lnTo>
                  <a:pt x="5562" y="2423"/>
                </a:lnTo>
                <a:cubicBezTo>
                  <a:pt x="5573" y="2412"/>
                  <a:pt x="5591" y="2412"/>
                  <a:pt x="5601" y="2423"/>
                </a:cubicBezTo>
                <a:cubicBezTo>
                  <a:pt x="5612" y="2434"/>
                  <a:pt x="5612" y="2451"/>
                  <a:pt x="5601" y="2462"/>
                </a:cubicBezTo>
                <a:lnTo>
                  <a:pt x="5358" y="2705"/>
                </a:lnTo>
                <a:cubicBezTo>
                  <a:pt x="5351" y="2712"/>
                  <a:pt x="5344" y="2712"/>
                  <a:pt x="5337" y="2712"/>
                </a:cubicBezTo>
                <a:close/>
                <a:moveTo>
                  <a:pt x="1959" y="2712"/>
                </a:moveTo>
                <a:cubicBezTo>
                  <a:pt x="1951" y="2712"/>
                  <a:pt x="1944" y="2708"/>
                  <a:pt x="1941" y="2705"/>
                </a:cubicBezTo>
                <a:cubicBezTo>
                  <a:pt x="1930" y="2694"/>
                  <a:pt x="1930" y="2676"/>
                  <a:pt x="1941" y="2666"/>
                </a:cubicBezTo>
                <a:lnTo>
                  <a:pt x="2184" y="2423"/>
                </a:lnTo>
                <a:cubicBezTo>
                  <a:pt x="2195" y="2412"/>
                  <a:pt x="2212" y="2412"/>
                  <a:pt x="2223" y="2423"/>
                </a:cubicBezTo>
                <a:cubicBezTo>
                  <a:pt x="2233" y="2434"/>
                  <a:pt x="2233" y="2451"/>
                  <a:pt x="2223" y="2462"/>
                </a:cubicBezTo>
                <a:lnTo>
                  <a:pt x="1980" y="2705"/>
                </a:lnTo>
                <a:cubicBezTo>
                  <a:pt x="1969" y="2712"/>
                  <a:pt x="1966" y="2712"/>
                  <a:pt x="1959" y="2712"/>
                </a:cubicBezTo>
                <a:close/>
                <a:moveTo>
                  <a:pt x="1476" y="2712"/>
                </a:moveTo>
                <a:cubicBezTo>
                  <a:pt x="1469" y="2712"/>
                  <a:pt x="1462" y="2708"/>
                  <a:pt x="1458" y="2705"/>
                </a:cubicBezTo>
                <a:cubicBezTo>
                  <a:pt x="1448" y="2694"/>
                  <a:pt x="1448" y="2676"/>
                  <a:pt x="1458" y="2666"/>
                </a:cubicBezTo>
                <a:lnTo>
                  <a:pt x="1701" y="2423"/>
                </a:lnTo>
                <a:cubicBezTo>
                  <a:pt x="1712" y="2412"/>
                  <a:pt x="1729" y="2412"/>
                  <a:pt x="1740" y="2423"/>
                </a:cubicBezTo>
                <a:cubicBezTo>
                  <a:pt x="1750" y="2434"/>
                  <a:pt x="1751" y="2451"/>
                  <a:pt x="1740" y="2462"/>
                </a:cubicBezTo>
                <a:lnTo>
                  <a:pt x="1497" y="2705"/>
                </a:lnTo>
                <a:cubicBezTo>
                  <a:pt x="1486" y="2712"/>
                  <a:pt x="1483" y="2712"/>
                  <a:pt x="1476" y="2712"/>
                </a:cubicBezTo>
                <a:close/>
                <a:moveTo>
                  <a:pt x="993" y="2712"/>
                </a:moveTo>
                <a:cubicBezTo>
                  <a:pt x="986" y="2712"/>
                  <a:pt x="979" y="2708"/>
                  <a:pt x="976" y="2705"/>
                </a:cubicBezTo>
                <a:cubicBezTo>
                  <a:pt x="965" y="2694"/>
                  <a:pt x="965" y="2676"/>
                  <a:pt x="976" y="2666"/>
                </a:cubicBezTo>
                <a:lnTo>
                  <a:pt x="1219" y="2423"/>
                </a:lnTo>
                <a:cubicBezTo>
                  <a:pt x="1229" y="2412"/>
                  <a:pt x="1247" y="2412"/>
                  <a:pt x="1257" y="2423"/>
                </a:cubicBezTo>
                <a:cubicBezTo>
                  <a:pt x="1268" y="2434"/>
                  <a:pt x="1268" y="2451"/>
                  <a:pt x="1257" y="2462"/>
                </a:cubicBezTo>
                <a:lnTo>
                  <a:pt x="1014" y="2705"/>
                </a:lnTo>
                <a:cubicBezTo>
                  <a:pt x="1004" y="2712"/>
                  <a:pt x="1000" y="2712"/>
                  <a:pt x="993" y="2712"/>
                </a:cubicBezTo>
                <a:close/>
                <a:moveTo>
                  <a:pt x="511" y="2712"/>
                </a:moveTo>
                <a:cubicBezTo>
                  <a:pt x="504" y="2712"/>
                  <a:pt x="497" y="2708"/>
                  <a:pt x="493" y="2705"/>
                </a:cubicBezTo>
                <a:cubicBezTo>
                  <a:pt x="482" y="2694"/>
                  <a:pt x="482" y="2676"/>
                  <a:pt x="493" y="2666"/>
                </a:cubicBezTo>
                <a:lnTo>
                  <a:pt x="736" y="2423"/>
                </a:lnTo>
                <a:cubicBezTo>
                  <a:pt x="747" y="2412"/>
                  <a:pt x="764" y="2412"/>
                  <a:pt x="775" y="2423"/>
                </a:cubicBezTo>
                <a:cubicBezTo>
                  <a:pt x="785" y="2434"/>
                  <a:pt x="785" y="2451"/>
                  <a:pt x="775" y="2462"/>
                </a:cubicBezTo>
                <a:lnTo>
                  <a:pt x="532" y="2705"/>
                </a:lnTo>
                <a:cubicBezTo>
                  <a:pt x="521" y="2712"/>
                  <a:pt x="514" y="2712"/>
                  <a:pt x="511" y="2712"/>
                </a:cubicBezTo>
                <a:close/>
                <a:moveTo>
                  <a:pt x="28" y="2712"/>
                </a:moveTo>
                <a:cubicBezTo>
                  <a:pt x="21" y="2712"/>
                  <a:pt x="14" y="2708"/>
                  <a:pt x="10" y="2705"/>
                </a:cubicBezTo>
                <a:cubicBezTo>
                  <a:pt x="0" y="2694"/>
                  <a:pt x="0" y="2676"/>
                  <a:pt x="10" y="2666"/>
                </a:cubicBezTo>
                <a:lnTo>
                  <a:pt x="253" y="2423"/>
                </a:lnTo>
                <a:cubicBezTo>
                  <a:pt x="264" y="2412"/>
                  <a:pt x="282" y="2412"/>
                  <a:pt x="292" y="2423"/>
                </a:cubicBezTo>
                <a:cubicBezTo>
                  <a:pt x="303" y="2434"/>
                  <a:pt x="303" y="2451"/>
                  <a:pt x="292" y="2462"/>
                </a:cubicBezTo>
                <a:lnTo>
                  <a:pt x="49" y="2705"/>
                </a:lnTo>
                <a:cubicBezTo>
                  <a:pt x="39" y="2712"/>
                  <a:pt x="31" y="2712"/>
                  <a:pt x="28" y="2712"/>
                </a:cubicBezTo>
                <a:close/>
                <a:moveTo>
                  <a:pt x="23193" y="2229"/>
                </a:moveTo>
                <a:cubicBezTo>
                  <a:pt x="23186" y="2229"/>
                  <a:pt x="23180" y="2226"/>
                  <a:pt x="23176" y="2222"/>
                </a:cubicBezTo>
                <a:cubicBezTo>
                  <a:pt x="23166" y="2212"/>
                  <a:pt x="23165" y="2194"/>
                  <a:pt x="23176" y="2184"/>
                </a:cubicBezTo>
                <a:lnTo>
                  <a:pt x="23419" y="1941"/>
                </a:lnTo>
                <a:cubicBezTo>
                  <a:pt x="23430" y="1930"/>
                  <a:pt x="23447" y="1930"/>
                  <a:pt x="23458" y="1941"/>
                </a:cubicBezTo>
                <a:cubicBezTo>
                  <a:pt x="23468" y="1951"/>
                  <a:pt x="23468" y="1969"/>
                  <a:pt x="23458" y="1979"/>
                </a:cubicBezTo>
                <a:lnTo>
                  <a:pt x="23215" y="2219"/>
                </a:lnTo>
                <a:cubicBezTo>
                  <a:pt x="23208" y="2229"/>
                  <a:pt x="23201" y="2229"/>
                  <a:pt x="23193" y="2229"/>
                </a:cubicBezTo>
                <a:close/>
                <a:moveTo>
                  <a:pt x="22711" y="2229"/>
                </a:moveTo>
                <a:cubicBezTo>
                  <a:pt x="22704" y="2229"/>
                  <a:pt x="22697" y="2226"/>
                  <a:pt x="22693" y="2222"/>
                </a:cubicBezTo>
                <a:cubicBezTo>
                  <a:pt x="22683" y="2212"/>
                  <a:pt x="22683" y="2194"/>
                  <a:pt x="22693" y="2184"/>
                </a:cubicBezTo>
                <a:lnTo>
                  <a:pt x="22936" y="1941"/>
                </a:lnTo>
                <a:cubicBezTo>
                  <a:pt x="22947" y="1930"/>
                  <a:pt x="22964" y="1930"/>
                  <a:pt x="22975" y="1941"/>
                </a:cubicBezTo>
                <a:cubicBezTo>
                  <a:pt x="22986" y="1951"/>
                  <a:pt x="22986" y="1969"/>
                  <a:pt x="22975" y="1979"/>
                </a:cubicBezTo>
                <a:lnTo>
                  <a:pt x="22732" y="2222"/>
                </a:lnTo>
                <a:cubicBezTo>
                  <a:pt x="22725" y="2229"/>
                  <a:pt x="22718" y="2229"/>
                  <a:pt x="22711" y="2229"/>
                </a:cubicBezTo>
                <a:close/>
                <a:moveTo>
                  <a:pt x="22228" y="2229"/>
                </a:moveTo>
                <a:cubicBezTo>
                  <a:pt x="22221" y="2229"/>
                  <a:pt x="22215" y="2226"/>
                  <a:pt x="22211" y="2222"/>
                </a:cubicBezTo>
                <a:cubicBezTo>
                  <a:pt x="22201" y="2212"/>
                  <a:pt x="22200" y="2194"/>
                  <a:pt x="22211" y="2184"/>
                </a:cubicBezTo>
                <a:lnTo>
                  <a:pt x="22454" y="1941"/>
                </a:lnTo>
                <a:cubicBezTo>
                  <a:pt x="22464" y="1930"/>
                  <a:pt x="22482" y="1930"/>
                  <a:pt x="22492" y="1941"/>
                </a:cubicBezTo>
                <a:cubicBezTo>
                  <a:pt x="22503" y="1951"/>
                  <a:pt x="22503" y="1969"/>
                  <a:pt x="22492" y="1979"/>
                </a:cubicBezTo>
                <a:lnTo>
                  <a:pt x="22249" y="2219"/>
                </a:lnTo>
                <a:cubicBezTo>
                  <a:pt x="22242" y="2229"/>
                  <a:pt x="22235" y="2229"/>
                  <a:pt x="22228" y="2229"/>
                </a:cubicBezTo>
                <a:close/>
                <a:moveTo>
                  <a:pt x="21746" y="2229"/>
                </a:moveTo>
                <a:cubicBezTo>
                  <a:pt x="21739" y="2229"/>
                  <a:pt x="21732" y="2226"/>
                  <a:pt x="21728" y="2222"/>
                </a:cubicBezTo>
                <a:cubicBezTo>
                  <a:pt x="21718" y="2212"/>
                  <a:pt x="21717" y="2194"/>
                  <a:pt x="21728" y="2184"/>
                </a:cubicBezTo>
                <a:lnTo>
                  <a:pt x="21968" y="1941"/>
                </a:lnTo>
                <a:cubicBezTo>
                  <a:pt x="21978" y="1930"/>
                  <a:pt x="21996" y="1930"/>
                  <a:pt x="22006" y="1941"/>
                </a:cubicBezTo>
                <a:cubicBezTo>
                  <a:pt x="22017" y="1951"/>
                  <a:pt x="22017" y="1969"/>
                  <a:pt x="22006" y="1979"/>
                </a:cubicBezTo>
                <a:lnTo>
                  <a:pt x="21763" y="2222"/>
                </a:lnTo>
                <a:cubicBezTo>
                  <a:pt x="21760" y="2229"/>
                  <a:pt x="21753" y="2229"/>
                  <a:pt x="21746" y="2229"/>
                </a:cubicBezTo>
                <a:close/>
                <a:moveTo>
                  <a:pt x="21263" y="2229"/>
                </a:moveTo>
                <a:cubicBezTo>
                  <a:pt x="21256" y="2229"/>
                  <a:pt x="21249" y="2226"/>
                  <a:pt x="21245" y="2222"/>
                </a:cubicBezTo>
                <a:cubicBezTo>
                  <a:pt x="21235" y="2212"/>
                  <a:pt x="21235" y="2194"/>
                  <a:pt x="21245" y="2184"/>
                </a:cubicBezTo>
                <a:lnTo>
                  <a:pt x="21488" y="1941"/>
                </a:lnTo>
                <a:cubicBezTo>
                  <a:pt x="21499" y="1930"/>
                  <a:pt x="21517" y="1930"/>
                  <a:pt x="21527" y="1941"/>
                </a:cubicBezTo>
                <a:cubicBezTo>
                  <a:pt x="21538" y="1951"/>
                  <a:pt x="21538" y="1969"/>
                  <a:pt x="21527" y="1979"/>
                </a:cubicBezTo>
                <a:lnTo>
                  <a:pt x="21284" y="2219"/>
                </a:lnTo>
                <a:cubicBezTo>
                  <a:pt x="21277" y="2229"/>
                  <a:pt x="21270" y="2229"/>
                  <a:pt x="21263" y="2229"/>
                </a:cubicBezTo>
                <a:close/>
                <a:moveTo>
                  <a:pt x="20780" y="2229"/>
                </a:moveTo>
                <a:cubicBezTo>
                  <a:pt x="20773" y="2229"/>
                  <a:pt x="20767" y="2226"/>
                  <a:pt x="20763" y="2222"/>
                </a:cubicBezTo>
                <a:cubicBezTo>
                  <a:pt x="20753" y="2212"/>
                  <a:pt x="20752" y="2194"/>
                  <a:pt x="20763" y="2184"/>
                </a:cubicBezTo>
                <a:lnTo>
                  <a:pt x="21006" y="1941"/>
                </a:lnTo>
                <a:cubicBezTo>
                  <a:pt x="21016" y="1930"/>
                  <a:pt x="21034" y="1930"/>
                  <a:pt x="21045" y="1941"/>
                </a:cubicBezTo>
                <a:cubicBezTo>
                  <a:pt x="21055" y="1951"/>
                  <a:pt x="21055" y="1969"/>
                  <a:pt x="21045" y="1979"/>
                </a:cubicBezTo>
                <a:lnTo>
                  <a:pt x="20805" y="2222"/>
                </a:lnTo>
                <a:cubicBezTo>
                  <a:pt x="20794" y="2229"/>
                  <a:pt x="20787" y="2229"/>
                  <a:pt x="20780" y="2229"/>
                </a:cubicBezTo>
                <a:close/>
                <a:moveTo>
                  <a:pt x="20298" y="2229"/>
                </a:moveTo>
                <a:cubicBezTo>
                  <a:pt x="20291" y="2229"/>
                  <a:pt x="20284" y="2226"/>
                  <a:pt x="20280" y="2222"/>
                </a:cubicBezTo>
                <a:cubicBezTo>
                  <a:pt x="20269" y="2212"/>
                  <a:pt x="20269" y="2194"/>
                  <a:pt x="20280" y="2184"/>
                </a:cubicBezTo>
                <a:lnTo>
                  <a:pt x="20523" y="1941"/>
                </a:lnTo>
                <a:cubicBezTo>
                  <a:pt x="20534" y="1930"/>
                  <a:pt x="20551" y="1930"/>
                  <a:pt x="20562" y="1941"/>
                </a:cubicBezTo>
                <a:cubicBezTo>
                  <a:pt x="20572" y="1951"/>
                  <a:pt x="20572" y="1969"/>
                  <a:pt x="20562" y="1979"/>
                </a:cubicBezTo>
                <a:lnTo>
                  <a:pt x="20319" y="2222"/>
                </a:lnTo>
                <a:cubicBezTo>
                  <a:pt x="20312" y="2229"/>
                  <a:pt x="20305" y="2229"/>
                  <a:pt x="20298" y="2229"/>
                </a:cubicBezTo>
                <a:close/>
                <a:moveTo>
                  <a:pt x="19815" y="2229"/>
                </a:moveTo>
                <a:cubicBezTo>
                  <a:pt x="19808" y="2229"/>
                  <a:pt x="19801" y="2226"/>
                  <a:pt x="19797" y="2222"/>
                </a:cubicBezTo>
                <a:cubicBezTo>
                  <a:pt x="19787" y="2212"/>
                  <a:pt x="19787" y="2194"/>
                  <a:pt x="19797" y="2184"/>
                </a:cubicBezTo>
                <a:lnTo>
                  <a:pt x="20037" y="1941"/>
                </a:lnTo>
                <a:cubicBezTo>
                  <a:pt x="20048" y="1930"/>
                  <a:pt x="20065" y="1930"/>
                  <a:pt x="20076" y="1941"/>
                </a:cubicBezTo>
                <a:cubicBezTo>
                  <a:pt x="20086" y="1951"/>
                  <a:pt x="20086" y="1969"/>
                  <a:pt x="20076" y="1979"/>
                </a:cubicBezTo>
                <a:lnTo>
                  <a:pt x="19833" y="2222"/>
                </a:lnTo>
                <a:cubicBezTo>
                  <a:pt x="19829" y="2229"/>
                  <a:pt x="19822" y="2229"/>
                  <a:pt x="19815" y="2229"/>
                </a:cubicBezTo>
                <a:close/>
                <a:moveTo>
                  <a:pt x="19332" y="2229"/>
                </a:moveTo>
                <a:cubicBezTo>
                  <a:pt x="19325" y="2229"/>
                  <a:pt x="19319" y="2226"/>
                  <a:pt x="19315" y="2222"/>
                </a:cubicBezTo>
                <a:cubicBezTo>
                  <a:pt x="19305" y="2212"/>
                  <a:pt x="19304" y="2194"/>
                  <a:pt x="19315" y="2184"/>
                </a:cubicBezTo>
                <a:lnTo>
                  <a:pt x="19558" y="1941"/>
                </a:lnTo>
                <a:cubicBezTo>
                  <a:pt x="19568" y="1930"/>
                  <a:pt x="19586" y="1930"/>
                  <a:pt x="19597" y="1941"/>
                </a:cubicBezTo>
                <a:cubicBezTo>
                  <a:pt x="19607" y="1951"/>
                  <a:pt x="19607" y="1969"/>
                  <a:pt x="19597" y="1979"/>
                </a:cubicBezTo>
                <a:lnTo>
                  <a:pt x="19354" y="2222"/>
                </a:lnTo>
                <a:cubicBezTo>
                  <a:pt x="19346" y="2229"/>
                  <a:pt x="19339" y="2229"/>
                  <a:pt x="19332" y="2229"/>
                </a:cubicBezTo>
                <a:close/>
                <a:moveTo>
                  <a:pt x="18850" y="2229"/>
                </a:moveTo>
                <a:cubicBezTo>
                  <a:pt x="18843" y="2229"/>
                  <a:pt x="18836" y="2226"/>
                  <a:pt x="18832" y="2222"/>
                </a:cubicBezTo>
                <a:cubicBezTo>
                  <a:pt x="18822" y="2212"/>
                  <a:pt x="18822" y="2194"/>
                  <a:pt x="18832" y="2184"/>
                </a:cubicBezTo>
                <a:lnTo>
                  <a:pt x="19075" y="1941"/>
                </a:lnTo>
                <a:cubicBezTo>
                  <a:pt x="19086" y="1930"/>
                  <a:pt x="19103" y="1930"/>
                  <a:pt x="19114" y="1941"/>
                </a:cubicBezTo>
                <a:cubicBezTo>
                  <a:pt x="19125" y="1951"/>
                  <a:pt x="19125" y="1969"/>
                  <a:pt x="19114" y="1979"/>
                </a:cubicBezTo>
                <a:lnTo>
                  <a:pt x="18874" y="2222"/>
                </a:lnTo>
                <a:cubicBezTo>
                  <a:pt x="18864" y="2229"/>
                  <a:pt x="18857" y="2229"/>
                  <a:pt x="18850" y="2229"/>
                </a:cubicBezTo>
                <a:close/>
                <a:moveTo>
                  <a:pt x="18367" y="2229"/>
                </a:moveTo>
                <a:cubicBezTo>
                  <a:pt x="18360" y="2229"/>
                  <a:pt x="18354" y="2226"/>
                  <a:pt x="18350" y="2222"/>
                </a:cubicBezTo>
                <a:cubicBezTo>
                  <a:pt x="18340" y="2212"/>
                  <a:pt x="18339" y="2194"/>
                  <a:pt x="18350" y="2184"/>
                </a:cubicBezTo>
                <a:lnTo>
                  <a:pt x="18593" y="1941"/>
                </a:lnTo>
                <a:cubicBezTo>
                  <a:pt x="18603" y="1930"/>
                  <a:pt x="18621" y="1930"/>
                  <a:pt x="18631" y="1941"/>
                </a:cubicBezTo>
                <a:cubicBezTo>
                  <a:pt x="18642" y="1951"/>
                  <a:pt x="18642" y="1969"/>
                  <a:pt x="18631" y="1979"/>
                </a:cubicBezTo>
                <a:lnTo>
                  <a:pt x="18388" y="2222"/>
                </a:lnTo>
                <a:cubicBezTo>
                  <a:pt x="18381" y="2229"/>
                  <a:pt x="18374" y="2229"/>
                  <a:pt x="18367" y="2229"/>
                </a:cubicBezTo>
                <a:close/>
                <a:moveTo>
                  <a:pt x="17884" y="2229"/>
                </a:moveTo>
                <a:cubicBezTo>
                  <a:pt x="17877" y="2229"/>
                  <a:pt x="17871" y="2226"/>
                  <a:pt x="17867" y="2222"/>
                </a:cubicBezTo>
                <a:cubicBezTo>
                  <a:pt x="17857" y="2212"/>
                  <a:pt x="17856" y="2194"/>
                  <a:pt x="17867" y="2184"/>
                </a:cubicBezTo>
                <a:lnTo>
                  <a:pt x="18110" y="1941"/>
                </a:lnTo>
                <a:cubicBezTo>
                  <a:pt x="18121" y="1930"/>
                  <a:pt x="18138" y="1930"/>
                  <a:pt x="18149" y="1941"/>
                </a:cubicBezTo>
                <a:cubicBezTo>
                  <a:pt x="18159" y="1951"/>
                  <a:pt x="18159" y="1969"/>
                  <a:pt x="18149" y="1979"/>
                </a:cubicBezTo>
                <a:lnTo>
                  <a:pt x="17906" y="2219"/>
                </a:lnTo>
                <a:cubicBezTo>
                  <a:pt x="17899" y="2229"/>
                  <a:pt x="17892" y="2229"/>
                  <a:pt x="17884" y="2229"/>
                </a:cubicBezTo>
                <a:close/>
                <a:moveTo>
                  <a:pt x="17402" y="2229"/>
                </a:moveTo>
                <a:cubicBezTo>
                  <a:pt x="17395" y="2229"/>
                  <a:pt x="17388" y="2226"/>
                  <a:pt x="17384" y="2222"/>
                </a:cubicBezTo>
                <a:cubicBezTo>
                  <a:pt x="17374" y="2212"/>
                  <a:pt x="17374" y="2194"/>
                  <a:pt x="17384" y="2184"/>
                </a:cubicBezTo>
                <a:lnTo>
                  <a:pt x="17627" y="1941"/>
                </a:lnTo>
                <a:cubicBezTo>
                  <a:pt x="17638" y="1930"/>
                  <a:pt x="17655" y="1930"/>
                  <a:pt x="17666" y="1941"/>
                </a:cubicBezTo>
                <a:cubicBezTo>
                  <a:pt x="17677" y="1951"/>
                  <a:pt x="17677" y="1969"/>
                  <a:pt x="17666" y="1979"/>
                </a:cubicBezTo>
                <a:lnTo>
                  <a:pt x="17423" y="2222"/>
                </a:lnTo>
                <a:cubicBezTo>
                  <a:pt x="17416" y="2229"/>
                  <a:pt x="17409" y="2229"/>
                  <a:pt x="17402" y="2229"/>
                </a:cubicBezTo>
                <a:close/>
                <a:moveTo>
                  <a:pt x="16919" y="2229"/>
                </a:moveTo>
                <a:cubicBezTo>
                  <a:pt x="16912" y="2229"/>
                  <a:pt x="16905" y="2226"/>
                  <a:pt x="16902" y="2222"/>
                </a:cubicBezTo>
                <a:cubicBezTo>
                  <a:pt x="16891" y="2212"/>
                  <a:pt x="16891" y="2194"/>
                  <a:pt x="16902" y="2184"/>
                </a:cubicBezTo>
                <a:lnTo>
                  <a:pt x="17145" y="1941"/>
                </a:lnTo>
                <a:cubicBezTo>
                  <a:pt x="17155" y="1930"/>
                  <a:pt x="17173" y="1930"/>
                  <a:pt x="17183" y="1941"/>
                </a:cubicBezTo>
                <a:cubicBezTo>
                  <a:pt x="17194" y="1951"/>
                  <a:pt x="17194" y="1969"/>
                  <a:pt x="17183" y="1979"/>
                </a:cubicBezTo>
                <a:lnTo>
                  <a:pt x="16940" y="2219"/>
                </a:lnTo>
                <a:cubicBezTo>
                  <a:pt x="16933" y="2229"/>
                  <a:pt x="16926" y="2229"/>
                  <a:pt x="16919" y="2229"/>
                </a:cubicBezTo>
                <a:close/>
                <a:moveTo>
                  <a:pt x="16437" y="2229"/>
                </a:moveTo>
                <a:cubicBezTo>
                  <a:pt x="16430" y="2229"/>
                  <a:pt x="16422" y="2226"/>
                  <a:pt x="16419" y="2222"/>
                </a:cubicBezTo>
                <a:cubicBezTo>
                  <a:pt x="16408" y="2212"/>
                  <a:pt x="16408" y="2194"/>
                  <a:pt x="16419" y="2184"/>
                </a:cubicBezTo>
                <a:lnTo>
                  <a:pt x="16662" y="1941"/>
                </a:lnTo>
                <a:cubicBezTo>
                  <a:pt x="16673" y="1930"/>
                  <a:pt x="16691" y="1931"/>
                  <a:pt x="16701" y="1941"/>
                </a:cubicBezTo>
                <a:cubicBezTo>
                  <a:pt x="16712" y="1952"/>
                  <a:pt x="16711" y="1969"/>
                  <a:pt x="16701" y="1979"/>
                </a:cubicBezTo>
                <a:lnTo>
                  <a:pt x="16458" y="2222"/>
                </a:lnTo>
                <a:cubicBezTo>
                  <a:pt x="16451" y="2229"/>
                  <a:pt x="16444" y="2229"/>
                  <a:pt x="16437" y="2229"/>
                </a:cubicBezTo>
                <a:close/>
                <a:moveTo>
                  <a:pt x="15954" y="2229"/>
                </a:moveTo>
                <a:cubicBezTo>
                  <a:pt x="15947" y="2229"/>
                  <a:pt x="15940" y="2226"/>
                  <a:pt x="15936" y="2222"/>
                </a:cubicBezTo>
                <a:cubicBezTo>
                  <a:pt x="15926" y="2212"/>
                  <a:pt x="15926" y="2194"/>
                  <a:pt x="15936" y="2184"/>
                </a:cubicBezTo>
                <a:lnTo>
                  <a:pt x="16179" y="1941"/>
                </a:lnTo>
                <a:cubicBezTo>
                  <a:pt x="16190" y="1930"/>
                  <a:pt x="16208" y="1931"/>
                  <a:pt x="16218" y="1941"/>
                </a:cubicBezTo>
                <a:cubicBezTo>
                  <a:pt x="16229" y="1952"/>
                  <a:pt x="16229" y="1969"/>
                  <a:pt x="16218" y="1979"/>
                </a:cubicBezTo>
                <a:lnTo>
                  <a:pt x="15975" y="2219"/>
                </a:lnTo>
                <a:cubicBezTo>
                  <a:pt x="15968" y="2229"/>
                  <a:pt x="15961" y="2229"/>
                  <a:pt x="15954" y="2229"/>
                </a:cubicBezTo>
                <a:close/>
                <a:moveTo>
                  <a:pt x="15471" y="2229"/>
                </a:moveTo>
                <a:cubicBezTo>
                  <a:pt x="15464" y="2229"/>
                  <a:pt x="15457" y="2226"/>
                  <a:pt x="15454" y="2222"/>
                </a:cubicBezTo>
                <a:cubicBezTo>
                  <a:pt x="15443" y="2212"/>
                  <a:pt x="15443" y="2194"/>
                  <a:pt x="15454" y="2184"/>
                </a:cubicBezTo>
                <a:lnTo>
                  <a:pt x="15693" y="1941"/>
                </a:lnTo>
                <a:cubicBezTo>
                  <a:pt x="15704" y="1930"/>
                  <a:pt x="15721" y="1931"/>
                  <a:pt x="15732" y="1941"/>
                </a:cubicBezTo>
                <a:cubicBezTo>
                  <a:pt x="15743" y="1952"/>
                  <a:pt x="15743" y="1969"/>
                  <a:pt x="15732" y="1979"/>
                </a:cubicBezTo>
                <a:lnTo>
                  <a:pt x="15489" y="2222"/>
                </a:lnTo>
                <a:cubicBezTo>
                  <a:pt x="15485" y="2229"/>
                  <a:pt x="15478" y="2229"/>
                  <a:pt x="15471" y="2229"/>
                </a:cubicBezTo>
                <a:close/>
                <a:moveTo>
                  <a:pt x="14989" y="2229"/>
                </a:moveTo>
                <a:cubicBezTo>
                  <a:pt x="14982" y="2229"/>
                  <a:pt x="14975" y="2226"/>
                  <a:pt x="14971" y="2222"/>
                </a:cubicBezTo>
                <a:cubicBezTo>
                  <a:pt x="14960" y="2212"/>
                  <a:pt x="14960" y="2194"/>
                  <a:pt x="14971" y="2184"/>
                </a:cubicBezTo>
                <a:lnTo>
                  <a:pt x="15214" y="1941"/>
                </a:lnTo>
                <a:cubicBezTo>
                  <a:pt x="15225" y="1930"/>
                  <a:pt x="15243" y="1931"/>
                  <a:pt x="15253" y="1941"/>
                </a:cubicBezTo>
                <a:cubicBezTo>
                  <a:pt x="15264" y="1952"/>
                  <a:pt x="15263" y="1969"/>
                  <a:pt x="15253" y="1979"/>
                </a:cubicBezTo>
                <a:lnTo>
                  <a:pt x="15010" y="2222"/>
                </a:lnTo>
                <a:cubicBezTo>
                  <a:pt x="15003" y="2229"/>
                  <a:pt x="14996" y="2229"/>
                  <a:pt x="14989" y="2229"/>
                </a:cubicBezTo>
                <a:close/>
                <a:moveTo>
                  <a:pt x="14506" y="2229"/>
                </a:moveTo>
                <a:cubicBezTo>
                  <a:pt x="14499" y="2229"/>
                  <a:pt x="14492" y="2226"/>
                  <a:pt x="14488" y="2222"/>
                </a:cubicBezTo>
                <a:cubicBezTo>
                  <a:pt x="14478" y="2212"/>
                  <a:pt x="14478" y="2194"/>
                  <a:pt x="14488" y="2184"/>
                </a:cubicBezTo>
                <a:lnTo>
                  <a:pt x="14731" y="1941"/>
                </a:lnTo>
                <a:cubicBezTo>
                  <a:pt x="14742" y="1930"/>
                  <a:pt x="14760" y="1931"/>
                  <a:pt x="14770" y="1941"/>
                </a:cubicBezTo>
                <a:cubicBezTo>
                  <a:pt x="14781" y="1952"/>
                  <a:pt x="14781" y="1969"/>
                  <a:pt x="14770" y="1979"/>
                </a:cubicBezTo>
                <a:lnTo>
                  <a:pt x="14531" y="2222"/>
                </a:lnTo>
                <a:cubicBezTo>
                  <a:pt x="14520" y="2229"/>
                  <a:pt x="14513" y="2229"/>
                  <a:pt x="14506" y="2229"/>
                </a:cubicBezTo>
                <a:close/>
                <a:moveTo>
                  <a:pt x="14023" y="2229"/>
                </a:moveTo>
                <a:cubicBezTo>
                  <a:pt x="14016" y="2229"/>
                  <a:pt x="14009" y="2226"/>
                  <a:pt x="14006" y="2222"/>
                </a:cubicBezTo>
                <a:cubicBezTo>
                  <a:pt x="13995" y="2212"/>
                  <a:pt x="13995" y="2194"/>
                  <a:pt x="14006" y="2184"/>
                </a:cubicBezTo>
                <a:lnTo>
                  <a:pt x="14249" y="1941"/>
                </a:lnTo>
                <a:cubicBezTo>
                  <a:pt x="14259" y="1930"/>
                  <a:pt x="14278" y="1931"/>
                  <a:pt x="14288" y="1941"/>
                </a:cubicBezTo>
                <a:cubicBezTo>
                  <a:pt x="14299" y="1952"/>
                  <a:pt x="14298" y="1969"/>
                  <a:pt x="14288" y="1979"/>
                </a:cubicBezTo>
                <a:lnTo>
                  <a:pt x="14045" y="2222"/>
                </a:lnTo>
                <a:cubicBezTo>
                  <a:pt x="14037" y="2229"/>
                  <a:pt x="14030" y="2229"/>
                  <a:pt x="14023" y="2229"/>
                </a:cubicBezTo>
                <a:close/>
                <a:moveTo>
                  <a:pt x="13541" y="2229"/>
                </a:moveTo>
                <a:cubicBezTo>
                  <a:pt x="13534" y="2229"/>
                  <a:pt x="13527" y="2226"/>
                  <a:pt x="13523" y="2222"/>
                </a:cubicBezTo>
                <a:cubicBezTo>
                  <a:pt x="13513" y="2212"/>
                  <a:pt x="13513" y="2194"/>
                  <a:pt x="13523" y="2184"/>
                </a:cubicBezTo>
                <a:lnTo>
                  <a:pt x="13763" y="1941"/>
                </a:lnTo>
                <a:cubicBezTo>
                  <a:pt x="13773" y="1930"/>
                  <a:pt x="13791" y="1931"/>
                  <a:pt x="13801" y="1941"/>
                </a:cubicBezTo>
                <a:cubicBezTo>
                  <a:pt x="13812" y="1952"/>
                  <a:pt x="13812" y="1969"/>
                  <a:pt x="13801" y="1979"/>
                </a:cubicBezTo>
                <a:lnTo>
                  <a:pt x="13558" y="2222"/>
                </a:lnTo>
                <a:cubicBezTo>
                  <a:pt x="13555" y="2229"/>
                  <a:pt x="13548" y="2229"/>
                  <a:pt x="13541" y="2229"/>
                </a:cubicBezTo>
                <a:close/>
                <a:moveTo>
                  <a:pt x="13058" y="2229"/>
                </a:moveTo>
                <a:cubicBezTo>
                  <a:pt x="13051" y="2229"/>
                  <a:pt x="13044" y="2226"/>
                  <a:pt x="13041" y="2222"/>
                </a:cubicBezTo>
                <a:cubicBezTo>
                  <a:pt x="13030" y="2212"/>
                  <a:pt x="13030" y="2194"/>
                  <a:pt x="13041" y="2184"/>
                </a:cubicBezTo>
                <a:lnTo>
                  <a:pt x="13284" y="1941"/>
                </a:lnTo>
                <a:cubicBezTo>
                  <a:pt x="13294" y="1930"/>
                  <a:pt x="13312" y="1931"/>
                  <a:pt x="13322" y="1941"/>
                </a:cubicBezTo>
                <a:cubicBezTo>
                  <a:pt x="13333" y="1952"/>
                  <a:pt x="13333" y="1969"/>
                  <a:pt x="13322" y="1979"/>
                </a:cubicBezTo>
                <a:lnTo>
                  <a:pt x="13079" y="2222"/>
                </a:lnTo>
                <a:cubicBezTo>
                  <a:pt x="13072" y="2229"/>
                  <a:pt x="13065" y="2229"/>
                  <a:pt x="13058" y="2229"/>
                </a:cubicBezTo>
                <a:close/>
                <a:moveTo>
                  <a:pt x="12575" y="2229"/>
                </a:moveTo>
                <a:cubicBezTo>
                  <a:pt x="12568" y="2229"/>
                  <a:pt x="12561" y="2226"/>
                  <a:pt x="12558" y="2222"/>
                </a:cubicBezTo>
                <a:cubicBezTo>
                  <a:pt x="12547" y="2212"/>
                  <a:pt x="12547" y="2194"/>
                  <a:pt x="12558" y="2184"/>
                </a:cubicBezTo>
                <a:lnTo>
                  <a:pt x="12801" y="1941"/>
                </a:lnTo>
                <a:cubicBezTo>
                  <a:pt x="12812" y="1930"/>
                  <a:pt x="12830" y="1931"/>
                  <a:pt x="12840" y="1941"/>
                </a:cubicBezTo>
                <a:cubicBezTo>
                  <a:pt x="12851" y="1952"/>
                  <a:pt x="12850" y="1969"/>
                  <a:pt x="12840" y="1979"/>
                </a:cubicBezTo>
                <a:lnTo>
                  <a:pt x="12597" y="2219"/>
                </a:lnTo>
                <a:cubicBezTo>
                  <a:pt x="12590" y="2229"/>
                  <a:pt x="12583" y="2229"/>
                  <a:pt x="12575" y="2229"/>
                </a:cubicBezTo>
                <a:close/>
                <a:moveTo>
                  <a:pt x="12093" y="2229"/>
                </a:moveTo>
                <a:cubicBezTo>
                  <a:pt x="12086" y="2229"/>
                  <a:pt x="12079" y="2226"/>
                  <a:pt x="12075" y="2222"/>
                </a:cubicBezTo>
                <a:cubicBezTo>
                  <a:pt x="12065" y="2212"/>
                  <a:pt x="12065" y="2194"/>
                  <a:pt x="12075" y="2184"/>
                </a:cubicBezTo>
                <a:lnTo>
                  <a:pt x="12318" y="1941"/>
                </a:lnTo>
                <a:cubicBezTo>
                  <a:pt x="12329" y="1930"/>
                  <a:pt x="12347" y="1931"/>
                  <a:pt x="12357" y="1941"/>
                </a:cubicBezTo>
                <a:cubicBezTo>
                  <a:pt x="12368" y="1952"/>
                  <a:pt x="12368" y="1969"/>
                  <a:pt x="12357" y="1979"/>
                </a:cubicBezTo>
                <a:lnTo>
                  <a:pt x="12114" y="2222"/>
                </a:lnTo>
                <a:cubicBezTo>
                  <a:pt x="12107" y="2229"/>
                  <a:pt x="12100" y="2229"/>
                  <a:pt x="12093" y="2229"/>
                </a:cubicBezTo>
                <a:close/>
                <a:moveTo>
                  <a:pt x="11611" y="2229"/>
                </a:moveTo>
                <a:cubicBezTo>
                  <a:pt x="11604" y="2229"/>
                  <a:pt x="11597" y="2226"/>
                  <a:pt x="11594" y="2222"/>
                </a:cubicBezTo>
                <a:cubicBezTo>
                  <a:pt x="11583" y="2212"/>
                  <a:pt x="11583" y="2194"/>
                  <a:pt x="11594" y="2184"/>
                </a:cubicBezTo>
                <a:lnTo>
                  <a:pt x="11836" y="1941"/>
                </a:lnTo>
                <a:cubicBezTo>
                  <a:pt x="11846" y="1930"/>
                  <a:pt x="11864" y="1931"/>
                  <a:pt x="11874" y="1941"/>
                </a:cubicBezTo>
                <a:cubicBezTo>
                  <a:pt x="11885" y="1952"/>
                  <a:pt x="11885" y="1969"/>
                  <a:pt x="11874" y="1979"/>
                </a:cubicBezTo>
                <a:lnTo>
                  <a:pt x="11632" y="2219"/>
                </a:lnTo>
                <a:cubicBezTo>
                  <a:pt x="11625" y="2229"/>
                  <a:pt x="11618" y="2229"/>
                  <a:pt x="11611" y="2229"/>
                </a:cubicBezTo>
                <a:close/>
                <a:moveTo>
                  <a:pt x="11129" y="2229"/>
                </a:moveTo>
                <a:cubicBezTo>
                  <a:pt x="11122" y="2229"/>
                  <a:pt x="11114" y="2226"/>
                  <a:pt x="11111" y="2222"/>
                </a:cubicBezTo>
                <a:cubicBezTo>
                  <a:pt x="11100" y="2212"/>
                  <a:pt x="11100" y="2194"/>
                  <a:pt x="11111" y="2184"/>
                </a:cubicBezTo>
                <a:lnTo>
                  <a:pt x="11354" y="1941"/>
                </a:lnTo>
                <a:cubicBezTo>
                  <a:pt x="11365" y="1930"/>
                  <a:pt x="11382" y="1931"/>
                  <a:pt x="11393" y="1941"/>
                </a:cubicBezTo>
                <a:cubicBezTo>
                  <a:pt x="11403" y="1952"/>
                  <a:pt x="11403" y="1969"/>
                  <a:pt x="11393" y="1979"/>
                </a:cubicBezTo>
                <a:lnTo>
                  <a:pt x="11150" y="2222"/>
                </a:lnTo>
                <a:cubicBezTo>
                  <a:pt x="11143" y="2229"/>
                  <a:pt x="11136" y="2229"/>
                  <a:pt x="11129" y="2229"/>
                </a:cubicBezTo>
                <a:close/>
                <a:moveTo>
                  <a:pt x="10646" y="2229"/>
                </a:moveTo>
                <a:cubicBezTo>
                  <a:pt x="10639" y="2229"/>
                  <a:pt x="10632" y="2226"/>
                  <a:pt x="10628" y="2222"/>
                </a:cubicBezTo>
                <a:cubicBezTo>
                  <a:pt x="10618" y="2212"/>
                  <a:pt x="10618" y="2194"/>
                  <a:pt x="10628" y="2184"/>
                </a:cubicBezTo>
                <a:lnTo>
                  <a:pt x="10871" y="1941"/>
                </a:lnTo>
                <a:cubicBezTo>
                  <a:pt x="10882" y="1930"/>
                  <a:pt x="10899" y="1931"/>
                  <a:pt x="10910" y="1941"/>
                </a:cubicBezTo>
                <a:cubicBezTo>
                  <a:pt x="10920" y="1952"/>
                  <a:pt x="10921" y="1969"/>
                  <a:pt x="10910" y="1979"/>
                </a:cubicBezTo>
                <a:lnTo>
                  <a:pt x="10667" y="2219"/>
                </a:lnTo>
                <a:cubicBezTo>
                  <a:pt x="10660" y="2229"/>
                  <a:pt x="10653" y="2229"/>
                  <a:pt x="10646" y="2229"/>
                </a:cubicBezTo>
                <a:close/>
                <a:moveTo>
                  <a:pt x="10163" y="2229"/>
                </a:moveTo>
                <a:cubicBezTo>
                  <a:pt x="10156" y="2229"/>
                  <a:pt x="10149" y="2226"/>
                  <a:pt x="10146" y="2222"/>
                </a:cubicBezTo>
                <a:cubicBezTo>
                  <a:pt x="10135" y="2212"/>
                  <a:pt x="10135" y="2194"/>
                  <a:pt x="10146" y="2184"/>
                </a:cubicBezTo>
                <a:lnTo>
                  <a:pt x="10389" y="1941"/>
                </a:lnTo>
                <a:cubicBezTo>
                  <a:pt x="10399" y="1930"/>
                  <a:pt x="10417" y="1931"/>
                  <a:pt x="10428" y="1941"/>
                </a:cubicBezTo>
                <a:cubicBezTo>
                  <a:pt x="10438" y="1952"/>
                  <a:pt x="10438" y="1969"/>
                  <a:pt x="10428" y="1979"/>
                </a:cubicBezTo>
                <a:lnTo>
                  <a:pt x="10184" y="2222"/>
                </a:lnTo>
                <a:cubicBezTo>
                  <a:pt x="10177" y="2229"/>
                  <a:pt x="10170" y="2229"/>
                  <a:pt x="10163" y="2229"/>
                </a:cubicBezTo>
                <a:close/>
                <a:moveTo>
                  <a:pt x="9681" y="2229"/>
                </a:moveTo>
                <a:cubicBezTo>
                  <a:pt x="9674" y="2229"/>
                  <a:pt x="9667" y="2226"/>
                  <a:pt x="9663" y="2222"/>
                </a:cubicBezTo>
                <a:cubicBezTo>
                  <a:pt x="9652" y="2212"/>
                  <a:pt x="9652" y="2194"/>
                  <a:pt x="9663" y="2184"/>
                </a:cubicBezTo>
                <a:lnTo>
                  <a:pt x="9906" y="1941"/>
                </a:lnTo>
                <a:cubicBezTo>
                  <a:pt x="9917" y="1930"/>
                  <a:pt x="9934" y="1931"/>
                  <a:pt x="9945" y="1941"/>
                </a:cubicBezTo>
                <a:cubicBezTo>
                  <a:pt x="9955" y="1952"/>
                  <a:pt x="9955" y="1969"/>
                  <a:pt x="9945" y="1979"/>
                </a:cubicBezTo>
                <a:lnTo>
                  <a:pt x="9702" y="2222"/>
                </a:lnTo>
                <a:cubicBezTo>
                  <a:pt x="9695" y="2229"/>
                  <a:pt x="9688" y="2229"/>
                  <a:pt x="9681" y="2229"/>
                </a:cubicBezTo>
                <a:close/>
                <a:moveTo>
                  <a:pt x="9198" y="2229"/>
                </a:moveTo>
                <a:cubicBezTo>
                  <a:pt x="9191" y="2229"/>
                  <a:pt x="9184" y="2226"/>
                  <a:pt x="9180" y="2222"/>
                </a:cubicBezTo>
                <a:cubicBezTo>
                  <a:pt x="9170" y="2212"/>
                  <a:pt x="9170" y="2194"/>
                  <a:pt x="9180" y="2184"/>
                </a:cubicBezTo>
                <a:lnTo>
                  <a:pt x="9420" y="1941"/>
                </a:lnTo>
                <a:cubicBezTo>
                  <a:pt x="9431" y="1930"/>
                  <a:pt x="9448" y="1931"/>
                  <a:pt x="9459" y="1941"/>
                </a:cubicBezTo>
                <a:cubicBezTo>
                  <a:pt x="9469" y="1952"/>
                  <a:pt x="9469" y="1969"/>
                  <a:pt x="9459" y="1979"/>
                </a:cubicBezTo>
                <a:lnTo>
                  <a:pt x="9216" y="2222"/>
                </a:lnTo>
                <a:cubicBezTo>
                  <a:pt x="9212" y="2229"/>
                  <a:pt x="9205" y="2229"/>
                  <a:pt x="9198" y="2229"/>
                </a:cubicBezTo>
                <a:close/>
                <a:moveTo>
                  <a:pt x="8715" y="2229"/>
                </a:moveTo>
                <a:cubicBezTo>
                  <a:pt x="8708" y="2229"/>
                  <a:pt x="8701" y="2226"/>
                  <a:pt x="8698" y="2222"/>
                </a:cubicBezTo>
                <a:cubicBezTo>
                  <a:pt x="8687" y="2212"/>
                  <a:pt x="8687" y="2194"/>
                  <a:pt x="8698" y="2184"/>
                </a:cubicBezTo>
                <a:lnTo>
                  <a:pt x="8941" y="1941"/>
                </a:lnTo>
                <a:cubicBezTo>
                  <a:pt x="8951" y="1930"/>
                  <a:pt x="8969" y="1931"/>
                  <a:pt x="8980" y="1941"/>
                </a:cubicBezTo>
                <a:cubicBezTo>
                  <a:pt x="8990" y="1952"/>
                  <a:pt x="8990" y="1969"/>
                  <a:pt x="8980" y="1979"/>
                </a:cubicBezTo>
                <a:lnTo>
                  <a:pt x="8737" y="2222"/>
                </a:lnTo>
                <a:cubicBezTo>
                  <a:pt x="8730" y="2229"/>
                  <a:pt x="8722" y="2229"/>
                  <a:pt x="8715" y="2229"/>
                </a:cubicBezTo>
                <a:close/>
                <a:moveTo>
                  <a:pt x="8233" y="2229"/>
                </a:moveTo>
                <a:cubicBezTo>
                  <a:pt x="8226" y="2229"/>
                  <a:pt x="8219" y="2226"/>
                  <a:pt x="8215" y="2222"/>
                </a:cubicBezTo>
                <a:cubicBezTo>
                  <a:pt x="8205" y="2212"/>
                  <a:pt x="8205" y="2194"/>
                  <a:pt x="8215" y="2184"/>
                </a:cubicBezTo>
                <a:lnTo>
                  <a:pt x="8458" y="1941"/>
                </a:lnTo>
                <a:cubicBezTo>
                  <a:pt x="8469" y="1930"/>
                  <a:pt x="8486" y="1931"/>
                  <a:pt x="8497" y="1941"/>
                </a:cubicBezTo>
                <a:cubicBezTo>
                  <a:pt x="8508" y="1952"/>
                  <a:pt x="8508" y="1969"/>
                  <a:pt x="8497" y="1979"/>
                </a:cubicBezTo>
                <a:lnTo>
                  <a:pt x="8257" y="2222"/>
                </a:lnTo>
                <a:cubicBezTo>
                  <a:pt x="8247" y="2229"/>
                  <a:pt x="8240" y="2229"/>
                  <a:pt x="8233" y="2229"/>
                </a:cubicBezTo>
                <a:close/>
                <a:moveTo>
                  <a:pt x="7750" y="2229"/>
                </a:moveTo>
                <a:cubicBezTo>
                  <a:pt x="7743" y="2229"/>
                  <a:pt x="7736" y="2226"/>
                  <a:pt x="7733" y="2222"/>
                </a:cubicBezTo>
                <a:cubicBezTo>
                  <a:pt x="7722" y="2212"/>
                  <a:pt x="7722" y="2194"/>
                  <a:pt x="7733" y="2184"/>
                </a:cubicBezTo>
                <a:lnTo>
                  <a:pt x="7976" y="1941"/>
                </a:lnTo>
                <a:cubicBezTo>
                  <a:pt x="7986" y="1930"/>
                  <a:pt x="8004" y="1930"/>
                  <a:pt x="8014" y="1941"/>
                </a:cubicBezTo>
                <a:cubicBezTo>
                  <a:pt x="8025" y="1951"/>
                  <a:pt x="8025" y="1969"/>
                  <a:pt x="8014" y="1979"/>
                </a:cubicBezTo>
                <a:lnTo>
                  <a:pt x="7771" y="2222"/>
                </a:lnTo>
                <a:cubicBezTo>
                  <a:pt x="7764" y="2229"/>
                  <a:pt x="7757" y="2229"/>
                  <a:pt x="7750" y="2229"/>
                </a:cubicBezTo>
                <a:close/>
                <a:moveTo>
                  <a:pt x="7268" y="2229"/>
                </a:moveTo>
                <a:cubicBezTo>
                  <a:pt x="7260" y="2229"/>
                  <a:pt x="7253" y="2226"/>
                  <a:pt x="7250" y="2222"/>
                </a:cubicBezTo>
                <a:cubicBezTo>
                  <a:pt x="7239" y="2212"/>
                  <a:pt x="7239" y="2194"/>
                  <a:pt x="7250" y="2184"/>
                </a:cubicBezTo>
                <a:lnTo>
                  <a:pt x="7493" y="1941"/>
                </a:lnTo>
                <a:cubicBezTo>
                  <a:pt x="7504" y="1930"/>
                  <a:pt x="7521" y="1930"/>
                  <a:pt x="7532" y="1941"/>
                </a:cubicBezTo>
                <a:cubicBezTo>
                  <a:pt x="7542" y="1951"/>
                  <a:pt x="7542" y="1969"/>
                  <a:pt x="7532" y="1979"/>
                </a:cubicBezTo>
                <a:lnTo>
                  <a:pt x="7289" y="2219"/>
                </a:lnTo>
                <a:cubicBezTo>
                  <a:pt x="7282" y="2229"/>
                  <a:pt x="7275" y="2229"/>
                  <a:pt x="7268" y="2229"/>
                </a:cubicBezTo>
                <a:close/>
                <a:moveTo>
                  <a:pt x="6785" y="2229"/>
                </a:moveTo>
                <a:cubicBezTo>
                  <a:pt x="6778" y="2229"/>
                  <a:pt x="6771" y="2226"/>
                  <a:pt x="6767" y="2222"/>
                </a:cubicBezTo>
                <a:cubicBezTo>
                  <a:pt x="6757" y="2212"/>
                  <a:pt x="6757" y="2194"/>
                  <a:pt x="6767" y="2184"/>
                </a:cubicBezTo>
                <a:lnTo>
                  <a:pt x="7010" y="1941"/>
                </a:lnTo>
                <a:cubicBezTo>
                  <a:pt x="7021" y="1930"/>
                  <a:pt x="7039" y="1930"/>
                  <a:pt x="7049" y="1941"/>
                </a:cubicBezTo>
                <a:cubicBezTo>
                  <a:pt x="7060" y="1951"/>
                  <a:pt x="7060" y="1969"/>
                  <a:pt x="7049" y="1979"/>
                </a:cubicBezTo>
                <a:lnTo>
                  <a:pt x="6806" y="2222"/>
                </a:lnTo>
                <a:cubicBezTo>
                  <a:pt x="6799" y="2229"/>
                  <a:pt x="6792" y="2229"/>
                  <a:pt x="6785" y="2229"/>
                </a:cubicBezTo>
                <a:close/>
                <a:moveTo>
                  <a:pt x="6302" y="2229"/>
                </a:moveTo>
                <a:cubicBezTo>
                  <a:pt x="6295" y="2229"/>
                  <a:pt x="6288" y="2226"/>
                  <a:pt x="6285" y="2222"/>
                </a:cubicBezTo>
                <a:cubicBezTo>
                  <a:pt x="6274" y="2212"/>
                  <a:pt x="6274" y="2194"/>
                  <a:pt x="6285" y="2184"/>
                </a:cubicBezTo>
                <a:lnTo>
                  <a:pt x="6528" y="1941"/>
                </a:lnTo>
                <a:cubicBezTo>
                  <a:pt x="6538" y="1930"/>
                  <a:pt x="6556" y="1930"/>
                  <a:pt x="6566" y="1941"/>
                </a:cubicBezTo>
                <a:cubicBezTo>
                  <a:pt x="6577" y="1951"/>
                  <a:pt x="6577" y="1969"/>
                  <a:pt x="6566" y="1979"/>
                </a:cubicBezTo>
                <a:lnTo>
                  <a:pt x="6323" y="2222"/>
                </a:lnTo>
                <a:cubicBezTo>
                  <a:pt x="6316" y="2229"/>
                  <a:pt x="6309" y="2229"/>
                  <a:pt x="6302" y="2229"/>
                </a:cubicBezTo>
                <a:close/>
                <a:moveTo>
                  <a:pt x="5820" y="2229"/>
                </a:moveTo>
                <a:cubicBezTo>
                  <a:pt x="5813" y="2229"/>
                  <a:pt x="5806" y="2226"/>
                  <a:pt x="5802" y="2222"/>
                </a:cubicBezTo>
                <a:cubicBezTo>
                  <a:pt x="5791" y="2212"/>
                  <a:pt x="5791" y="2194"/>
                  <a:pt x="5802" y="2184"/>
                </a:cubicBezTo>
                <a:lnTo>
                  <a:pt x="6045" y="1941"/>
                </a:lnTo>
                <a:cubicBezTo>
                  <a:pt x="6056" y="1930"/>
                  <a:pt x="6073" y="1930"/>
                  <a:pt x="6084" y="1941"/>
                </a:cubicBezTo>
                <a:cubicBezTo>
                  <a:pt x="6094" y="1951"/>
                  <a:pt x="6094" y="1969"/>
                  <a:pt x="6084" y="1979"/>
                </a:cubicBezTo>
                <a:lnTo>
                  <a:pt x="5841" y="2222"/>
                </a:lnTo>
                <a:cubicBezTo>
                  <a:pt x="5834" y="2229"/>
                  <a:pt x="5827" y="2229"/>
                  <a:pt x="5820" y="2229"/>
                </a:cubicBezTo>
                <a:close/>
                <a:moveTo>
                  <a:pt x="5337" y="2229"/>
                </a:moveTo>
                <a:cubicBezTo>
                  <a:pt x="5330" y="2229"/>
                  <a:pt x="5323" y="2226"/>
                  <a:pt x="5319" y="2222"/>
                </a:cubicBezTo>
                <a:cubicBezTo>
                  <a:pt x="5309" y="2212"/>
                  <a:pt x="5309" y="2194"/>
                  <a:pt x="5319" y="2184"/>
                </a:cubicBezTo>
                <a:lnTo>
                  <a:pt x="5562" y="1941"/>
                </a:lnTo>
                <a:cubicBezTo>
                  <a:pt x="5573" y="1930"/>
                  <a:pt x="5591" y="1930"/>
                  <a:pt x="5601" y="1941"/>
                </a:cubicBezTo>
                <a:cubicBezTo>
                  <a:pt x="5612" y="1951"/>
                  <a:pt x="5612" y="1969"/>
                  <a:pt x="5601" y="1979"/>
                </a:cubicBezTo>
                <a:lnTo>
                  <a:pt x="5358" y="2222"/>
                </a:lnTo>
                <a:cubicBezTo>
                  <a:pt x="5351" y="2229"/>
                  <a:pt x="5344" y="2229"/>
                  <a:pt x="5337" y="2229"/>
                </a:cubicBezTo>
                <a:close/>
                <a:moveTo>
                  <a:pt x="4854" y="2229"/>
                </a:moveTo>
                <a:cubicBezTo>
                  <a:pt x="4847" y="2229"/>
                  <a:pt x="4840" y="2226"/>
                  <a:pt x="4837" y="2222"/>
                </a:cubicBezTo>
                <a:cubicBezTo>
                  <a:pt x="4826" y="2212"/>
                  <a:pt x="4826" y="2194"/>
                  <a:pt x="4837" y="2184"/>
                </a:cubicBezTo>
                <a:lnTo>
                  <a:pt x="5080" y="1941"/>
                </a:lnTo>
                <a:cubicBezTo>
                  <a:pt x="5090" y="1930"/>
                  <a:pt x="5108" y="1930"/>
                  <a:pt x="5119" y="1941"/>
                </a:cubicBezTo>
                <a:cubicBezTo>
                  <a:pt x="5129" y="1951"/>
                  <a:pt x="5129" y="1969"/>
                  <a:pt x="5119" y="1979"/>
                </a:cubicBezTo>
                <a:lnTo>
                  <a:pt x="4875" y="2222"/>
                </a:lnTo>
                <a:cubicBezTo>
                  <a:pt x="4865" y="2229"/>
                  <a:pt x="4861" y="2229"/>
                  <a:pt x="4854" y="2229"/>
                </a:cubicBezTo>
                <a:close/>
                <a:moveTo>
                  <a:pt x="4372" y="2229"/>
                </a:moveTo>
                <a:cubicBezTo>
                  <a:pt x="4365" y="2229"/>
                  <a:pt x="4358" y="2226"/>
                  <a:pt x="4354" y="2222"/>
                </a:cubicBezTo>
                <a:cubicBezTo>
                  <a:pt x="4344" y="2212"/>
                  <a:pt x="4344" y="2194"/>
                  <a:pt x="4354" y="2184"/>
                </a:cubicBezTo>
                <a:lnTo>
                  <a:pt x="4597" y="1941"/>
                </a:lnTo>
                <a:cubicBezTo>
                  <a:pt x="4608" y="1930"/>
                  <a:pt x="4625" y="1930"/>
                  <a:pt x="4636" y="1941"/>
                </a:cubicBezTo>
                <a:cubicBezTo>
                  <a:pt x="4646" y="1951"/>
                  <a:pt x="4646" y="1969"/>
                  <a:pt x="4636" y="1979"/>
                </a:cubicBezTo>
                <a:lnTo>
                  <a:pt x="4393" y="2222"/>
                </a:lnTo>
                <a:cubicBezTo>
                  <a:pt x="4382" y="2229"/>
                  <a:pt x="4379" y="2229"/>
                  <a:pt x="4372" y="2229"/>
                </a:cubicBezTo>
                <a:close/>
                <a:moveTo>
                  <a:pt x="3889" y="2229"/>
                </a:moveTo>
                <a:cubicBezTo>
                  <a:pt x="3882" y="2229"/>
                  <a:pt x="3875" y="2226"/>
                  <a:pt x="3871" y="2222"/>
                </a:cubicBezTo>
                <a:cubicBezTo>
                  <a:pt x="3861" y="2212"/>
                  <a:pt x="3861" y="2194"/>
                  <a:pt x="3871" y="2184"/>
                </a:cubicBezTo>
                <a:lnTo>
                  <a:pt x="4115" y="1941"/>
                </a:lnTo>
                <a:cubicBezTo>
                  <a:pt x="4125" y="1930"/>
                  <a:pt x="4143" y="1930"/>
                  <a:pt x="4153" y="1941"/>
                </a:cubicBezTo>
                <a:cubicBezTo>
                  <a:pt x="4164" y="1951"/>
                  <a:pt x="4164" y="1969"/>
                  <a:pt x="4153" y="1979"/>
                </a:cubicBezTo>
                <a:lnTo>
                  <a:pt x="3910" y="2222"/>
                </a:lnTo>
                <a:cubicBezTo>
                  <a:pt x="3900" y="2229"/>
                  <a:pt x="3896" y="2229"/>
                  <a:pt x="3889" y="2229"/>
                </a:cubicBezTo>
                <a:close/>
                <a:moveTo>
                  <a:pt x="3406" y="2229"/>
                </a:moveTo>
                <a:cubicBezTo>
                  <a:pt x="3399" y="2229"/>
                  <a:pt x="3392" y="2226"/>
                  <a:pt x="3389" y="2222"/>
                </a:cubicBezTo>
                <a:cubicBezTo>
                  <a:pt x="3378" y="2212"/>
                  <a:pt x="3378" y="2194"/>
                  <a:pt x="3389" y="2184"/>
                </a:cubicBezTo>
                <a:lnTo>
                  <a:pt x="3632" y="1941"/>
                </a:lnTo>
                <a:cubicBezTo>
                  <a:pt x="3642" y="1930"/>
                  <a:pt x="3660" y="1930"/>
                  <a:pt x="3671" y="1941"/>
                </a:cubicBezTo>
                <a:cubicBezTo>
                  <a:pt x="3681" y="1951"/>
                  <a:pt x="3681" y="1969"/>
                  <a:pt x="3671" y="1979"/>
                </a:cubicBezTo>
                <a:lnTo>
                  <a:pt x="3428" y="2222"/>
                </a:lnTo>
                <a:cubicBezTo>
                  <a:pt x="3417" y="2229"/>
                  <a:pt x="3413" y="2229"/>
                  <a:pt x="3406" y="2229"/>
                </a:cubicBezTo>
                <a:close/>
                <a:moveTo>
                  <a:pt x="2924" y="2229"/>
                </a:moveTo>
                <a:cubicBezTo>
                  <a:pt x="2917" y="2229"/>
                  <a:pt x="2910" y="2226"/>
                  <a:pt x="2906" y="2222"/>
                </a:cubicBezTo>
                <a:cubicBezTo>
                  <a:pt x="2896" y="2212"/>
                  <a:pt x="2896" y="2194"/>
                  <a:pt x="2906" y="2184"/>
                </a:cubicBezTo>
                <a:lnTo>
                  <a:pt x="3149" y="1941"/>
                </a:lnTo>
                <a:cubicBezTo>
                  <a:pt x="3160" y="1930"/>
                  <a:pt x="3177" y="1931"/>
                  <a:pt x="3188" y="1941"/>
                </a:cubicBezTo>
                <a:cubicBezTo>
                  <a:pt x="3199" y="1952"/>
                  <a:pt x="3199" y="1969"/>
                  <a:pt x="3188" y="1979"/>
                </a:cubicBezTo>
                <a:lnTo>
                  <a:pt x="2945" y="2222"/>
                </a:lnTo>
                <a:cubicBezTo>
                  <a:pt x="2934" y="2229"/>
                  <a:pt x="2931" y="2229"/>
                  <a:pt x="2924" y="2229"/>
                </a:cubicBezTo>
                <a:close/>
                <a:moveTo>
                  <a:pt x="2441" y="2229"/>
                </a:moveTo>
                <a:cubicBezTo>
                  <a:pt x="2434" y="2229"/>
                  <a:pt x="2427" y="2226"/>
                  <a:pt x="2424" y="2222"/>
                </a:cubicBezTo>
                <a:cubicBezTo>
                  <a:pt x="2413" y="2212"/>
                  <a:pt x="2413" y="2194"/>
                  <a:pt x="2424" y="2184"/>
                </a:cubicBezTo>
                <a:lnTo>
                  <a:pt x="2667" y="1941"/>
                </a:lnTo>
                <a:cubicBezTo>
                  <a:pt x="2677" y="1930"/>
                  <a:pt x="2694" y="1931"/>
                  <a:pt x="2705" y="1941"/>
                </a:cubicBezTo>
                <a:cubicBezTo>
                  <a:pt x="2715" y="1952"/>
                  <a:pt x="2716" y="1969"/>
                  <a:pt x="2705" y="1979"/>
                </a:cubicBezTo>
                <a:lnTo>
                  <a:pt x="2462" y="2222"/>
                </a:lnTo>
                <a:cubicBezTo>
                  <a:pt x="2452" y="2229"/>
                  <a:pt x="2448" y="2229"/>
                  <a:pt x="2441" y="2229"/>
                </a:cubicBezTo>
                <a:close/>
                <a:moveTo>
                  <a:pt x="1959" y="2229"/>
                </a:moveTo>
                <a:cubicBezTo>
                  <a:pt x="1951" y="2229"/>
                  <a:pt x="1944" y="2226"/>
                  <a:pt x="1941" y="2222"/>
                </a:cubicBezTo>
                <a:cubicBezTo>
                  <a:pt x="1930" y="2212"/>
                  <a:pt x="1930" y="2194"/>
                  <a:pt x="1941" y="2184"/>
                </a:cubicBezTo>
                <a:lnTo>
                  <a:pt x="2184" y="1941"/>
                </a:lnTo>
                <a:cubicBezTo>
                  <a:pt x="2195" y="1930"/>
                  <a:pt x="2212" y="1931"/>
                  <a:pt x="2223" y="1941"/>
                </a:cubicBezTo>
                <a:cubicBezTo>
                  <a:pt x="2233" y="1952"/>
                  <a:pt x="2233" y="1969"/>
                  <a:pt x="2223" y="1979"/>
                </a:cubicBezTo>
                <a:lnTo>
                  <a:pt x="1980" y="2222"/>
                </a:lnTo>
                <a:cubicBezTo>
                  <a:pt x="1969" y="2229"/>
                  <a:pt x="1966" y="2229"/>
                  <a:pt x="1959" y="2229"/>
                </a:cubicBezTo>
                <a:close/>
                <a:moveTo>
                  <a:pt x="1476" y="2229"/>
                </a:moveTo>
                <a:cubicBezTo>
                  <a:pt x="1469" y="2229"/>
                  <a:pt x="1462" y="2226"/>
                  <a:pt x="1458" y="2222"/>
                </a:cubicBezTo>
                <a:cubicBezTo>
                  <a:pt x="1448" y="2212"/>
                  <a:pt x="1448" y="2194"/>
                  <a:pt x="1458" y="2184"/>
                </a:cubicBezTo>
                <a:lnTo>
                  <a:pt x="1701" y="1941"/>
                </a:lnTo>
                <a:cubicBezTo>
                  <a:pt x="1712" y="1930"/>
                  <a:pt x="1729" y="1931"/>
                  <a:pt x="1740" y="1941"/>
                </a:cubicBezTo>
                <a:cubicBezTo>
                  <a:pt x="1750" y="1952"/>
                  <a:pt x="1751" y="1969"/>
                  <a:pt x="1740" y="1979"/>
                </a:cubicBezTo>
                <a:lnTo>
                  <a:pt x="1497" y="2222"/>
                </a:lnTo>
                <a:cubicBezTo>
                  <a:pt x="1486" y="2229"/>
                  <a:pt x="1483" y="2229"/>
                  <a:pt x="1476" y="2229"/>
                </a:cubicBezTo>
                <a:close/>
                <a:moveTo>
                  <a:pt x="993" y="2229"/>
                </a:moveTo>
                <a:cubicBezTo>
                  <a:pt x="986" y="2229"/>
                  <a:pt x="979" y="2226"/>
                  <a:pt x="976" y="2222"/>
                </a:cubicBezTo>
                <a:cubicBezTo>
                  <a:pt x="965" y="2212"/>
                  <a:pt x="965" y="2194"/>
                  <a:pt x="976" y="2184"/>
                </a:cubicBezTo>
                <a:lnTo>
                  <a:pt x="1219" y="1941"/>
                </a:lnTo>
                <a:cubicBezTo>
                  <a:pt x="1229" y="1930"/>
                  <a:pt x="1247" y="1930"/>
                  <a:pt x="1257" y="1941"/>
                </a:cubicBezTo>
                <a:cubicBezTo>
                  <a:pt x="1268" y="1951"/>
                  <a:pt x="1268" y="1969"/>
                  <a:pt x="1257" y="1979"/>
                </a:cubicBezTo>
                <a:lnTo>
                  <a:pt x="1014" y="2222"/>
                </a:lnTo>
                <a:cubicBezTo>
                  <a:pt x="1004" y="2229"/>
                  <a:pt x="1000" y="2229"/>
                  <a:pt x="993" y="2229"/>
                </a:cubicBezTo>
                <a:close/>
                <a:moveTo>
                  <a:pt x="511" y="2229"/>
                </a:moveTo>
                <a:cubicBezTo>
                  <a:pt x="504" y="2229"/>
                  <a:pt x="497" y="2226"/>
                  <a:pt x="493" y="2222"/>
                </a:cubicBezTo>
                <a:cubicBezTo>
                  <a:pt x="482" y="2212"/>
                  <a:pt x="482" y="2194"/>
                  <a:pt x="493" y="2184"/>
                </a:cubicBezTo>
                <a:lnTo>
                  <a:pt x="736" y="1941"/>
                </a:lnTo>
                <a:cubicBezTo>
                  <a:pt x="747" y="1930"/>
                  <a:pt x="764" y="1930"/>
                  <a:pt x="775" y="1941"/>
                </a:cubicBezTo>
                <a:cubicBezTo>
                  <a:pt x="785" y="1951"/>
                  <a:pt x="785" y="1969"/>
                  <a:pt x="775" y="1979"/>
                </a:cubicBezTo>
                <a:lnTo>
                  <a:pt x="532" y="2222"/>
                </a:lnTo>
                <a:cubicBezTo>
                  <a:pt x="521" y="2229"/>
                  <a:pt x="514" y="2229"/>
                  <a:pt x="511" y="2229"/>
                </a:cubicBezTo>
                <a:close/>
                <a:moveTo>
                  <a:pt x="28" y="2229"/>
                </a:moveTo>
                <a:cubicBezTo>
                  <a:pt x="21" y="2229"/>
                  <a:pt x="14" y="2226"/>
                  <a:pt x="10" y="2222"/>
                </a:cubicBezTo>
                <a:cubicBezTo>
                  <a:pt x="0" y="2212"/>
                  <a:pt x="0" y="2194"/>
                  <a:pt x="10" y="2184"/>
                </a:cubicBezTo>
                <a:lnTo>
                  <a:pt x="253" y="1941"/>
                </a:lnTo>
                <a:cubicBezTo>
                  <a:pt x="264" y="1930"/>
                  <a:pt x="282" y="1930"/>
                  <a:pt x="292" y="1941"/>
                </a:cubicBezTo>
                <a:cubicBezTo>
                  <a:pt x="303" y="1951"/>
                  <a:pt x="303" y="1969"/>
                  <a:pt x="292" y="1979"/>
                </a:cubicBezTo>
                <a:lnTo>
                  <a:pt x="49" y="2222"/>
                </a:lnTo>
                <a:cubicBezTo>
                  <a:pt x="39" y="2229"/>
                  <a:pt x="31" y="2229"/>
                  <a:pt x="28" y="2229"/>
                </a:cubicBezTo>
                <a:close/>
                <a:moveTo>
                  <a:pt x="22711" y="1747"/>
                </a:moveTo>
                <a:cubicBezTo>
                  <a:pt x="22704" y="1747"/>
                  <a:pt x="22697" y="1743"/>
                  <a:pt x="22693" y="1740"/>
                </a:cubicBezTo>
                <a:cubicBezTo>
                  <a:pt x="22683" y="1729"/>
                  <a:pt x="22683" y="1712"/>
                  <a:pt x="22693" y="1701"/>
                </a:cubicBezTo>
                <a:lnTo>
                  <a:pt x="22936" y="1458"/>
                </a:lnTo>
                <a:cubicBezTo>
                  <a:pt x="22947" y="1448"/>
                  <a:pt x="22964" y="1448"/>
                  <a:pt x="22975" y="1458"/>
                </a:cubicBezTo>
                <a:cubicBezTo>
                  <a:pt x="22986" y="1469"/>
                  <a:pt x="22986" y="1486"/>
                  <a:pt x="22975" y="1497"/>
                </a:cubicBezTo>
                <a:lnTo>
                  <a:pt x="22732" y="1740"/>
                </a:lnTo>
                <a:cubicBezTo>
                  <a:pt x="22725" y="1747"/>
                  <a:pt x="22718" y="1747"/>
                  <a:pt x="22711" y="1747"/>
                </a:cubicBezTo>
                <a:close/>
                <a:moveTo>
                  <a:pt x="21746" y="1747"/>
                </a:moveTo>
                <a:cubicBezTo>
                  <a:pt x="21739" y="1747"/>
                  <a:pt x="21731" y="1743"/>
                  <a:pt x="21728" y="1740"/>
                </a:cubicBezTo>
                <a:cubicBezTo>
                  <a:pt x="21717" y="1729"/>
                  <a:pt x="21717" y="1712"/>
                  <a:pt x="21728" y="1701"/>
                </a:cubicBezTo>
                <a:lnTo>
                  <a:pt x="21968" y="1458"/>
                </a:lnTo>
                <a:cubicBezTo>
                  <a:pt x="21978" y="1448"/>
                  <a:pt x="21996" y="1448"/>
                  <a:pt x="22006" y="1458"/>
                </a:cubicBezTo>
                <a:cubicBezTo>
                  <a:pt x="22017" y="1469"/>
                  <a:pt x="22017" y="1486"/>
                  <a:pt x="22006" y="1497"/>
                </a:cubicBezTo>
                <a:lnTo>
                  <a:pt x="21763" y="1740"/>
                </a:lnTo>
                <a:cubicBezTo>
                  <a:pt x="21760" y="1747"/>
                  <a:pt x="21753" y="1747"/>
                  <a:pt x="21746" y="1747"/>
                </a:cubicBezTo>
                <a:close/>
                <a:moveTo>
                  <a:pt x="20780" y="1747"/>
                </a:moveTo>
                <a:cubicBezTo>
                  <a:pt x="20773" y="1747"/>
                  <a:pt x="20766" y="1743"/>
                  <a:pt x="20763" y="1740"/>
                </a:cubicBezTo>
                <a:cubicBezTo>
                  <a:pt x="20752" y="1729"/>
                  <a:pt x="20752" y="1712"/>
                  <a:pt x="20763" y="1701"/>
                </a:cubicBezTo>
                <a:lnTo>
                  <a:pt x="21006" y="1458"/>
                </a:lnTo>
                <a:cubicBezTo>
                  <a:pt x="21016" y="1448"/>
                  <a:pt x="21034" y="1448"/>
                  <a:pt x="21045" y="1458"/>
                </a:cubicBezTo>
                <a:cubicBezTo>
                  <a:pt x="21055" y="1469"/>
                  <a:pt x="21055" y="1486"/>
                  <a:pt x="21045" y="1497"/>
                </a:cubicBezTo>
                <a:lnTo>
                  <a:pt x="20805" y="1740"/>
                </a:lnTo>
                <a:cubicBezTo>
                  <a:pt x="20794" y="1747"/>
                  <a:pt x="20787" y="1747"/>
                  <a:pt x="20780" y="1747"/>
                </a:cubicBezTo>
                <a:close/>
                <a:moveTo>
                  <a:pt x="20298" y="1747"/>
                </a:moveTo>
                <a:cubicBezTo>
                  <a:pt x="20291" y="1747"/>
                  <a:pt x="20284" y="1743"/>
                  <a:pt x="20280" y="1740"/>
                </a:cubicBezTo>
                <a:cubicBezTo>
                  <a:pt x="20269" y="1729"/>
                  <a:pt x="20269" y="1712"/>
                  <a:pt x="20280" y="1701"/>
                </a:cubicBezTo>
                <a:lnTo>
                  <a:pt x="20523" y="1458"/>
                </a:lnTo>
                <a:cubicBezTo>
                  <a:pt x="20534" y="1448"/>
                  <a:pt x="20551" y="1448"/>
                  <a:pt x="20562" y="1458"/>
                </a:cubicBezTo>
                <a:cubicBezTo>
                  <a:pt x="20572" y="1469"/>
                  <a:pt x="20572" y="1486"/>
                  <a:pt x="20562" y="1497"/>
                </a:cubicBezTo>
                <a:lnTo>
                  <a:pt x="20319" y="1740"/>
                </a:lnTo>
                <a:cubicBezTo>
                  <a:pt x="20312" y="1747"/>
                  <a:pt x="20305" y="1747"/>
                  <a:pt x="20298" y="1747"/>
                </a:cubicBezTo>
                <a:close/>
                <a:moveTo>
                  <a:pt x="19815" y="1747"/>
                </a:moveTo>
                <a:cubicBezTo>
                  <a:pt x="19808" y="1747"/>
                  <a:pt x="19801" y="1743"/>
                  <a:pt x="19797" y="1740"/>
                </a:cubicBezTo>
                <a:cubicBezTo>
                  <a:pt x="19787" y="1729"/>
                  <a:pt x="19787" y="1712"/>
                  <a:pt x="19797" y="1701"/>
                </a:cubicBezTo>
                <a:lnTo>
                  <a:pt x="20037" y="1458"/>
                </a:lnTo>
                <a:cubicBezTo>
                  <a:pt x="20048" y="1448"/>
                  <a:pt x="20065" y="1448"/>
                  <a:pt x="20076" y="1458"/>
                </a:cubicBezTo>
                <a:cubicBezTo>
                  <a:pt x="20086" y="1469"/>
                  <a:pt x="20086" y="1486"/>
                  <a:pt x="20076" y="1497"/>
                </a:cubicBezTo>
                <a:lnTo>
                  <a:pt x="19833" y="1740"/>
                </a:lnTo>
                <a:cubicBezTo>
                  <a:pt x="19829" y="1747"/>
                  <a:pt x="19822" y="1747"/>
                  <a:pt x="19815" y="1747"/>
                </a:cubicBezTo>
                <a:close/>
                <a:moveTo>
                  <a:pt x="19332" y="1747"/>
                </a:moveTo>
                <a:cubicBezTo>
                  <a:pt x="19325" y="1747"/>
                  <a:pt x="19318" y="1743"/>
                  <a:pt x="19315" y="1740"/>
                </a:cubicBezTo>
                <a:cubicBezTo>
                  <a:pt x="19304" y="1729"/>
                  <a:pt x="19304" y="1712"/>
                  <a:pt x="19315" y="1701"/>
                </a:cubicBezTo>
                <a:lnTo>
                  <a:pt x="19558" y="1458"/>
                </a:lnTo>
                <a:cubicBezTo>
                  <a:pt x="19568" y="1448"/>
                  <a:pt x="19586" y="1448"/>
                  <a:pt x="19597" y="1458"/>
                </a:cubicBezTo>
                <a:cubicBezTo>
                  <a:pt x="19607" y="1469"/>
                  <a:pt x="19607" y="1486"/>
                  <a:pt x="19597" y="1497"/>
                </a:cubicBezTo>
                <a:lnTo>
                  <a:pt x="19354" y="1740"/>
                </a:lnTo>
                <a:cubicBezTo>
                  <a:pt x="19346" y="1747"/>
                  <a:pt x="19339" y="1747"/>
                  <a:pt x="19332" y="1747"/>
                </a:cubicBezTo>
                <a:close/>
                <a:moveTo>
                  <a:pt x="18850" y="1747"/>
                </a:moveTo>
                <a:cubicBezTo>
                  <a:pt x="18843" y="1747"/>
                  <a:pt x="18836" y="1743"/>
                  <a:pt x="18832" y="1740"/>
                </a:cubicBezTo>
                <a:cubicBezTo>
                  <a:pt x="18822" y="1729"/>
                  <a:pt x="18822" y="1712"/>
                  <a:pt x="18832" y="1701"/>
                </a:cubicBezTo>
                <a:lnTo>
                  <a:pt x="19075" y="1458"/>
                </a:lnTo>
                <a:cubicBezTo>
                  <a:pt x="19086" y="1448"/>
                  <a:pt x="19103" y="1448"/>
                  <a:pt x="19114" y="1458"/>
                </a:cubicBezTo>
                <a:cubicBezTo>
                  <a:pt x="19125" y="1469"/>
                  <a:pt x="19125" y="1486"/>
                  <a:pt x="19114" y="1497"/>
                </a:cubicBezTo>
                <a:lnTo>
                  <a:pt x="18874" y="1740"/>
                </a:lnTo>
                <a:cubicBezTo>
                  <a:pt x="18864" y="1747"/>
                  <a:pt x="18857" y="1747"/>
                  <a:pt x="18850" y="1747"/>
                </a:cubicBezTo>
                <a:close/>
                <a:moveTo>
                  <a:pt x="18367" y="1747"/>
                </a:moveTo>
                <a:cubicBezTo>
                  <a:pt x="18360" y="1747"/>
                  <a:pt x="18353" y="1743"/>
                  <a:pt x="18350" y="1740"/>
                </a:cubicBezTo>
                <a:cubicBezTo>
                  <a:pt x="18339" y="1729"/>
                  <a:pt x="18339" y="1712"/>
                  <a:pt x="18350" y="1701"/>
                </a:cubicBezTo>
                <a:lnTo>
                  <a:pt x="18593" y="1458"/>
                </a:lnTo>
                <a:cubicBezTo>
                  <a:pt x="18603" y="1448"/>
                  <a:pt x="18621" y="1448"/>
                  <a:pt x="18631" y="1458"/>
                </a:cubicBezTo>
                <a:cubicBezTo>
                  <a:pt x="18642" y="1469"/>
                  <a:pt x="18642" y="1486"/>
                  <a:pt x="18631" y="1497"/>
                </a:cubicBezTo>
                <a:lnTo>
                  <a:pt x="18388" y="1740"/>
                </a:lnTo>
                <a:cubicBezTo>
                  <a:pt x="18381" y="1747"/>
                  <a:pt x="18374" y="1747"/>
                  <a:pt x="18367" y="1747"/>
                </a:cubicBezTo>
                <a:close/>
                <a:moveTo>
                  <a:pt x="17402" y="1747"/>
                </a:moveTo>
                <a:cubicBezTo>
                  <a:pt x="17395" y="1747"/>
                  <a:pt x="17388" y="1743"/>
                  <a:pt x="17384" y="1740"/>
                </a:cubicBezTo>
                <a:cubicBezTo>
                  <a:pt x="17374" y="1729"/>
                  <a:pt x="17374" y="1712"/>
                  <a:pt x="17384" y="1701"/>
                </a:cubicBezTo>
                <a:lnTo>
                  <a:pt x="17627" y="1458"/>
                </a:lnTo>
                <a:cubicBezTo>
                  <a:pt x="17638" y="1448"/>
                  <a:pt x="17655" y="1448"/>
                  <a:pt x="17666" y="1458"/>
                </a:cubicBezTo>
                <a:cubicBezTo>
                  <a:pt x="17677" y="1469"/>
                  <a:pt x="17677" y="1486"/>
                  <a:pt x="17666" y="1497"/>
                </a:cubicBezTo>
                <a:lnTo>
                  <a:pt x="17423" y="1740"/>
                </a:lnTo>
                <a:cubicBezTo>
                  <a:pt x="17416" y="1747"/>
                  <a:pt x="17409" y="1747"/>
                  <a:pt x="17402" y="1747"/>
                </a:cubicBezTo>
                <a:close/>
                <a:moveTo>
                  <a:pt x="16437" y="1747"/>
                </a:moveTo>
                <a:cubicBezTo>
                  <a:pt x="16430" y="1747"/>
                  <a:pt x="16422" y="1743"/>
                  <a:pt x="16419" y="1740"/>
                </a:cubicBezTo>
                <a:cubicBezTo>
                  <a:pt x="16408" y="1729"/>
                  <a:pt x="16408" y="1712"/>
                  <a:pt x="16419" y="1701"/>
                </a:cubicBezTo>
                <a:lnTo>
                  <a:pt x="16662" y="1458"/>
                </a:lnTo>
                <a:cubicBezTo>
                  <a:pt x="16673" y="1448"/>
                  <a:pt x="16691" y="1448"/>
                  <a:pt x="16701" y="1458"/>
                </a:cubicBezTo>
                <a:cubicBezTo>
                  <a:pt x="16712" y="1469"/>
                  <a:pt x="16711" y="1486"/>
                  <a:pt x="16701" y="1497"/>
                </a:cubicBezTo>
                <a:lnTo>
                  <a:pt x="16458" y="1740"/>
                </a:lnTo>
                <a:cubicBezTo>
                  <a:pt x="16451" y="1747"/>
                  <a:pt x="16444" y="1747"/>
                  <a:pt x="16437" y="1747"/>
                </a:cubicBezTo>
                <a:close/>
                <a:moveTo>
                  <a:pt x="15471" y="1747"/>
                </a:moveTo>
                <a:cubicBezTo>
                  <a:pt x="15464" y="1747"/>
                  <a:pt x="15457" y="1743"/>
                  <a:pt x="15454" y="1740"/>
                </a:cubicBezTo>
                <a:cubicBezTo>
                  <a:pt x="15443" y="1729"/>
                  <a:pt x="15443" y="1712"/>
                  <a:pt x="15454" y="1701"/>
                </a:cubicBezTo>
                <a:lnTo>
                  <a:pt x="15693" y="1458"/>
                </a:lnTo>
                <a:cubicBezTo>
                  <a:pt x="15704" y="1448"/>
                  <a:pt x="15721" y="1448"/>
                  <a:pt x="15732" y="1458"/>
                </a:cubicBezTo>
                <a:cubicBezTo>
                  <a:pt x="15743" y="1469"/>
                  <a:pt x="15743" y="1486"/>
                  <a:pt x="15732" y="1497"/>
                </a:cubicBezTo>
                <a:lnTo>
                  <a:pt x="15489" y="1740"/>
                </a:lnTo>
                <a:cubicBezTo>
                  <a:pt x="15485" y="1747"/>
                  <a:pt x="15478" y="1747"/>
                  <a:pt x="15471" y="1747"/>
                </a:cubicBezTo>
                <a:close/>
                <a:moveTo>
                  <a:pt x="14989" y="1747"/>
                </a:moveTo>
                <a:cubicBezTo>
                  <a:pt x="14982" y="1747"/>
                  <a:pt x="14975" y="1743"/>
                  <a:pt x="14971" y="1740"/>
                </a:cubicBezTo>
                <a:cubicBezTo>
                  <a:pt x="14960" y="1729"/>
                  <a:pt x="14960" y="1712"/>
                  <a:pt x="14971" y="1701"/>
                </a:cubicBezTo>
                <a:lnTo>
                  <a:pt x="15214" y="1458"/>
                </a:lnTo>
                <a:cubicBezTo>
                  <a:pt x="15225" y="1448"/>
                  <a:pt x="15243" y="1448"/>
                  <a:pt x="15253" y="1458"/>
                </a:cubicBezTo>
                <a:cubicBezTo>
                  <a:pt x="15264" y="1469"/>
                  <a:pt x="15263" y="1486"/>
                  <a:pt x="15253" y="1497"/>
                </a:cubicBezTo>
                <a:lnTo>
                  <a:pt x="15010" y="1740"/>
                </a:lnTo>
                <a:cubicBezTo>
                  <a:pt x="15003" y="1747"/>
                  <a:pt x="14996" y="1747"/>
                  <a:pt x="14989" y="1747"/>
                </a:cubicBezTo>
                <a:close/>
                <a:moveTo>
                  <a:pt x="14506" y="1747"/>
                </a:moveTo>
                <a:cubicBezTo>
                  <a:pt x="14499" y="1747"/>
                  <a:pt x="14492" y="1743"/>
                  <a:pt x="14488" y="1740"/>
                </a:cubicBezTo>
                <a:cubicBezTo>
                  <a:pt x="14478" y="1729"/>
                  <a:pt x="14478" y="1712"/>
                  <a:pt x="14488" y="1701"/>
                </a:cubicBezTo>
                <a:lnTo>
                  <a:pt x="14731" y="1458"/>
                </a:lnTo>
                <a:cubicBezTo>
                  <a:pt x="14742" y="1448"/>
                  <a:pt x="14760" y="1448"/>
                  <a:pt x="14770" y="1458"/>
                </a:cubicBezTo>
                <a:cubicBezTo>
                  <a:pt x="14781" y="1469"/>
                  <a:pt x="14781" y="1486"/>
                  <a:pt x="14770" y="1497"/>
                </a:cubicBezTo>
                <a:lnTo>
                  <a:pt x="14531" y="1740"/>
                </a:lnTo>
                <a:cubicBezTo>
                  <a:pt x="14520" y="1747"/>
                  <a:pt x="14513" y="1747"/>
                  <a:pt x="14506" y="1747"/>
                </a:cubicBezTo>
                <a:close/>
                <a:moveTo>
                  <a:pt x="14023" y="1747"/>
                </a:moveTo>
                <a:cubicBezTo>
                  <a:pt x="14016" y="1747"/>
                  <a:pt x="14009" y="1743"/>
                  <a:pt x="14006" y="1740"/>
                </a:cubicBezTo>
                <a:cubicBezTo>
                  <a:pt x="13995" y="1729"/>
                  <a:pt x="13995" y="1712"/>
                  <a:pt x="14006" y="1701"/>
                </a:cubicBezTo>
                <a:lnTo>
                  <a:pt x="14249" y="1458"/>
                </a:lnTo>
                <a:cubicBezTo>
                  <a:pt x="14259" y="1448"/>
                  <a:pt x="14278" y="1448"/>
                  <a:pt x="14288" y="1458"/>
                </a:cubicBezTo>
                <a:cubicBezTo>
                  <a:pt x="14299" y="1469"/>
                  <a:pt x="14298" y="1486"/>
                  <a:pt x="14288" y="1497"/>
                </a:cubicBezTo>
                <a:lnTo>
                  <a:pt x="14045" y="1740"/>
                </a:lnTo>
                <a:cubicBezTo>
                  <a:pt x="14037" y="1747"/>
                  <a:pt x="14030" y="1747"/>
                  <a:pt x="14023" y="1747"/>
                </a:cubicBezTo>
                <a:close/>
                <a:moveTo>
                  <a:pt x="13541" y="1747"/>
                </a:moveTo>
                <a:cubicBezTo>
                  <a:pt x="13534" y="1747"/>
                  <a:pt x="13527" y="1743"/>
                  <a:pt x="13523" y="1740"/>
                </a:cubicBezTo>
                <a:cubicBezTo>
                  <a:pt x="13513" y="1729"/>
                  <a:pt x="13513" y="1712"/>
                  <a:pt x="13523" y="1701"/>
                </a:cubicBezTo>
                <a:lnTo>
                  <a:pt x="13763" y="1458"/>
                </a:lnTo>
                <a:cubicBezTo>
                  <a:pt x="13773" y="1448"/>
                  <a:pt x="13791" y="1448"/>
                  <a:pt x="13801" y="1458"/>
                </a:cubicBezTo>
                <a:cubicBezTo>
                  <a:pt x="13812" y="1469"/>
                  <a:pt x="13812" y="1486"/>
                  <a:pt x="13801" y="1497"/>
                </a:cubicBezTo>
                <a:lnTo>
                  <a:pt x="13558" y="1740"/>
                </a:lnTo>
                <a:cubicBezTo>
                  <a:pt x="13555" y="1747"/>
                  <a:pt x="13548" y="1747"/>
                  <a:pt x="13541" y="1747"/>
                </a:cubicBezTo>
                <a:close/>
                <a:moveTo>
                  <a:pt x="13058" y="1747"/>
                </a:moveTo>
                <a:cubicBezTo>
                  <a:pt x="13051" y="1747"/>
                  <a:pt x="13044" y="1743"/>
                  <a:pt x="13041" y="1740"/>
                </a:cubicBezTo>
                <a:cubicBezTo>
                  <a:pt x="13030" y="1729"/>
                  <a:pt x="13030" y="1712"/>
                  <a:pt x="13041" y="1701"/>
                </a:cubicBezTo>
                <a:lnTo>
                  <a:pt x="13284" y="1458"/>
                </a:lnTo>
                <a:cubicBezTo>
                  <a:pt x="13294" y="1448"/>
                  <a:pt x="13312" y="1448"/>
                  <a:pt x="13322" y="1458"/>
                </a:cubicBezTo>
                <a:cubicBezTo>
                  <a:pt x="13333" y="1469"/>
                  <a:pt x="13333" y="1486"/>
                  <a:pt x="13322" y="1497"/>
                </a:cubicBezTo>
                <a:lnTo>
                  <a:pt x="13079" y="1740"/>
                </a:lnTo>
                <a:cubicBezTo>
                  <a:pt x="13072" y="1747"/>
                  <a:pt x="13065" y="1747"/>
                  <a:pt x="13058" y="1747"/>
                </a:cubicBezTo>
                <a:close/>
                <a:moveTo>
                  <a:pt x="12093" y="1747"/>
                </a:moveTo>
                <a:cubicBezTo>
                  <a:pt x="12086" y="1747"/>
                  <a:pt x="12079" y="1743"/>
                  <a:pt x="12075" y="1740"/>
                </a:cubicBezTo>
                <a:cubicBezTo>
                  <a:pt x="12065" y="1729"/>
                  <a:pt x="12065" y="1712"/>
                  <a:pt x="12075" y="1701"/>
                </a:cubicBezTo>
                <a:lnTo>
                  <a:pt x="12318" y="1458"/>
                </a:lnTo>
                <a:cubicBezTo>
                  <a:pt x="12329" y="1448"/>
                  <a:pt x="12347" y="1448"/>
                  <a:pt x="12357" y="1458"/>
                </a:cubicBezTo>
                <a:cubicBezTo>
                  <a:pt x="12368" y="1469"/>
                  <a:pt x="12368" y="1486"/>
                  <a:pt x="12357" y="1497"/>
                </a:cubicBezTo>
                <a:lnTo>
                  <a:pt x="12114" y="1740"/>
                </a:lnTo>
                <a:cubicBezTo>
                  <a:pt x="12107" y="1747"/>
                  <a:pt x="12100" y="1747"/>
                  <a:pt x="12093" y="1747"/>
                </a:cubicBezTo>
                <a:close/>
                <a:moveTo>
                  <a:pt x="11129" y="1747"/>
                </a:moveTo>
                <a:cubicBezTo>
                  <a:pt x="11122" y="1747"/>
                  <a:pt x="11114" y="1743"/>
                  <a:pt x="11111" y="1740"/>
                </a:cubicBezTo>
                <a:cubicBezTo>
                  <a:pt x="11100" y="1729"/>
                  <a:pt x="11100" y="1712"/>
                  <a:pt x="11111" y="1701"/>
                </a:cubicBezTo>
                <a:lnTo>
                  <a:pt x="11354" y="1458"/>
                </a:lnTo>
                <a:cubicBezTo>
                  <a:pt x="11365" y="1448"/>
                  <a:pt x="11382" y="1448"/>
                  <a:pt x="11393" y="1458"/>
                </a:cubicBezTo>
                <a:cubicBezTo>
                  <a:pt x="11403" y="1469"/>
                  <a:pt x="11403" y="1486"/>
                  <a:pt x="11393" y="1497"/>
                </a:cubicBezTo>
                <a:lnTo>
                  <a:pt x="11150" y="1740"/>
                </a:lnTo>
                <a:cubicBezTo>
                  <a:pt x="11143" y="1747"/>
                  <a:pt x="11136" y="1747"/>
                  <a:pt x="11129" y="1747"/>
                </a:cubicBezTo>
                <a:close/>
                <a:moveTo>
                  <a:pt x="10163" y="1747"/>
                </a:moveTo>
                <a:cubicBezTo>
                  <a:pt x="10156" y="1747"/>
                  <a:pt x="10149" y="1743"/>
                  <a:pt x="10146" y="1740"/>
                </a:cubicBezTo>
                <a:cubicBezTo>
                  <a:pt x="10135" y="1729"/>
                  <a:pt x="10135" y="1712"/>
                  <a:pt x="10146" y="1701"/>
                </a:cubicBezTo>
                <a:lnTo>
                  <a:pt x="10389" y="1458"/>
                </a:lnTo>
                <a:cubicBezTo>
                  <a:pt x="10399" y="1448"/>
                  <a:pt x="10417" y="1448"/>
                  <a:pt x="10428" y="1458"/>
                </a:cubicBezTo>
                <a:cubicBezTo>
                  <a:pt x="10438" y="1469"/>
                  <a:pt x="10438" y="1486"/>
                  <a:pt x="10428" y="1497"/>
                </a:cubicBezTo>
                <a:lnTo>
                  <a:pt x="10184" y="1740"/>
                </a:lnTo>
                <a:cubicBezTo>
                  <a:pt x="10177" y="1747"/>
                  <a:pt x="10170" y="1747"/>
                  <a:pt x="10163" y="1747"/>
                </a:cubicBezTo>
                <a:close/>
                <a:moveTo>
                  <a:pt x="9681" y="1747"/>
                </a:moveTo>
                <a:cubicBezTo>
                  <a:pt x="9674" y="1747"/>
                  <a:pt x="9667" y="1743"/>
                  <a:pt x="9663" y="1740"/>
                </a:cubicBezTo>
                <a:cubicBezTo>
                  <a:pt x="9652" y="1729"/>
                  <a:pt x="9652" y="1712"/>
                  <a:pt x="9663" y="1701"/>
                </a:cubicBezTo>
                <a:lnTo>
                  <a:pt x="9906" y="1458"/>
                </a:lnTo>
                <a:cubicBezTo>
                  <a:pt x="9917" y="1448"/>
                  <a:pt x="9934" y="1448"/>
                  <a:pt x="9945" y="1458"/>
                </a:cubicBezTo>
                <a:cubicBezTo>
                  <a:pt x="9955" y="1469"/>
                  <a:pt x="9955" y="1486"/>
                  <a:pt x="9945" y="1497"/>
                </a:cubicBezTo>
                <a:lnTo>
                  <a:pt x="9702" y="1740"/>
                </a:lnTo>
                <a:cubicBezTo>
                  <a:pt x="9695" y="1747"/>
                  <a:pt x="9688" y="1747"/>
                  <a:pt x="9681" y="1747"/>
                </a:cubicBezTo>
                <a:close/>
                <a:moveTo>
                  <a:pt x="9198" y="1747"/>
                </a:moveTo>
                <a:cubicBezTo>
                  <a:pt x="9191" y="1747"/>
                  <a:pt x="9184" y="1743"/>
                  <a:pt x="9180" y="1740"/>
                </a:cubicBezTo>
                <a:cubicBezTo>
                  <a:pt x="9170" y="1729"/>
                  <a:pt x="9170" y="1712"/>
                  <a:pt x="9180" y="1701"/>
                </a:cubicBezTo>
                <a:lnTo>
                  <a:pt x="9420" y="1458"/>
                </a:lnTo>
                <a:cubicBezTo>
                  <a:pt x="9431" y="1448"/>
                  <a:pt x="9448" y="1448"/>
                  <a:pt x="9459" y="1458"/>
                </a:cubicBezTo>
                <a:cubicBezTo>
                  <a:pt x="9469" y="1469"/>
                  <a:pt x="9469" y="1486"/>
                  <a:pt x="9459" y="1497"/>
                </a:cubicBezTo>
                <a:lnTo>
                  <a:pt x="9216" y="1740"/>
                </a:lnTo>
                <a:cubicBezTo>
                  <a:pt x="9212" y="1747"/>
                  <a:pt x="9205" y="1747"/>
                  <a:pt x="9198" y="1747"/>
                </a:cubicBezTo>
                <a:close/>
                <a:moveTo>
                  <a:pt x="8715" y="1747"/>
                </a:moveTo>
                <a:cubicBezTo>
                  <a:pt x="8708" y="1747"/>
                  <a:pt x="8701" y="1743"/>
                  <a:pt x="8698" y="1740"/>
                </a:cubicBezTo>
                <a:cubicBezTo>
                  <a:pt x="8687" y="1729"/>
                  <a:pt x="8687" y="1712"/>
                  <a:pt x="8698" y="1701"/>
                </a:cubicBezTo>
                <a:lnTo>
                  <a:pt x="8941" y="1458"/>
                </a:lnTo>
                <a:cubicBezTo>
                  <a:pt x="8951" y="1448"/>
                  <a:pt x="8969" y="1448"/>
                  <a:pt x="8980" y="1458"/>
                </a:cubicBezTo>
                <a:cubicBezTo>
                  <a:pt x="8990" y="1469"/>
                  <a:pt x="8990" y="1486"/>
                  <a:pt x="8980" y="1497"/>
                </a:cubicBezTo>
                <a:lnTo>
                  <a:pt x="8737" y="1740"/>
                </a:lnTo>
                <a:cubicBezTo>
                  <a:pt x="8730" y="1747"/>
                  <a:pt x="8722" y="1747"/>
                  <a:pt x="8715" y="1747"/>
                </a:cubicBezTo>
                <a:close/>
                <a:moveTo>
                  <a:pt x="8233" y="1747"/>
                </a:moveTo>
                <a:cubicBezTo>
                  <a:pt x="8226" y="1747"/>
                  <a:pt x="8219" y="1743"/>
                  <a:pt x="8215" y="1740"/>
                </a:cubicBezTo>
                <a:cubicBezTo>
                  <a:pt x="8205" y="1729"/>
                  <a:pt x="8205" y="1712"/>
                  <a:pt x="8215" y="1701"/>
                </a:cubicBezTo>
                <a:lnTo>
                  <a:pt x="8458" y="1458"/>
                </a:lnTo>
                <a:cubicBezTo>
                  <a:pt x="8469" y="1448"/>
                  <a:pt x="8486" y="1448"/>
                  <a:pt x="8497" y="1458"/>
                </a:cubicBezTo>
                <a:cubicBezTo>
                  <a:pt x="8508" y="1469"/>
                  <a:pt x="8508" y="1486"/>
                  <a:pt x="8497" y="1497"/>
                </a:cubicBezTo>
                <a:lnTo>
                  <a:pt x="8257" y="1740"/>
                </a:lnTo>
                <a:cubicBezTo>
                  <a:pt x="8247" y="1747"/>
                  <a:pt x="8240" y="1747"/>
                  <a:pt x="8233" y="1747"/>
                </a:cubicBezTo>
                <a:close/>
                <a:moveTo>
                  <a:pt x="7750" y="1747"/>
                </a:moveTo>
                <a:cubicBezTo>
                  <a:pt x="7743" y="1747"/>
                  <a:pt x="7736" y="1743"/>
                  <a:pt x="7733" y="1740"/>
                </a:cubicBezTo>
                <a:cubicBezTo>
                  <a:pt x="7722" y="1729"/>
                  <a:pt x="7722" y="1712"/>
                  <a:pt x="7733" y="1701"/>
                </a:cubicBezTo>
                <a:lnTo>
                  <a:pt x="7976" y="1458"/>
                </a:lnTo>
                <a:cubicBezTo>
                  <a:pt x="7986" y="1448"/>
                  <a:pt x="8004" y="1448"/>
                  <a:pt x="8014" y="1458"/>
                </a:cubicBezTo>
                <a:cubicBezTo>
                  <a:pt x="8025" y="1469"/>
                  <a:pt x="8025" y="1486"/>
                  <a:pt x="8014" y="1497"/>
                </a:cubicBezTo>
                <a:lnTo>
                  <a:pt x="7771" y="1740"/>
                </a:lnTo>
                <a:cubicBezTo>
                  <a:pt x="7764" y="1747"/>
                  <a:pt x="7757" y="1747"/>
                  <a:pt x="7750" y="1747"/>
                </a:cubicBezTo>
                <a:close/>
                <a:moveTo>
                  <a:pt x="6785" y="1747"/>
                </a:moveTo>
                <a:cubicBezTo>
                  <a:pt x="6778" y="1747"/>
                  <a:pt x="6771" y="1743"/>
                  <a:pt x="6767" y="1740"/>
                </a:cubicBezTo>
                <a:cubicBezTo>
                  <a:pt x="6757" y="1729"/>
                  <a:pt x="6757" y="1712"/>
                  <a:pt x="6767" y="1701"/>
                </a:cubicBezTo>
                <a:lnTo>
                  <a:pt x="7010" y="1458"/>
                </a:lnTo>
                <a:cubicBezTo>
                  <a:pt x="7021" y="1448"/>
                  <a:pt x="7039" y="1448"/>
                  <a:pt x="7049" y="1458"/>
                </a:cubicBezTo>
                <a:cubicBezTo>
                  <a:pt x="7060" y="1469"/>
                  <a:pt x="7060" y="1486"/>
                  <a:pt x="7049" y="1497"/>
                </a:cubicBezTo>
                <a:lnTo>
                  <a:pt x="6806" y="1740"/>
                </a:lnTo>
                <a:cubicBezTo>
                  <a:pt x="6799" y="1747"/>
                  <a:pt x="6792" y="1747"/>
                  <a:pt x="6785" y="1747"/>
                </a:cubicBezTo>
                <a:close/>
                <a:moveTo>
                  <a:pt x="6302" y="1747"/>
                </a:moveTo>
                <a:cubicBezTo>
                  <a:pt x="6295" y="1747"/>
                  <a:pt x="6288" y="1743"/>
                  <a:pt x="6285" y="1740"/>
                </a:cubicBezTo>
                <a:cubicBezTo>
                  <a:pt x="6274" y="1729"/>
                  <a:pt x="6274" y="1712"/>
                  <a:pt x="6285" y="1701"/>
                </a:cubicBezTo>
                <a:lnTo>
                  <a:pt x="6528" y="1458"/>
                </a:lnTo>
                <a:cubicBezTo>
                  <a:pt x="6538" y="1448"/>
                  <a:pt x="6556" y="1448"/>
                  <a:pt x="6566" y="1458"/>
                </a:cubicBezTo>
                <a:cubicBezTo>
                  <a:pt x="6577" y="1469"/>
                  <a:pt x="6577" y="1486"/>
                  <a:pt x="6566" y="1497"/>
                </a:cubicBezTo>
                <a:lnTo>
                  <a:pt x="6323" y="1740"/>
                </a:lnTo>
                <a:cubicBezTo>
                  <a:pt x="6316" y="1747"/>
                  <a:pt x="6309" y="1747"/>
                  <a:pt x="6302" y="1747"/>
                </a:cubicBezTo>
                <a:close/>
                <a:moveTo>
                  <a:pt x="5820" y="1747"/>
                </a:moveTo>
                <a:cubicBezTo>
                  <a:pt x="5813" y="1747"/>
                  <a:pt x="5806" y="1743"/>
                  <a:pt x="5802" y="1740"/>
                </a:cubicBezTo>
                <a:cubicBezTo>
                  <a:pt x="5791" y="1729"/>
                  <a:pt x="5791" y="1712"/>
                  <a:pt x="5802" y="1701"/>
                </a:cubicBezTo>
                <a:lnTo>
                  <a:pt x="6045" y="1458"/>
                </a:lnTo>
                <a:cubicBezTo>
                  <a:pt x="6056" y="1448"/>
                  <a:pt x="6073" y="1448"/>
                  <a:pt x="6084" y="1458"/>
                </a:cubicBezTo>
                <a:cubicBezTo>
                  <a:pt x="6094" y="1469"/>
                  <a:pt x="6094" y="1486"/>
                  <a:pt x="6084" y="1497"/>
                </a:cubicBezTo>
                <a:lnTo>
                  <a:pt x="5841" y="1740"/>
                </a:lnTo>
                <a:cubicBezTo>
                  <a:pt x="5834" y="1747"/>
                  <a:pt x="5827" y="1747"/>
                  <a:pt x="5820" y="1747"/>
                </a:cubicBezTo>
                <a:close/>
                <a:moveTo>
                  <a:pt x="5337" y="1747"/>
                </a:moveTo>
                <a:cubicBezTo>
                  <a:pt x="5330" y="1747"/>
                  <a:pt x="5323" y="1743"/>
                  <a:pt x="5319" y="1740"/>
                </a:cubicBezTo>
                <a:cubicBezTo>
                  <a:pt x="5309" y="1729"/>
                  <a:pt x="5309" y="1712"/>
                  <a:pt x="5319" y="1701"/>
                </a:cubicBezTo>
                <a:lnTo>
                  <a:pt x="5562" y="1458"/>
                </a:lnTo>
                <a:cubicBezTo>
                  <a:pt x="5573" y="1448"/>
                  <a:pt x="5591" y="1448"/>
                  <a:pt x="5601" y="1458"/>
                </a:cubicBezTo>
                <a:cubicBezTo>
                  <a:pt x="5612" y="1469"/>
                  <a:pt x="5612" y="1486"/>
                  <a:pt x="5601" y="1497"/>
                </a:cubicBezTo>
                <a:lnTo>
                  <a:pt x="5358" y="1740"/>
                </a:lnTo>
                <a:cubicBezTo>
                  <a:pt x="5351" y="1747"/>
                  <a:pt x="5344" y="1747"/>
                  <a:pt x="5337" y="1747"/>
                </a:cubicBezTo>
                <a:close/>
                <a:moveTo>
                  <a:pt x="1959" y="1747"/>
                </a:moveTo>
                <a:cubicBezTo>
                  <a:pt x="1951" y="1747"/>
                  <a:pt x="1944" y="1743"/>
                  <a:pt x="1941" y="1740"/>
                </a:cubicBezTo>
                <a:cubicBezTo>
                  <a:pt x="1930" y="1729"/>
                  <a:pt x="1930" y="1712"/>
                  <a:pt x="1941" y="1701"/>
                </a:cubicBezTo>
                <a:lnTo>
                  <a:pt x="2184" y="1458"/>
                </a:lnTo>
                <a:cubicBezTo>
                  <a:pt x="2195" y="1448"/>
                  <a:pt x="2212" y="1448"/>
                  <a:pt x="2223" y="1458"/>
                </a:cubicBezTo>
                <a:cubicBezTo>
                  <a:pt x="2233" y="1469"/>
                  <a:pt x="2233" y="1486"/>
                  <a:pt x="2223" y="1497"/>
                </a:cubicBezTo>
                <a:lnTo>
                  <a:pt x="1980" y="1740"/>
                </a:lnTo>
                <a:cubicBezTo>
                  <a:pt x="1969" y="1747"/>
                  <a:pt x="1966" y="1747"/>
                  <a:pt x="1959" y="1747"/>
                </a:cubicBezTo>
                <a:close/>
                <a:moveTo>
                  <a:pt x="1476" y="1747"/>
                </a:moveTo>
                <a:cubicBezTo>
                  <a:pt x="1469" y="1747"/>
                  <a:pt x="1462" y="1743"/>
                  <a:pt x="1458" y="1740"/>
                </a:cubicBezTo>
                <a:cubicBezTo>
                  <a:pt x="1448" y="1729"/>
                  <a:pt x="1448" y="1712"/>
                  <a:pt x="1458" y="1701"/>
                </a:cubicBezTo>
                <a:lnTo>
                  <a:pt x="1701" y="1458"/>
                </a:lnTo>
                <a:cubicBezTo>
                  <a:pt x="1712" y="1448"/>
                  <a:pt x="1729" y="1448"/>
                  <a:pt x="1740" y="1458"/>
                </a:cubicBezTo>
                <a:cubicBezTo>
                  <a:pt x="1750" y="1469"/>
                  <a:pt x="1751" y="1486"/>
                  <a:pt x="1740" y="1497"/>
                </a:cubicBezTo>
                <a:lnTo>
                  <a:pt x="1497" y="1740"/>
                </a:lnTo>
                <a:cubicBezTo>
                  <a:pt x="1486" y="1747"/>
                  <a:pt x="1483" y="1747"/>
                  <a:pt x="1476" y="1747"/>
                </a:cubicBezTo>
                <a:close/>
                <a:moveTo>
                  <a:pt x="993" y="1747"/>
                </a:moveTo>
                <a:cubicBezTo>
                  <a:pt x="986" y="1747"/>
                  <a:pt x="979" y="1743"/>
                  <a:pt x="976" y="1740"/>
                </a:cubicBezTo>
                <a:cubicBezTo>
                  <a:pt x="965" y="1729"/>
                  <a:pt x="965" y="1712"/>
                  <a:pt x="976" y="1701"/>
                </a:cubicBezTo>
                <a:lnTo>
                  <a:pt x="1219" y="1458"/>
                </a:lnTo>
                <a:cubicBezTo>
                  <a:pt x="1229" y="1448"/>
                  <a:pt x="1247" y="1448"/>
                  <a:pt x="1257" y="1458"/>
                </a:cubicBezTo>
                <a:cubicBezTo>
                  <a:pt x="1268" y="1469"/>
                  <a:pt x="1268" y="1486"/>
                  <a:pt x="1257" y="1497"/>
                </a:cubicBezTo>
                <a:lnTo>
                  <a:pt x="1014" y="1740"/>
                </a:lnTo>
                <a:cubicBezTo>
                  <a:pt x="1004" y="1747"/>
                  <a:pt x="1000" y="1747"/>
                  <a:pt x="993" y="1747"/>
                </a:cubicBezTo>
                <a:close/>
                <a:moveTo>
                  <a:pt x="511" y="1747"/>
                </a:moveTo>
                <a:cubicBezTo>
                  <a:pt x="504" y="1747"/>
                  <a:pt x="497" y="1743"/>
                  <a:pt x="493" y="1740"/>
                </a:cubicBezTo>
                <a:cubicBezTo>
                  <a:pt x="482" y="1729"/>
                  <a:pt x="482" y="1712"/>
                  <a:pt x="493" y="1701"/>
                </a:cubicBezTo>
                <a:lnTo>
                  <a:pt x="736" y="1458"/>
                </a:lnTo>
                <a:cubicBezTo>
                  <a:pt x="747" y="1448"/>
                  <a:pt x="764" y="1448"/>
                  <a:pt x="775" y="1458"/>
                </a:cubicBezTo>
                <a:cubicBezTo>
                  <a:pt x="785" y="1469"/>
                  <a:pt x="785" y="1486"/>
                  <a:pt x="775" y="1497"/>
                </a:cubicBezTo>
                <a:lnTo>
                  <a:pt x="532" y="1740"/>
                </a:lnTo>
                <a:cubicBezTo>
                  <a:pt x="521" y="1747"/>
                  <a:pt x="514" y="1747"/>
                  <a:pt x="511" y="1747"/>
                </a:cubicBezTo>
                <a:close/>
                <a:moveTo>
                  <a:pt x="28" y="1747"/>
                </a:moveTo>
                <a:cubicBezTo>
                  <a:pt x="21" y="1747"/>
                  <a:pt x="14" y="1743"/>
                  <a:pt x="10" y="1740"/>
                </a:cubicBezTo>
                <a:cubicBezTo>
                  <a:pt x="0" y="1729"/>
                  <a:pt x="0" y="1712"/>
                  <a:pt x="10" y="1701"/>
                </a:cubicBezTo>
                <a:lnTo>
                  <a:pt x="253" y="1458"/>
                </a:lnTo>
                <a:cubicBezTo>
                  <a:pt x="264" y="1448"/>
                  <a:pt x="282" y="1448"/>
                  <a:pt x="292" y="1458"/>
                </a:cubicBezTo>
                <a:cubicBezTo>
                  <a:pt x="303" y="1469"/>
                  <a:pt x="303" y="1486"/>
                  <a:pt x="292" y="1497"/>
                </a:cubicBezTo>
                <a:lnTo>
                  <a:pt x="49" y="1740"/>
                </a:lnTo>
                <a:cubicBezTo>
                  <a:pt x="39" y="1747"/>
                  <a:pt x="31" y="1747"/>
                  <a:pt x="28" y="1747"/>
                </a:cubicBezTo>
                <a:close/>
                <a:moveTo>
                  <a:pt x="23193" y="1747"/>
                </a:moveTo>
                <a:cubicBezTo>
                  <a:pt x="23186" y="1747"/>
                  <a:pt x="23179" y="1743"/>
                  <a:pt x="23176" y="1740"/>
                </a:cubicBezTo>
                <a:cubicBezTo>
                  <a:pt x="23165" y="1729"/>
                  <a:pt x="23165" y="1712"/>
                  <a:pt x="23176" y="1701"/>
                </a:cubicBezTo>
                <a:lnTo>
                  <a:pt x="23419" y="1458"/>
                </a:lnTo>
                <a:cubicBezTo>
                  <a:pt x="23430" y="1448"/>
                  <a:pt x="23447" y="1448"/>
                  <a:pt x="23458" y="1458"/>
                </a:cubicBezTo>
                <a:cubicBezTo>
                  <a:pt x="23468" y="1469"/>
                  <a:pt x="23468" y="1486"/>
                  <a:pt x="23458" y="1497"/>
                </a:cubicBezTo>
                <a:lnTo>
                  <a:pt x="23215" y="1740"/>
                </a:lnTo>
                <a:cubicBezTo>
                  <a:pt x="23208" y="1747"/>
                  <a:pt x="23201" y="1747"/>
                  <a:pt x="23193" y="1747"/>
                </a:cubicBezTo>
                <a:close/>
                <a:moveTo>
                  <a:pt x="22228" y="1747"/>
                </a:moveTo>
                <a:cubicBezTo>
                  <a:pt x="22221" y="1747"/>
                  <a:pt x="22214" y="1743"/>
                  <a:pt x="22211" y="1740"/>
                </a:cubicBezTo>
                <a:cubicBezTo>
                  <a:pt x="22200" y="1729"/>
                  <a:pt x="22200" y="1712"/>
                  <a:pt x="22211" y="1701"/>
                </a:cubicBezTo>
                <a:lnTo>
                  <a:pt x="22454" y="1458"/>
                </a:lnTo>
                <a:cubicBezTo>
                  <a:pt x="22464" y="1448"/>
                  <a:pt x="22482" y="1448"/>
                  <a:pt x="22492" y="1458"/>
                </a:cubicBezTo>
                <a:cubicBezTo>
                  <a:pt x="22503" y="1469"/>
                  <a:pt x="22503" y="1486"/>
                  <a:pt x="22492" y="1497"/>
                </a:cubicBezTo>
                <a:lnTo>
                  <a:pt x="22249" y="1740"/>
                </a:lnTo>
                <a:cubicBezTo>
                  <a:pt x="22242" y="1747"/>
                  <a:pt x="22235" y="1747"/>
                  <a:pt x="22228" y="1747"/>
                </a:cubicBezTo>
                <a:close/>
                <a:moveTo>
                  <a:pt x="21263" y="1747"/>
                </a:moveTo>
                <a:cubicBezTo>
                  <a:pt x="21256" y="1747"/>
                  <a:pt x="21249" y="1743"/>
                  <a:pt x="21245" y="1740"/>
                </a:cubicBezTo>
                <a:cubicBezTo>
                  <a:pt x="21235" y="1729"/>
                  <a:pt x="21235" y="1712"/>
                  <a:pt x="21245" y="1701"/>
                </a:cubicBezTo>
                <a:lnTo>
                  <a:pt x="21488" y="1458"/>
                </a:lnTo>
                <a:cubicBezTo>
                  <a:pt x="21499" y="1448"/>
                  <a:pt x="21517" y="1448"/>
                  <a:pt x="21527" y="1458"/>
                </a:cubicBezTo>
                <a:cubicBezTo>
                  <a:pt x="21538" y="1469"/>
                  <a:pt x="21538" y="1486"/>
                  <a:pt x="21527" y="1497"/>
                </a:cubicBezTo>
                <a:lnTo>
                  <a:pt x="21284" y="1740"/>
                </a:lnTo>
                <a:cubicBezTo>
                  <a:pt x="21277" y="1747"/>
                  <a:pt x="21270" y="1747"/>
                  <a:pt x="21263" y="1747"/>
                </a:cubicBezTo>
                <a:close/>
                <a:moveTo>
                  <a:pt x="17884" y="1747"/>
                </a:moveTo>
                <a:cubicBezTo>
                  <a:pt x="17877" y="1747"/>
                  <a:pt x="17870" y="1743"/>
                  <a:pt x="17867" y="1740"/>
                </a:cubicBezTo>
                <a:cubicBezTo>
                  <a:pt x="17856" y="1729"/>
                  <a:pt x="17856" y="1712"/>
                  <a:pt x="17867" y="1701"/>
                </a:cubicBezTo>
                <a:lnTo>
                  <a:pt x="18110" y="1458"/>
                </a:lnTo>
                <a:cubicBezTo>
                  <a:pt x="18121" y="1448"/>
                  <a:pt x="18138" y="1448"/>
                  <a:pt x="18149" y="1458"/>
                </a:cubicBezTo>
                <a:cubicBezTo>
                  <a:pt x="18159" y="1469"/>
                  <a:pt x="18159" y="1486"/>
                  <a:pt x="18149" y="1497"/>
                </a:cubicBezTo>
                <a:lnTo>
                  <a:pt x="17906" y="1740"/>
                </a:lnTo>
                <a:cubicBezTo>
                  <a:pt x="17899" y="1747"/>
                  <a:pt x="17892" y="1747"/>
                  <a:pt x="17884" y="1747"/>
                </a:cubicBezTo>
                <a:close/>
                <a:moveTo>
                  <a:pt x="16919" y="1747"/>
                </a:moveTo>
                <a:cubicBezTo>
                  <a:pt x="16912" y="1747"/>
                  <a:pt x="16905" y="1743"/>
                  <a:pt x="16902" y="1740"/>
                </a:cubicBezTo>
                <a:cubicBezTo>
                  <a:pt x="16891" y="1729"/>
                  <a:pt x="16891" y="1712"/>
                  <a:pt x="16902" y="1701"/>
                </a:cubicBezTo>
                <a:lnTo>
                  <a:pt x="17145" y="1458"/>
                </a:lnTo>
                <a:cubicBezTo>
                  <a:pt x="17155" y="1448"/>
                  <a:pt x="17173" y="1448"/>
                  <a:pt x="17183" y="1458"/>
                </a:cubicBezTo>
                <a:cubicBezTo>
                  <a:pt x="17194" y="1469"/>
                  <a:pt x="17194" y="1486"/>
                  <a:pt x="17183" y="1497"/>
                </a:cubicBezTo>
                <a:lnTo>
                  <a:pt x="16940" y="1740"/>
                </a:lnTo>
                <a:cubicBezTo>
                  <a:pt x="16933" y="1747"/>
                  <a:pt x="16926" y="1747"/>
                  <a:pt x="16919" y="1747"/>
                </a:cubicBezTo>
                <a:close/>
                <a:moveTo>
                  <a:pt x="15954" y="1747"/>
                </a:moveTo>
                <a:cubicBezTo>
                  <a:pt x="15947" y="1747"/>
                  <a:pt x="15940" y="1743"/>
                  <a:pt x="15936" y="1740"/>
                </a:cubicBezTo>
                <a:cubicBezTo>
                  <a:pt x="15926" y="1729"/>
                  <a:pt x="15926" y="1712"/>
                  <a:pt x="15936" y="1701"/>
                </a:cubicBezTo>
                <a:lnTo>
                  <a:pt x="16179" y="1458"/>
                </a:lnTo>
                <a:cubicBezTo>
                  <a:pt x="16190" y="1448"/>
                  <a:pt x="16208" y="1448"/>
                  <a:pt x="16218" y="1458"/>
                </a:cubicBezTo>
                <a:cubicBezTo>
                  <a:pt x="16229" y="1469"/>
                  <a:pt x="16229" y="1486"/>
                  <a:pt x="16218" y="1497"/>
                </a:cubicBezTo>
                <a:lnTo>
                  <a:pt x="15975" y="1740"/>
                </a:lnTo>
                <a:cubicBezTo>
                  <a:pt x="15968" y="1747"/>
                  <a:pt x="15961" y="1747"/>
                  <a:pt x="15954" y="1747"/>
                </a:cubicBezTo>
                <a:close/>
                <a:moveTo>
                  <a:pt x="12575" y="1747"/>
                </a:moveTo>
                <a:cubicBezTo>
                  <a:pt x="12568" y="1747"/>
                  <a:pt x="12561" y="1743"/>
                  <a:pt x="12558" y="1740"/>
                </a:cubicBezTo>
                <a:cubicBezTo>
                  <a:pt x="12547" y="1729"/>
                  <a:pt x="12547" y="1712"/>
                  <a:pt x="12558" y="1701"/>
                </a:cubicBezTo>
                <a:lnTo>
                  <a:pt x="12801" y="1458"/>
                </a:lnTo>
                <a:cubicBezTo>
                  <a:pt x="12812" y="1448"/>
                  <a:pt x="12830" y="1448"/>
                  <a:pt x="12840" y="1458"/>
                </a:cubicBezTo>
                <a:cubicBezTo>
                  <a:pt x="12851" y="1469"/>
                  <a:pt x="12850" y="1486"/>
                  <a:pt x="12840" y="1497"/>
                </a:cubicBezTo>
                <a:lnTo>
                  <a:pt x="12597" y="1740"/>
                </a:lnTo>
                <a:cubicBezTo>
                  <a:pt x="12590" y="1747"/>
                  <a:pt x="12583" y="1747"/>
                  <a:pt x="12575" y="1747"/>
                </a:cubicBezTo>
                <a:close/>
                <a:moveTo>
                  <a:pt x="11611" y="1747"/>
                </a:moveTo>
                <a:cubicBezTo>
                  <a:pt x="11604" y="1747"/>
                  <a:pt x="11597" y="1743"/>
                  <a:pt x="11594" y="1740"/>
                </a:cubicBezTo>
                <a:cubicBezTo>
                  <a:pt x="11583" y="1729"/>
                  <a:pt x="11583" y="1712"/>
                  <a:pt x="11594" y="1701"/>
                </a:cubicBezTo>
                <a:lnTo>
                  <a:pt x="11836" y="1458"/>
                </a:lnTo>
                <a:cubicBezTo>
                  <a:pt x="11846" y="1448"/>
                  <a:pt x="11864" y="1448"/>
                  <a:pt x="11874" y="1458"/>
                </a:cubicBezTo>
                <a:cubicBezTo>
                  <a:pt x="11885" y="1469"/>
                  <a:pt x="11885" y="1486"/>
                  <a:pt x="11874" y="1497"/>
                </a:cubicBezTo>
                <a:lnTo>
                  <a:pt x="11632" y="1740"/>
                </a:lnTo>
                <a:cubicBezTo>
                  <a:pt x="11625" y="1747"/>
                  <a:pt x="11618" y="1747"/>
                  <a:pt x="11611" y="1747"/>
                </a:cubicBezTo>
                <a:close/>
                <a:moveTo>
                  <a:pt x="10646" y="1747"/>
                </a:moveTo>
                <a:cubicBezTo>
                  <a:pt x="10639" y="1747"/>
                  <a:pt x="10632" y="1743"/>
                  <a:pt x="10628" y="1740"/>
                </a:cubicBezTo>
                <a:cubicBezTo>
                  <a:pt x="10618" y="1729"/>
                  <a:pt x="10618" y="1712"/>
                  <a:pt x="10628" y="1701"/>
                </a:cubicBezTo>
                <a:lnTo>
                  <a:pt x="10871" y="1458"/>
                </a:lnTo>
                <a:cubicBezTo>
                  <a:pt x="10882" y="1448"/>
                  <a:pt x="10899" y="1448"/>
                  <a:pt x="10910" y="1458"/>
                </a:cubicBezTo>
                <a:cubicBezTo>
                  <a:pt x="10920" y="1469"/>
                  <a:pt x="10921" y="1486"/>
                  <a:pt x="10910" y="1497"/>
                </a:cubicBezTo>
                <a:lnTo>
                  <a:pt x="10667" y="1740"/>
                </a:lnTo>
                <a:cubicBezTo>
                  <a:pt x="10660" y="1747"/>
                  <a:pt x="10653" y="1747"/>
                  <a:pt x="10646" y="1747"/>
                </a:cubicBezTo>
                <a:close/>
                <a:moveTo>
                  <a:pt x="7268" y="1747"/>
                </a:moveTo>
                <a:cubicBezTo>
                  <a:pt x="7260" y="1747"/>
                  <a:pt x="7253" y="1743"/>
                  <a:pt x="7250" y="1740"/>
                </a:cubicBezTo>
                <a:cubicBezTo>
                  <a:pt x="7239" y="1729"/>
                  <a:pt x="7239" y="1712"/>
                  <a:pt x="7250" y="1701"/>
                </a:cubicBezTo>
                <a:lnTo>
                  <a:pt x="7493" y="1458"/>
                </a:lnTo>
                <a:cubicBezTo>
                  <a:pt x="7504" y="1448"/>
                  <a:pt x="7521" y="1448"/>
                  <a:pt x="7532" y="1458"/>
                </a:cubicBezTo>
                <a:cubicBezTo>
                  <a:pt x="7542" y="1469"/>
                  <a:pt x="7542" y="1486"/>
                  <a:pt x="7532" y="1497"/>
                </a:cubicBezTo>
                <a:lnTo>
                  <a:pt x="7289" y="1740"/>
                </a:lnTo>
                <a:cubicBezTo>
                  <a:pt x="7282" y="1747"/>
                  <a:pt x="7275" y="1747"/>
                  <a:pt x="7268" y="1747"/>
                </a:cubicBezTo>
                <a:close/>
                <a:moveTo>
                  <a:pt x="4854" y="1747"/>
                </a:moveTo>
                <a:cubicBezTo>
                  <a:pt x="4847" y="1747"/>
                  <a:pt x="4840" y="1743"/>
                  <a:pt x="4837" y="1740"/>
                </a:cubicBezTo>
                <a:cubicBezTo>
                  <a:pt x="4826" y="1729"/>
                  <a:pt x="4826" y="1712"/>
                  <a:pt x="4837" y="1701"/>
                </a:cubicBezTo>
                <a:lnTo>
                  <a:pt x="5080" y="1458"/>
                </a:lnTo>
                <a:cubicBezTo>
                  <a:pt x="5090" y="1448"/>
                  <a:pt x="5108" y="1448"/>
                  <a:pt x="5119" y="1458"/>
                </a:cubicBezTo>
                <a:cubicBezTo>
                  <a:pt x="5129" y="1469"/>
                  <a:pt x="5129" y="1486"/>
                  <a:pt x="5119" y="1497"/>
                </a:cubicBezTo>
                <a:lnTo>
                  <a:pt x="4875" y="1740"/>
                </a:lnTo>
                <a:cubicBezTo>
                  <a:pt x="4865" y="1747"/>
                  <a:pt x="4861" y="1747"/>
                  <a:pt x="4854" y="1747"/>
                </a:cubicBezTo>
                <a:close/>
                <a:moveTo>
                  <a:pt x="4372" y="1747"/>
                </a:moveTo>
                <a:cubicBezTo>
                  <a:pt x="4365" y="1747"/>
                  <a:pt x="4358" y="1743"/>
                  <a:pt x="4354" y="1740"/>
                </a:cubicBezTo>
                <a:cubicBezTo>
                  <a:pt x="4344" y="1729"/>
                  <a:pt x="4344" y="1712"/>
                  <a:pt x="4354" y="1701"/>
                </a:cubicBezTo>
                <a:lnTo>
                  <a:pt x="4597" y="1458"/>
                </a:lnTo>
                <a:cubicBezTo>
                  <a:pt x="4608" y="1448"/>
                  <a:pt x="4625" y="1448"/>
                  <a:pt x="4636" y="1458"/>
                </a:cubicBezTo>
                <a:cubicBezTo>
                  <a:pt x="4646" y="1469"/>
                  <a:pt x="4646" y="1486"/>
                  <a:pt x="4636" y="1497"/>
                </a:cubicBezTo>
                <a:lnTo>
                  <a:pt x="4393" y="1740"/>
                </a:lnTo>
                <a:cubicBezTo>
                  <a:pt x="4382" y="1747"/>
                  <a:pt x="4379" y="1747"/>
                  <a:pt x="4372" y="1747"/>
                </a:cubicBezTo>
                <a:close/>
                <a:moveTo>
                  <a:pt x="3889" y="1747"/>
                </a:moveTo>
                <a:cubicBezTo>
                  <a:pt x="3882" y="1747"/>
                  <a:pt x="3875" y="1743"/>
                  <a:pt x="3871" y="1740"/>
                </a:cubicBezTo>
                <a:cubicBezTo>
                  <a:pt x="3861" y="1729"/>
                  <a:pt x="3861" y="1712"/>
                  <a:pt x="3871" y="1701"/>
                </a:cubicBezTo>
                <a:lnTo>
                  <a:pt x="4115" y="1458"/>
                </a:lnTo>
                <a:cubicBezTo>
                  <a:pt x="4125" y="1448"/>
                  <a:pt x="4143" y="1448"/>
                  <a:pt x="4153" y="1458"/>
                </a:cubicBezTo>
                <a:cubicBezTo>
                  <a:pt x="4164" y="1469"/>
                  <a:pt x="4164" y="1486"/>
                  <a:pt x="4153" y="1497"/>
                </a:cubicBezTo>
                <a:lnTo>
                  <a:pt x="3910" y="1740"/>
                </a:lnTo>
                <a:cubicBezTo>
                  <a:pt x="3900" y="1747"/>
                  <a:pt x="3896" y="1747"/>
                  <a:pt x="3889" y="1747"/>
                </a:cubicBezTo>
                <a:close/>
                <a:moveTo>
                  <a:pt x="3406" y="1747"/>
                </a:moveTo>
                <a:cubicBezTo>
                  <a:pt x="3399" y="1747"/>
                  <a:pt x="3392" y="1743"/>
                  <a:pt x="3389" y="1740"/>
                </a:cubicBezTo>
                <a:cubicBezTo>
                  <a:pt x="3378" y="1729"/>
                  <a:pt x="3378" y="1712"/>
                  <a:pt x="3389" y="1701"/>
                </a:cubicBezTo>
                <a:lnTo>
                  <a:pt x="3632" y="1458"/>
                </a:lnTo>
                <a:cubicBezTo>
                  <a:pt x="3642" y="1448"/>
                  <a:pt x="3660" y="1448"/>
                  <a:pt x="3671" y="1458"/>
                </a:cubicBezTo>
                <a:cubicBezTo>
                  <a:pt x="3681" y="1469"/>
                  <a:pt x="3681" y="1486"/>
                  <a:pt x="3671" y="1497"/>
                </a:cubicBezTo>
                <a:lnTo>
                  <a:pt x="3428" y="1740"/>
                </a:lnTo>
                <a:cubicBezTo>
                  <a:pt x="3417" y="1747"/>
                  <a:pt x="3413" y="1747"/>
                  <a:pt x="3406" y="1747"/>
                </a:cubicBezTo>
                <a:close/>
                <a:moveTo>
                  <a:pt x="2924" y="1747"/>
                </a:moveTo>
                <a:cubicBezTo>
                  <a:pt x="2917" y="1747"/>
                  <a:pt x="2910" y="1743"/>
                  <a:pt x="2906" y="1740"/>
                </a:cubicBezTo>
                <a:cubicBezTo>
                  <a:pt x="2896" y="1729"/>
                  <a:pt x="2896" y="1712"/>
                  <a:pt x="2906" y="1701"/>
                </a:cubicBezTo>
                <a:lnTo>
                  <a:pt x="3149" y="1458"/>
                </a:lnTo>
                <a:cubicBezTo>
                  <a:pt x="3160" y="1448"/>
                  <a:pt x="3177" y="1448"/>
                  <a:pt x="3188" y="1458"/>
                </a:cubicBezTo>
                <a:cubicBezTo>
                  <a:pt x="3199" y="1469"/>
                  <a:pt x="3199" y="1486"/>
                  <a:pt x="3188" y="1497"/>
                </a:cubicBezTo>
                <a:lnTo>
                  <a:pt x="2945" y="1740"/>
                </a:lnTo>
                <a:cubicBezTo>
                  <a:pt x="2934" y="1747"/>
                  <a:pt x="2931" y="1747"/>
                  <a:pt x="2924" y="1747"/>
                </a:cubicBezTo>
                <a:close/>
                <a:moveTo>
                  <a:pt x="2441" y="1747"/>
                </a:moveTo>
                <a:cubicBezTo>
                  <a:pt x="2434" y="1747"/>
                  <a:pt x="2427" y="1743"/>
                  <a:pt x="2424" y="1740"/>
                </a:cubicBezTo>
                <a:cubicBezTo>
                  <a:pt x="2413" y="1729"/>
                  <a:pt x="2413" y="1712"/>
                  <a:pt x="2424" y="1701"/>
                </a:cubicBezTo>
                <a:lnTo>
                  <a:pt x="2667" y="1458"/>
                </a:lnTo>
                <a:cubicBezTo>
                  <a:pt x="2677" y="1448"/>
                  <a:pt x="2694" y="1448"/>
                  <a:pt x="2705" y="1458"/>
                </a:cubicBezTo>
                <a:cubicBezTo>
                  <a:pt x="2715" y="1469"/>
                  <a:pt x="2716" y="1486"/>
                  <a:pt x="2705" y="1497"/>
                </a:cubicBezTo>
                <a:lnTo>
                  <a:pt x="2462" y="1740"/>
                </a:lnTo>
                <a:cubicBezTo>
                  <a:pt x="2452" y="1747"/>
                  <a:pt x="2448" y="1747"/>
                  <a:pt x="2441" y="1747"/>
                </a:cubicBezTo>
                <a:close/>
                <a:moveTo>
                  <a:pt x="23193" y="1264"/>
                </a:moveTo>
                <a:cubicBezTo>
                  <a:pt x="23186" y="1264"/>
                  <a:pt x="23179" y="1261"/>
                  <a:pt x="23176" y="1257"/>
                </a:cubicBezTo>
                <a:cubicBezTo>
                  <a:pt x="23165" y="1247"/>
                  <a:pt x="23165" y="1229"/>
                  <a:pt x="23176" y="1219"/>
                </a:cubicBezTo>
                <a:lnTo>
                  <a:pt x="23419" y="976"/>
                </a:lnTo>
                <a:cubicBezTo>
                  <a:pt x="23430" y="965"/>
                  <a:pt x="23447" y="965"/>
                  <a:pt x="23458" y="976"/>
                </a:cubicBezTo>
                <a:cubicBezTo>
                  <a:pt x="23468" y="986"/>
                  <a:pt x="23468" y="1004"/>
                  <a:pt x="23458" y="1014"/>
                </a:cubicBezTo>
                <a:lnTo>
                  <a:pt x="23215" y="1257"/>
                </a:lnTo>
                <a:cubicBezTo>
                  <a:pt x="23208" y="1261"/>
                  <a:pt x="23201" y="1264"/>
                  <a:pt x="23193" y="1264"/>
                </a:cubicBezTo>
                <a:close/>
                <a:moveTo>
                  <a:pt x="22228" y="1264"/>
                </a:moveTo>
                <a:cubicBezTo>
                  <a:pt x="22221" y="1264"/>
                  <a:pt x="22214" y="1261"/>
                  <a:pt x="22211" y="1257"/>
                </a:cubicBezTo>
                <a:cubicBezTo>
                  <a:pt x="22200" y="1247"/>
                  <a:pt x="22200" y="1229"/>
                  <a:pt x="22211" y="1219"/>
                </a:cubicBezTo>
                <a:lnTo>
                  <a:pt x="22454" y="976"/>
                </a:lnTo>
                <a:cubicBezTo>
                  <a:pt x="22464" y="965"/>
                  <a:pt x="22482" y="965"/>
                  <a:pt x="22492" y="976"/>
                </a:cubicBezTo>
                <a:cubicBezTo>
                  <a:pt x="22503" y="986"/>
                  <a:pt x="22503" y="1004"/>
                  <a:pt x="22492" y="1014"/>
                </a:cubicBezTo>
                <a:lnTo>
                  <a:pt x="22249" y="1257"/>
                </a:lnTo>
                <a:cubicBezTo>
                  <a:pt x="22242" y="1261"/>
                  <a:pt x="22235" y="1264"/>
                  <a:pt x="22228" y="1264"/>
                </a:cubicBezTo>
                <a:close/>
                <a:moveTo>
                  <a:pt x="21263" y="1264"/>
                </a:moveTo>
                <a:cubicBezTo>
                  <a:pt x="21256" y="1264"/>
                  <a:pt x="21249" y="1261"/>
                  <a:pt x="21245" y="1257"/>
                </a:cubicBezTo>
                <a:cubicBezTo>
                  <a:pt x="21235" y="1247"/>
                  <a:pt x="21235" y="1229"/>
                  <a:pt x="21245" y="1219"/>
                </a:cubicBezTo>
                <a:lnTo>
                  <a:pt x="21488" y="976"/>
                </a:lnTo>
                <a:cubicBezTo>
                  <a:pt x="21499" y="965"/>
                  <a:pt x="21517" y="965"/>
                  <a:pt x="21527" y="976"/>
                </a:cubicBezTo>
                <a:cubicBezTo>
                  <a:pt x="21538" y="986"/>
                  <a:pt x="21538" y="1004"/>
                  <a:pt x="21527" y="1014"/>
                </a:cubicBezTo>
                <a:lnTo>
                  <a:pt x="21284" y="1257"/>
                </a:lnTo>
                <a:cubicBezTo>
                  <a:pt x="21277" y="1261"/>
                  <a:pt x="21270" y="1264"/>
                  <a:pt x="21263" y="1264"/>
                </a:cubicBezTo>
                <a:close/>
                <a:moveTo>
                  <a:pt x="17884" y="1264"/>
                </a:moveTo>
                <a:cubicBezTo>
                  <a:pt x="17877" y="1264"/>
                  <a:pt x="17870" y="1261"/>
                  <a:pt x="17867" y="1257"/>
                </a:cubicBezTo>
                <a:cubicBezTo>
                  <a:pt x="17856" y="1247"/>
                  <a:pt x="17856" y="1229"/>
                  <a:pt x="17867" y="1219"/>
                </a:cubicBezTo>
                <a:lnTo>
                  <a:pt x="18110" y="976"/>
                </a:lnTo>
                <a:cubicBezTo>
                  <a:pt x="18121" y="965"/>
                  <a:pt x="18138" y="965"/>
                  <a:pt x="18149" y="976"/>
                </a:cubicBezTo>
                <a:cubicBezTo>
                  <a:pt x="18159" y="986"/>
                  <a:pt x="18159" y="1004"/>
                  <a:pt x="18149" y="1014"/>
                </a:cubicBezTo>
                <a:lnTo>
                  <a:pt x="17906" y="1257"/>
                </a:lnTo>
                <a:cubicBezTo>
                  <a:pt x="17899" y="1261"/>
                  <a:pt x="17892" y="1264"/>
                  <a:pt x="17884" y="1264"/>
                </a:cubicBezTo>
                <a:close/>
                <a:moveTo>
                  <a:pt x="16919" y="1264"/>
                </a:moveTo>
                <a:cubicBezTo>
                  <a:pt x="16912" y="1264"/>
                  <a:pt x="16905" y="1261"/>
                  <a:pt x="16902" y="1257"/>
                </a:cubicBezTo>
                <a:cubicBezTo>
                  <a:pt x="16891" y="1247"/>
                  <a:pt x="16891" y="1229"/>
                  <a:pt x="16902" y="1219"/>
                </a:cubicBezTo>
                <a:lnTo>
                  <a:pt x="17145" y="976"/>
                </a:lnTo>
                <a:cubicBezTo>
                  <a:pt x="17155" y="965"/>
                  <a:pt x="17173" y="965"/>
                  <a:pt x="17183" y="976"/>
                </a:cubicBezTo>
                <a:cubicBezTo>
                  <a:pt x="17194" y="986"/>
                  <a:pt x="17194" y="1004"/>
                  <a:pt x="17183" y="1014"/>
                </a:cubicBezTo>
                <a:lnTo>
                  <a:pt x="16940" y="1257"/>
                </a:lnTo>
                <a:cubicBezTo>
                  <a:pt x="16933" y="1261"/>
                  <a:pt x="16926" y="1264"/>
                  <a:pt x="16919" y="1264"/>
                </a:cubicBezTo>
                <a:close/>
                <a:moveTo>
                  <a:pt x="15954" y="1264"/>
                </a:moveTo>
                <a:cubicBezTo>
                  <a:pt x="15947" y="1264"/>
                  <a:pt x="15940" y="1261"/>
                  <a:pt x="15936" y="1257"/>
                </a:cubicBezTo>
                <a:cubicBezTo>
                  <a:pt x="15926" y="1247"/>
                  <a:pt x="15926" y="1229"/>
                  <a:pt x="15936" y="1219"/>
                </a:cubicBezTo>
                <a:lnTo>
                  <a:pt x="16179" y="976"/>
                </a:lnTo>
                <a:cubicBezTo>
                  <a:pt x="16190" y="965"/>
                  <a:pt x="16208" y="966"/>
                  <a:pt x="16218" y="976"/>
                </a:cubicBezTo>
                <a:cubicBezTo>
                  <a:pt x="16229" y="987"/>
                  <a:pt x="16229" y="1004"/>
                  <a:pt x="16218" y="1014"/>
                </a:cubicBezTo>
                <a:lnTo>
                  <a:pt x="15975" y="1257"/>
                </a:lnTo>
                <a:cubicBezTo>
                  <a:pt x="15968" y="1261"/>
                  <a:pt x="15961" y="1264"/>
                  <a:pt x="15954" y="1264"/>
                </a:cubicBezTo>
                <a:close/>
                <a:moveTo>
                  <a:pt x="12575" y="1264"/>
                </a:moveTo>
                <a:cubicBezTo>
                  <a:pt x="12568" y="1264"/>
                  <a:pt x="12561" y="1261"/>
                  <a:pt x="12558" y="1257"/>
                </a:cubicBezTo>
                <a:cubicBezTo>
                  <a:pt x="12547" y="1247"/>
                  <a:pt x="12547" y="1229"/>
                  <a:pt x="12558" y="1219"/>
                </a:cubicBezTo>
                <a:lnTo>
                  <a:pt x="12801" y="976"/>
                </a:lnTo>
                <a:cubicBezTo>
                  <a:pt x="12812" y="965"/>
                  <a:pt x="12830" y="966"/>
                  <a:pt x="12840" y="976"/>
                </a:cubicBezTo>
                <a:cubicBezTo>
                  <a:pt x="12851" y="987"/>
                  <a:pt x="12850" y="1004"/>
                  <a:pt x="12840" y="1014"/>
                </a:cubicBezTo>
                <a:lnTo>
                  <a:pt x="12597" y="1257"/>
                </a:lnTo>
                <a:cubicBezTo>
                  <a:pt x="12590" y="1261"/>
                  <a:pt x="12583" y="1264"/>
                  <a:pt x="12575" y="1264"/>
                </a:cubicBezTo>
                <a:close/>
                <a:moveTo>
                  <a:pt x="11611" y="1264"/>
                </a:moveTo>
                <a:cubicBezTo>
                  <a:pt x="11604" y="1264"/>
                  <a:pt x="11597" y="1261"/>
                  <a:pt x="11594" y="1257"/>
                </a:cubicBezTo>
                <a:cubicBezTo>
                  <a:pt x="11583" y="1247"/>
                  <a:pt x="11583" y="1229"/>
                  <a:pt x="11594" y="1219"/>
                </a:cubicBezTo>
                <a:lnTo>
                  <a:pt x="11836" y="976"/>
                </a:lnTo>
                <a:cubicBezTo>
                  <a:pt x="11846" y="965"/>
                  <a:pt x="11864" y="966"/>
                  <a:pt x="11874" y="976"/>
                </a:cubicBezTo>
                <a:cubicBezTo>
                  <a:pt x="11885" y="987"/>
                  <a:pt x="11885" y="1004"/>
                  <a:pt x="11874" y="1014"/>
                </a:cubicBezTo>
                <a:lnTo>
                  <a:pt x="11632" y="1257"/>
                </a:lnTo>
                <a:cubicBezTo>
                  <a:pt x="11625" y="1261"/>
                  <a:pt x="11618" y="1264"/>
                  <a:pt x="11611" y="1264"/>
                </a:cubicBezTo>
                <a:close/>
                <a:moveTo>
                  <a:pt x="10646" y="1264"/>
                </a:moveTo>
                <a:cubicBezTo>
                  <a:pt x="10639" y="1264"/>
                  <a:pt x="10632" y="1261"/>
                  <a:pt x="10628" y="1257"/>
                </a:cubicBezTo>
                <a:cubicBezTo>
                  <a:pt x="10618" y="1247"/>
                  <a:pt x="10618" y="1229"/>
                  <a:pt x="10628" y="1219"/>
                </a:cubicBezTo>
                <a:lnTo>
                  <a:pt x="10871" y="976"/>
                </a:lnTo>
                <a:cubicBezTo>
                  <a:pt x="10882" y="965"/>
                  <a:pt x="10899" y="966"/>
                  <a:pt x="10910" y="976"/>
                </a:cubicBezTo>
                <a:cubicBezTo>
                  <a:pt x="10920" y="987"/>
                  <a:pt x="10921" y="1004"/>
                  <a:pt x="10910" y="1014"/>
                </a:cubicBezTo>
                <a:lnTo>
                  <a:pt x="10667" y="1257"/>
                </a:lnTo>
                <a:cubicBezTo>
                  <a:pt x="10660" y="1261"/>
                  <a:pt x="10653" y="1264"/>
                  <a:pt x="10646" y="1264"/>
                </a:cubicBezTo>
                <a:close/>
                <a:moveTo>
                  <a:pt x="7268" y="1264"/>
                </a:moveTo>
                <a:cubicBezTo>
                  <a:pt x="7260" y="1264"/>
                  <a:pt x="7253" y="1261"/>
                  <a:pt x="7250" y="1257"/>
                </a:cubicBezTo>
                <a:cubicBezTo>
                  <a:pt x="7239" y="1247"/>
                  <a:pt x="7239" y="1229"/>
                  <a:pt x="7250" y="1219"/>
                </a:cubicBezTo>
                <a:lnTo>
                  <a:pt x="7493" y="976"/>
                </a:lnTo>
                <a:cubicBezTo>
                  <a:pt x="7504" y="965"/>
                  <a:pt x="7521" y="965"/>
                  <a:pt x="7532" y="976"/>
                </a:cubicBezTo>
                <a:cubicBezTo>
                  <a:pt x="7542" y="986"/>
                  <a:pt x="7542" y="1004"/>
                  <a:pt x="7532" y="1014"/>
                </a:cubicBezTo>
                <a:lnTo>
                  <a:pt x="7289" y="1257"/>
                </a:lnTo>
                <a:cubicBezTo>
                  <a:pt x="7282" y="1261"/>
                  <a:pt x="7275" y="1264"/>
                  <a:pt x="7268" y="1264"/>
                </a:cubicBezTo>
                <a:close/>
                <a:moveTo>
                  <a:pt x="4854" y="1264"/>
                </a:moveTo>
                <a:cubicBezTo>
                  <a:pt x="4847" y="1264"/>
                  <a:pt x="4840" y="1261"/>
                  <a:pt x="4837" y="1257"/>
                </a:cubicBezTo>
                <a:cubicBezTo>
                  <a:pt x="4826" y="1247"/>
                  <a:pt x="4826" y="1229"/>
                  <a:pt x="4837" y="1219"/>
                </a:cubicBezTo>
                <a:lnTo>
                  <a:pt x="5080" y="976"/>
                </a:lnTo>
                <a:cubicBezTo>
                  <a:pt x="5090" y="965"/>
                  <a:pt x="5108" y="965"/>
                  <a:pt x="5119" y="976"/>
                </a:cubicBezTo>
                <a:cubicBezTo>
                  <a:pt x="5129" y="986"/>
                  <a:pt x="5129" y="1004"/>
                  <a:pt x="5119" y="1014"/>
                </a:cubicBezTo>
                <a:lnTo>
                  <a:pt x="4875" y="1257"/>
                </a:lnTo>
                <a:cubicBezTo>
                  <a:pt x="4865" y="1261"/>
                  <a:pt x="4861" y="1264"/>
                  <a:pt x="4854" y="1264"/>
                </a:cubicBezTo>
                <a:close/>
                <a:moveTo>
                  <a:pt x="4372" y="1264"/>
                </a:moveTo>
                <a:cubicBezTo>
                  <a:pt x="4365" y="1264"/>
                  <a:pt x="4358" y="1261"/>
                  <a:pt x="4354" y="1257"/>
                </a:cubicBezTo>
                <a:cubicBezTo>
                  <a:pt x="4344" y="1247"/>
                  <a:pt x="4344" y="1229"/>
                  <a:pt x="4354" y="1219"/>
                </a:cubicBezTo>
                <a:lnTo>
                  <a:pt x="4597" y="976"/>
                </a:lnTo>
                <a:cubicBezTo>
                  <a:pt x="4608" y="965"/>
                  <a:pt x="4625" y="965"/>
                  <a:pt x="4636" y="976"/>
                </a:cubicBezTo>
                <a:cubicBezTo>
                  <a:pt x="4646" y="986"/>
                  <a:pt x="4646" y="1004"/>
                  <a:pt x="4636" y="1014"/>
                </a:cubicBezTo>
                <a:lnTo>
                  <a:pt x="4393" y="1257"/>
                </a:lnTo>
                <a:cubicBezTo>
                  <a:pt x="4382" y="1261"/>
                  <a:pt x="4379" y="1264"/>
                  <a:pt x="4372" y="1264"/>
                </a:cubicBezTo>
                <a:close/>
                <a:moveTo>
                  <a:pt x="3889" y="1264"/>
                </a:moveTo>
                <a:cubicBezTo>
                  <a:pt x="3882" y="1264"/>
                  <a:pt x="3875" y="1261"/>
                  <a:pt x="3871" y="1257"/>
                </a:cubicBezTo>
                <a:cubicBezTo>
                  <a:pt x="3861" y="1247"/>
                  <a:pt x="3861" y="1229"/>
                  <a:pt x="3871" y="1219"/>
                </a:cubicBezTo>
                <a:lnTo>
                  <a:pt x="4115" y="976"/>
                </a:lnTo>
                <a:cubicBezTo>
                  <a:pt x="4125" y="965"/>
                  <a:pt x="4143" y="965"/>
                  <a:pt x="4153" y="976"/>
                </a:cubicBezTo>
                <a:cubicBezTo>
                  <a:pt x="4164" y="986"/>
                  <a:pt x="4164" y="1004"/>
                  <a:pt x="4153" y="1014"/>
                </a:cubicBezTo>
                <a:lnTo>
                  <a:pt x="3910" y="1257"/>
                </a:lnTo>
                <a:cubicBezTo>
                  <a:pt x="3900" y="1261"/>
                  <a:pt x="3896" y="1264"/>
                  <a:pt x="3889" y="1264"/>
                </a:cubicBezTo>
                <a:close/>
                <a:moveTo>
                  <a:pt x="3406" y="1264"/>
                </a:moveTo>
                <a:cubicBezTo>
                  <a:pt x="3399" y="1264"/>
                  <a:pt x="3392" y="1261"/>
                  <a:pt x="3389" y="1257"/>
                </a:cubicBezTo>
                <a:cubicBezTo>
                  <a:pt x="3378" y="1247"/>
                  <a:pt x="3378" y="1229"/>
                  <a:pt x="3389" y="1219"/>
                </a:cubicBezTo>
                <a:lnTo>
                  <a:pt x="3632" y="976"/>
                </a:lnTo>
                <a:cubicBezTo>
                  <a:pt x="3642" y="965"/>
                  <a:pt x="3660" y="965"/>
                  <a:pt x="3671" y="976"/>
                </a:cubicBezTo>
                <a:cubicBezTo>
                  <a:pt x="3681" y="986"/>
                  <a:pt x="3681" y="1004"/>
                  <a:pt x="3671" y="1014"/>
                </a:cubicBezTo>
                <a:lnTo>
                  <a:pt x="3428" y="1257"/>
                </a:lnTo>
                <a:cubicBezTo>
                  <a:pt x="3417" y="1261"/>
                  <a:pt x="3413" y="1264"/>
                  <a:pt x="3406" y="1264"/>
                </a:cubicBezTo>
                <a:close/>
                <a:moveTo>
                  <a:pt x="2924" y="1264"/>
                </a:moveTo>
                <a:cubicBezTo>
                  <a:pt x="2917" y="1264"/>
                  <a:pt x="2910" y="1261"/>
                  <a:pt x="2906" y="1257"/>
                </a:cubicBezTo>
                <a:cubicBezTo>
                  <a:pt x="2896" y="1247"/>
                  <a:pt x="2896" y="1229"/>
                  <a:pt x="2906" y="1219"/>
                </a:cubicBezTo>
                <a:lnTo>
                  <a:pt x="3149" y="976"/>
                </a:lnTo>
                <a:cubicBezTo>
                  <a:pt x="3160" y="965"/>
                  <a:pt x="3177" y="966"/>
                  <a:pt x="3188" y="976"/>
                </a:cubicBezTo>
                <a:cubicBezTo>
                  <a:pt x="3199" y="987"/>
                  <a:pt x="3199" y="1004"/>
                  <a:pt x="3188" y="1014"/>
                </a:cubicBezTo>
                <a:lnTo>
                  <a:pt x="2945" y="1257"/>
                </a:lnTo>
                <a:cubicBezTo>
                  <a:pt x="2934" y="1261"/>
                  <a:pt x="2931" y="1264"/>
                  <a:pt x="2924" y="1264"/>
                </a:cubicBezTo>
                <a:close/>
                <a:moveTo>
                  <a:pt x="2441" y="1264"/>
                </a:moveTo>
                <a:cubicBezTo>
                  <a:pt x="2434" y="1264"/>
                  <a:pt x="2427" y="1261"/>
                  <a:pt x="2424" y="1257"/>
                </a:cubicBezTo>
                <a:cubicBezTo>
                  <a:pt x="2413" y="1247"/>
                  <a:pt x="2413" y="1229"/>
                  <a:pt x="2424" y="1219"/>
                </a:cubicBezTo>
                <a:lnTo>
                  <a:pt x="2667" y="976"/>
                </a:lnTo>
                <a:cubicBezTo>
                  <a:pt x="2677" y="965"/>
                  <a:pt x="2694" y="966"/>
                  <a:pt x="2705" y="976"/>
                </a:cubicBezTo>
                <a:cubicBezTo>
                  <a:pt x="2715" y="987"/>
                  <a:pt x="2716" y="1004"/>
                  <a:pt x="2705" y="1014"/>
                </a:cubicBezTo>
                <a:lnTo>
                  <a:pt x="2462" y="1257"/>
                </a:lnTo>
                <a:cubicBezTo>
                  <a:pt x="2452" y="1261"/>
                  <a:pt x="2448" y="1264"/>
                  <a:pt x="2441" y="1264"/>
                </a:cubicBezTo>
                <a:close/>
                <a:moveTo>
                  <a:pt x="22711" y="1264"/>
                </a:moveTo>
                <a:cubicBezTo>
                  <a:pt x="22704" y="1264"/>
                  <a:pt x="22697" y="1261"/>
                  <a:pt x="22693" y="1257"/>
                </a:cubicBezTo>
                <a:cubicBezTo>
                  <a:pt x="22683" y="1247"/>
                  <a:pt x="22683" y="1229"/>
                  <a:pt x="22693" y="1219"/>
                </a:cubicBezTo>
                <a:lnTo>
                  <a:pt x="22936" y="976"/>
                </a:lnTo>
                <a:cubicBezTo>
                  <a:pt x="22947" y="965"/>
                  <a:pt x="22964" y="965"/>
                  <a:pt x="22975" y="976"/>
                </a:cubicBezTo>
                <a:cubicBezTo>
                  <a:pt x="22986" y="986"/>
                  <a:pt x="22986" y="1004"/>
                  <a:pt x="22975" y="1014"/>
                </a:cubicBezTo>
                <a:lnTo>
                  <a:pt x="22732" y="1257"/>
                </a:lnTo>
                <a:cubicBezTo>
                  <a:pt x="22725" y="1261"/>
                  <a:pt x="22718" y="1264"/>
                  <a:pt x="22711" y="1264"/>
                </a:cubicBezTo>
                <a:close/>
                <a:moveTo>
                  <a:pt x="21746" y="1264"/>
                </a:moveTo>
                <a:cubicBezTo>
                  <a:pt x="21739" y="1264"/>
                  <a:pt x="21731" y="1261"/>
                  <a:pt x="21728" y="1257"/>
                </a:cubicBezTo>
                <a:cubicBezTo>
                  <a:pt x="21717" y="1247"/>
                  <a:pt x="21717" y="1229"/>
                  <a:pt x="21728" y="1219"/>
                </a:cubicBezTo>
                <a:lnTo>
                  <a:pt x="21968" y="976"/>
                </a:lnTo>
                <a:cubicBezTo>
                  <a:pt x="21978" y="965"/>
                  <a:pt x="21996" y="965"/>
                  <a:pt x="22006" y="976"/>
                </a:cubicBezTo>
                <a:cubicBezTo>
                  <a:pt x="22017" y="986"/>
                  <a:pt x="22017" y="1004"/>
                  <a:pt x="22006" y="1014"/>
                </a:cubicBezTo>
                <a:lnTo>
                  <a:pt x="21763" y="1257"/>
                </a:lnTo>
                <a:cubicBezTo>
                  <a:pt x="21760" y="1261"/>
                  <a:pt x="21753" y="1264"/>
                  <a:pt x="21746" y="1264"/>
                </a:cubicBezTo>
                <a:close/>
                <a:moveTo>
                  <a:pt x="20780" y="1264"/>
                </a:moveTo>
                <a:cubicBezTo>
                  <a:pt x="20773" y="1264"/>
                  <a:pt x="20766" y="1261"/>
                  <a:pt x="20763" y="1257"/>
                </a:cubicBezTo>
                <a:cubicBezTo>
                  <a:pt x="20752" y="1247"/>
                  <a:pt x="20752" y="1229"/>
                  <a:pt x="20763" y="1219"/>
                </a:cubicBezTo>
                <a:lnTo>
                  <a:pt x="21006" y="976"/>
                </a:lnTo>
                <a:cubicBezTo>
                  <a:pt x="21016" y="965"/>
                  <a:pt x="21034" y="965"/>
                  <a:pt x="21045" y="976"/>
                </a:cubicBezTo>
                <a:cubicBezTo>
                  <a:pt x="21055" y="986"/>
                  <a:pt x="21055" y="1004"/>
                  <a:pt x="21045" y="1014"/>
                </a:cubicBezTo>
                <a:lnTo>
                  <a:pt x="20805" y="1257"/>
                </a:lnTo>
                <a:cubicBezTo>
                  <a:pt x="20794" y="1261"/>
                  <a:pt x="20787" y="1264"/>
                  <a:pt x="20780" y="1264"/>
                </a:cubicBezTo>
                <a:close/>
                <a:moveTo>
                  <a:pt x="20298" y="1264"/>
                </a:moveTo>
                <a:cubicBezTo>
                  <a:pt x="20291" y="1264"/>
                  <a:pt x="20284" y="1261"/>
                  <a:pt x="20280" y="1257"/>
                </a:cubicBezTo>
                <a:cubicBezTo>
                  <a:pt x="20269" y="1247"/>
                  <a:pt x="20269" y="1229"/>
                  <a:pt x="20280" y="1219"/>
                </a:cubicBezTo>
                <a:lnTo>
                  <a:pt x="20523" y="976"/>
                </a:lnTo>
                <a:cubicBezTo>
                  <a:pt x="20534" y="965"/>
                  <a:pt x="20551" y="965"/>
                  <a:pt x="20562" y="976"/>
                </a:cubicBezTo>
                <a:cubicBezTo>
                  <a:pt x="20572" y="986"/>
                  <a:pt x="20572" y="1004"/>
                  <a:pt x="20562" y="1014"/>
                </a:cubicBezTo>
                <a:lnTo>
                  <a:pt x="20319" y="1257"/>
                </a:lnTo>
                <a:cubicBezTo>
                  <a:pt x="20312" y="1261"/>
                  <a:pt x="20305" y="1264"/>
                  <a:pt x="20298" y="1264"/>
                </a:cubicBezTo>
                <a:close/>
                <a:moveTo>
                  <a:pt x="19815" y="1264"/>
                </a:moveTo>
                <a:cubicBezTo>
                  <a:pt x="19808" y="1264"/>
                  <a:pt x="19801" y="1261"/>
                  <a:pt x="19797" y="1257"/>
                </a:cubicBezTo>
                <a:cubicBezTo>
                  <a:pt x="19787" y="1247"/>
                  <a:pt x="19787" y="1229"/>
                  <a:pt x="19797" y="1219"/>
                </a:cubicBezTo>
                <a:lnTo>
                  <a:pt x="20037" y="976"/>
                </a:lnTo>
                <a:cubicBezTo>
                  <a:pt x="20048" y="965"/>
                  <a:pt x="20065" y="965"/>
                  <a:pt x="20076" y="976"/>
                </a:cubicBezTo>
                <a:cubicBezTo>
                  <a:pt x="20086" y="986"/>
                  <a:pt x="20086" y="1004"/>
                  <a:pt x="20076" y="1014"/>
                </a:cubicBezTo>
                <a:lnTo>
                  <a:pt x="19833" y="1257"/>
                </a:lnTo>
                <a:cubicBezTo>
                  <a:pt x="19829" y="1261"/>
                  <a:pt x="19822" y="1264"/>
                  <a:pt x="19815" y="1264"/>
                </a:cubicBezTo>
                <a:close/>
                <a:moveTo>
                  <a:pt x="19332" y="1264"/>
                </a:moveTo>
                <a:cubicBezTo>
                  <a:pt x="19325" y="1264"/>
                  <a:pt x="19318" y="1261"/>
                  <a:pt x="19315" y="1257"/>
                </a:cubicBezTo>
                <a:cubicBezTo>
                  <a:pt x="19304" y="1247"/>
                  <a:pt x="19304" y="1229"/>
                  <a:pt x="19315" y="1219"/>
                </a:cubicBezTo>
                <a:lnTo>
                  <a:pt x="19558" y="976"/>
                </a:lnTo>
                <a:cubicBezTo>
                  <a:pt x="19568" y="965"/>
                  <a:pt x="19586" y="965"/>
                  <a:pt x="19597" y="976"/>
                </a:cubicBezTo>
                <a:cubicBezTo>
                  <a:pt x="19607" y="986"/>
                  <a:pt x="19607" y="1004"/>
                  <a:pt x="19597" y="1014"/>
                </a:cubicBezTo>
                <a:lnTo>
                  <a:pt x="19354" y="1257"/>
                </a:lnTo>
                <a:cubicBezTo>
                  <a:pt x="19346" y="1261"/>
                  <a:pt x="19339" y="1264"/>
                  <a:pt x="19332" y="1264"/>
                </a:cubicBezTo>
                <a:close/>
                <a:moveTo>
                  <a:pt x="18850" y="1264"/>
                </a:moveTo>
                <a:cubicBezTo>
                  <a:pt x="18843" y="1264"/>
                  <a:pt x="18836" y="1261"/>
                  <a:pt x="18832" y="1257"/>
                </a:cubicBezTo>
                <a:cubicBezTo>
                  <a:pt x="18822" y="1247"/>
                  <a:pt x="18822" y="1229"/>
                  <a:pt x="18832" y="1219"/>
                </a:cubicBezTo>
                <a:lnTo>
                  <a:pt x="19075" y="976"/>
                </a:lnTo>
                <a:cubicBezTo>
                  <a:pt x="19086" y="965"/>
                  <a:pt x="19103" y="965"/>
                  <a:pt x="19114" y="976"/>
                </a:cubicBezTo>
                <a:cubicBezTo>
                  <a:pt x="19125" y="986"/>
                  <a:pt x="19125" y="1004"/>
                  <a:pt x="19114" y="1014"/>
                </a:cubicBezTo>
                <a:lnTo>
                  <a:pt x="18874" y="1257"/>
                </a:lnTo>
                <a:cubicBezTo>
                  <a:pt x="18864" y="1261"/>
                  <a:pt x="18857" y="1264"/>
                  <a:pt x="18850" y="1264"/>
                </a:cubicBezTo>
                <a:close/>
                <a:moveTo>
                  <a:pt x="18367" y="1264"/>
                </a:moveTo>
                <a:cubicBezTo>
                  <a:pt x="18360" y="1264"/>
                  <a:pt x="18353" y="1261"/>
                  <a:pt x="18350" y="1257"/>
                </a:cubicBezTo>
                <a:cubicBezTo>
                  <a:pt x="18339" y="1247"/>
                  <a:pt x="18339" y="1229"/>
                  <a:pt x="18350" y="1219"/>
                </a:cubicBezTo>
                <a:lnTo>
                  <a:pt x="18593" y="976"/>
                </a:lnTo>
                <a:cubicBezTo>
                  <a:pt x="18603" y="965"/>
                  <a:pt x="18621" y="965"/>
                  <a:pt x="18631" y="976"/>
                </a:cubicBezTo>
                <a:cubicBezTo>
                  <a:pt x="18642" y="986"/>
                  <a:pt x="18642" y="1004"/>
                  <a:pt x="18631" y="1014"/>
                </a:cubicBezTo>
                <a:lnTo>
                  <a:pt x="18388" y="1257"/>
                </a:lnTo>
                <a:cubicBezTo>
                  <a:pt x="18381" y="1261"/>
                  <a:pt x="18374" y="1264"/>
                  <a:pt x="18367" y="1264"/>
                </a:cubicBezTo>
                <a:close/>
                <a:moveTo>
                  <a:pt x="17402" y="1264"/>
                </a:moveTo>
                <a:cubicBezTo>
                  <a:pt x="17395" y="1264"/>
                  <a:pt x="17388" y="1261"/>
                  <a:pt x="17384" y="1257"/>
                </a:cubicBezTo>
                <a:cubicBezTo>
                  <a:pt x="17374" y="1247"/>
                  <a:pt x="17374" y="1229"/>
                  <a:pt x="17384" y="1219"/>
                </a:cubicBezTo>
                <a:lnTo>
                  <a:pt x="17627" y="976"/>
                </a:lnTo>
                <a:cubicBezTo>
                  <a:pt x="17638" y="965"/>
                  <a:pt x="17655" y="965"/>
                  <a:pt x="17666" y="976"/>
                </a:cubicBezTo>
                <a:cubicBezTo>
                  <a:pt x="17677" y="986"/>
                  <a:pt x="17677" y="1004"/>
                  <a:pt x="17666" y="1014"/>
                </a:cubicBezTo>
                <a:lnTo>
                  <a:pt x="17423" y="1257"/>
                </a:lnTo>
                <a:cubicBezTo>
                  <a:pt x="17416" y="1261"/>
                  <a:pt x="17409" y="1264"/>
                  <a:pt x="17402" y="1264"/>
                </a:cubicBezTo>
                <a:close/>
                <a:moveTo>
                  <a:pt x="16437" y="1264"/>
                </a:moveTo>
                <a:cubicBezTo>
                  <a:pt x="16430" y="1264"/>
                  <a:pt x="16422" y="1261"/>
                  <a:pt x="16419" y="1257"/>
                </a:cubicBezTo>
                <a:cubicBezTo>
                  <a:pt x="16408" y="1247"/>
                  <a:pt x="16408" y="1229"/>
                  <a:pt x="16419" y="1219"/>
                </a:cubicBezTo>
                <a:lnTo>
                  <a:pt x="16662" y="976"/>
                </a:lnTo>
                <a:cubicBezTo>
                  <a:pt x="16673" y="965"/>
                  <a:pt x="16691" y="966"/>
                  <a:pt x="16701" y="976"/>
                </a:cubicBezTo>
                <a:cubicBezTo>
                  <a:pt x="16712" y="987"/>
                  <a:pt x="16711" y="1004"/>
                  <a:pt x="16701" y="1014"/>
                </a:cubicBezTo>
                <a:lnTo>
                  <a:pt x="16458" y="1257"/>
                </a:lnTo>
                <a:cubicBezTo>
                  <a:pt x="16451" y="1261"/>
                  <a:pt x="16444" y="1264"/>
                  <a:pt x="16437" y="1264"/>
                </a:cubicBezTo>
                <a:close/>
                <a:moveTo>
                  <a:pt x="15471" y="1264"/>
                </a:moveTo>
                <a:cubicBezTo>
                  <a:pt x="15464" y="1264"/>
                  <a:pt x="15457" y="1261"/>
                  <a:pt x="15454" y="1257"/>
                </a:cubicBezTo>
                <a:cubicBezTo>
                  <a:pt x="15443" y="1247"/>
                  <a:pt x="15443" y="1229"/>
                  <a:pt x="15454" y="1219"/>
                </a:cubicBezTo>
                <a:lnTo>
                  <a:pt x="15693" y="976"/>
                </a:lnTo>
                <a:cubicBezTo>
                  <a:pt x="15704" y="965"/>
                  <a:pt x="15721" y="966"/>
                  <a:pt x="15732" y="976"/>
                </a:cubicBezTo>
                <a:cubicBezTo>
                  <a:pt x="15743" y="987"/>
                  <a:pt x="15743" y="1004"/>
                  <a:pt x="15732" y="1014"/>
                </a:cubicBezTo>
                <a:lnTo>
                  <a:pt x="15489" y="1257"/>
                </a:lnTo>
                <a:cubicBezTo>
                  <a:pt x="15485" y="1261"/>
                  <a:pt x="15478" y="1264"/>
                  <a:pt x="15471" y="1264"/>
                </a:cubicBezTo>
                <a:close/>
                <a:moveTo>
                  <a:pt x="14989" y="1264"/>
                </a:moveTo>
                <a:cubicBezTo>
                  <a:pt x="14982" y="1264"/>
                  <a:pt x="14975" y="1261"/>
                  <a:pt x="14971" y="1257"/>
                </a:cubicBezTo>
                <a:cubicBezTo>
                  <a:pt x="14960" y="1247"/>
                  <a:pt x="14960" y="1229"/>
                  <a:pt x="14971" y="1219"/>
                </a:cubicBezTo>
                <a:lnTo>
                  <a:pt x="15214" y="976"/>
                </a:lnTo>
                <a:cubicBezTo>
                  <a:pt x="15225" y="965"/>
                  <a:pt x="15243" y="966"/>
                  <a:pt x="15253" y="976"/>
                </a:cubicBezTo>
                <a:cubicBezTo>
                  <a:pt x="15264" y="987"/>
                  <a:pt x="15263" y="1004"/>
                  <a:pt x="15253" y="1014"/>
                </a:cubicBezTo>
                <a:lnTo>
                  <a:pt x="15010" y="1257"/>
                </a:lnTo>
                <a:cubicBezTo>
                  <a:pt x="15003" y="1261"/>
                  <a:pt x="14996" y="1264"/>
                  <a:pt x="14989" y="1264"/>
                </a:cubicBezTo>
                <a:close/>
                <a:moveTo>
                  <a:pt x="14506" y="1264"/>
                </a:moveTo>
                <a:cubicBezTo>
                  <a:pt x="14499" y="1264"/>
                  <a:pt x="14492" y="1261"/>
                  <a:pt x="14488" y="1257"/>
                </a:cubicBezTo>
                <a:cubicBezTo>
                  <a:pt x="14478" y="1247"/>
                  <a:pt x="14478" y="1229"/>
                  <a:pt x="14488" y="1219"/>
                </a:cubicBezTo>
                <a:lnTo>
                  <a:pt x="14731" y="976"/>
                </a:lnTo>
                <a:cubicBezTo>
                  <a:pt x="14742" y="965"/>
                  <a:pt x="14760" y="966"/>
                  <a:pt x="14770" y="976"/>
                </a:cubicBezTo>
                <a:cubicBezTo>
                  <a:pt x="14781" y="987"/>
                  <a:pt x="14781" y="1004"/>
                  <a:pt x="14770" y="1014"/>
                </a:cubicBezTo>
                <a:lnTo>
                  <a:pt x="14531" y="1257"/>
                </a:lnTo>
                <a:cubicBezTo>
                  <a:pt x="14520" y="1261"/>
                  <a:pt x="14513" y="1264"/>
                  <a:pt x="14506" y="1264"/>
                </a:cubicBezTo>
                <a:close/>
                <a:moveTo>
                  <a:pt x="14023" y="1264"/>
                </a:moveTo>
                <a:cubicBezTo>
                  <a:pt x="14016" y="1264"/>
                  <a:pt x="14009" y="1261"/>
                  <a:pt x="14006" y="1257"/>
                </a:cubicBezTo>
                <a:cubicBezTo>
                  <a:pt x="13995" y="1247"/>
                  <a:pt x="13995" y="1229"/>
                  <a:pt x="14006" y="1219"/>
                </a:cubicBezTo>
                <a:lnTo>
                  <a:pt x="14249" y="976"/>
                </a:lnTo>
                <a:cubicBezTo>
                  <a:pt x="14259" y="965"/>
                  <a:pt x="14278" y="966"/>
                  <a:pt x="14288" y="976"/>
                </a:cubicBezTo>
                <a:cubicBezTo>
                  <a:pt x="14299" y="987"/>
                  <a:pt x="14298" y="1004"/>
                  <a:pt x="14288" y="1014"/>
                </a:cubicBezTo>
                <a:lnTo>
                  <a:pt x="14045" y="1257"/>
                </a:lnTo>
                <a:cubicBezTo>
                  <a:pt x="14037" y="1261"/>
                  <a:pt x="14030" y="1264"/>
                  <a:pt x="14023" y="1264"/>
                </a:cubicBezTo>
                <a:close/>
                <a:moveTo>
                  <a:pt x="13541" y="1264"/>
                </a:moveTo>
                <a:cubicBezTo>
                  <a:pt x="13534" y="1264"/>
                  <a:pt x="13527" y="1261"/>
                  <a:pt x="13523" y="1257"/>
                </a:cubicBezTo>
                <a:cubicBezTo>
                  <a:pt x="13513" y="1247"/>
                  <a:pt x="13513" y="1229"/>
                  <a:pt x="13523" y="1219"/>
                </a:cubicBezTo>
                <a:lnTo>
                  <a:pt x="13763" y="976"/>
                </a:lnTo>
                <a:cubicBezTo>
                  <a:pt x="13773" y="965"/>
                  <a:pt x="13791" y="966"/>
                  <a:pt x="13801" y="976"/>
                </a:cubicBezTo>
                <a:cubicBezTo>
                  <a:pt x="13812" y="987"/>
                  <a:pt x="13812" y="1004"/>
                  <a:pt x="13801" y="1014"/>
                </a:cubicBezTo>
                <a:lnTo>
                  <a:pt x="13558" y="1257"/>
                </a:lnTo>
                <a:cubicBezTo>
                  <a:pt x="13555" y="1261"/>
                  <a:pt x="13548" y="1264"/>
                  <a:pt x="13541" y="1264"/>
                </a:cubicBezTo>
                <a:close/>
                <a:moveTo>
                  <a:pt x="13058" y="1264"/>
                </a:moveTo>
                <a:cubicBezTo>
                  <a:pt x="13051" y="1264"/>
                  <a:pt x="13044" y="1261"/>
                  <a:pt x="13041" y="1257"/>
                </a:cubicBezTo>
                <a:cubicBezTo>
                  <a:pt x="13030" y="1247"/>
                  <a:pt x="13030" y="1229"/>
                  <a:pt x="13041" y="1219"/>
                </a:cubicBezTo>
                <a:lnTo>
                  <a:pt x="13284" y="976"/>
                </a:lnTo>
                <a:cubicBezTo>
                  <a:pt x="13294" y="965"/>
                  <a:pt x="13312" y="966"/>
                  <a:pt x="13322" y="976"/>
                </a:cubicBezTo>
                <a:cubicBezTo>
                  <a:pt x="13333" y="987"/>
                  <a:pt x="13333" y="1004"/>
                  <a:pt x="13322" y="1014"/>
                </a:cubicBezTo>
                <a:lnTo>
                  <a:pt x="13079" y="1257"/>
                </a:lnTo>
                <a:cubicBezTo>
                  <a:pt x="13072" y="1261"/>
                  <a:pt x="13065" y="1264"/>
                  <a:pt x="13058" y="1264"/>
                </a:cubicBezTo>
                <a:close/>
                <a:moveTo>
                  <a:pt x="12093" y="1264"/>
                </a:moveTo>
                <a:cubicBezTo>
                  <a:pt x="12086" y="1264"/>
                  <a:pt x="12079" y="1261"/>
                  <a:pt x="12075" y="1257"/>
                </a:cubicBezTo>
                <a:cubicBezTo>
                  <a:pt x="12065" y="1247"/>
                  <a:pt x="12065" y="1229"/>
                  <a:pt x="12075" y="1219"/>
                </a:cubicBezTo>
                <a:lnTo>
                  <a:pt x="12318" y="976"/>
                </a:lnTo>
                <a:cubicBezTo>
                  <a:pt x="12329" y="965"/>
                  <a:pt x="12347" y="966"/>
                  <a:pt x="12357" y="976"/>
                </a:cubicBezTo>
                <a:cubicBezTo>
                  <a:pt x="12368" y="987"/>
                  <a:pt x="12368" y="1004"/>
                  <a:pt x="12357" y="1014"/>
                </a:cubicBezTo>
                <a:lnTo>
                  <a:pt x="12114" y="1257"/>
                </a:lnTo>
                <a:cubicBezTo>
                  <a:pt x="12107" y="1261"/>
                  <a:pt x="12100" y="1264"/>
                  <a:pt x="12093" y="1264"/>
                </a:cubicBezTo>
                <a:close/>
                <a:moveTo>
                  <a:pt x="11129" y="1264"/>
                </a:moveTo>
                <a:cubicBezTo>
                  <a:pt x="11122" y="1264"/>
                  <a:pt x="11114" y="1261"/>
                  <a:pt x="11111" y="1257"/>
                </a:cubicBezTo>
                <a:cubicBezTo>
                  <a:pt x="11100" y="1247"/>
                  <a:pt x="11100" y="1229"/>
                  <a:pt x="11111" y="1219"/>
                </a:cubicBezTo>
                <a:lnTo>
                  <a:pt x="11354" y="976"/>
                </a:lnTo>
                <a:cubicBezTo>
                  <a:pt x="11365" y="965"/>
                  <a:pt x="11382" y="966"/>
                  <a:pt x="11393" y="976"/>
                </a:cubicBezTo>
                <a:cubicBezTo>
                  <a:pt x="11403" y="987"/>
                  <a:pt x="11403" y="1004"/>
                  <a:pt x="11393" y="1014"/>
                </a:cubicBezTo>
                <a:lnTo>
                  <a:pt x="11150" y="1257"/>
                </a:lnTo>
                <a:cubicBezTo>
                  <a:pt x="11143" y="1261"/>
                  <a:pt x="11136" y="1264"/>
                  <a:pt x="11129" y="1264"/>
                </a:cubicBezTo>
                <a:close/>
                <a:moveTo>
                  <a:pt x="10163" y="1264"/>
                </a:moveTo>
                <a:cubicBezTo>
                  <a:pt x="10156" y="1264"/>
                  <a:pt x="10149" y="1261"/>
                  <a:pt x="10146" y="1257"/>
                </a:cubicBezTo>
                <a:cubicBezTo>
                  <a:pt x="10135" y="1247"/>
                  <a:pt x="10135" y="1229"/>
                  <a:pt x="10146" y="1219"/>
                </a:cubicBezTo>
                <a:lnTo>
                  <a:pt x="10389" y="976"/>
                </a:lnTo>
                <a:cubicBezTo>
                  <a:pt x="10399" y="965"/>
                  <a:pt x="10417" y="966"/>
                  <a:pt x="10428" y="976"/>
                </a:cubicBezTo>
                <a:cubicBezTo>
                  <a:pt x="10438" y="987"/>
                  <a:pt x="10438" y="1004"/>
                  <a:pt x="10428" y="1014"/>
                </a:cubicBezTo>
                <a:lnTo>
                  <a:pt x="10184" y="1257"/>
                </a:lnTo>
                <a:cubicBezTo>
                  <a:pt x="10177" y="1261"/>
                  <a:pt x="10170" y="1264"/>
                  <a:pt x="10163" y="1264"/>
                </a:cubicBezTo>
                <a:close/>
                <a:moveTo>
                  <a:pt x="9681" y="1264"/>
                </a:moveTo>
                <a:cubicBezTo>
                  <a:pt x="9674" y="1264"/>
                  <a:pt x="9667" y="1261"/>
                  <a:pt x="9663" y="1257"/>
                </a:cubicBezTo>
                <a:cubicBezTo>
                  <a:pt x="9652" y="1247"/>
                  <a:pt x="9652" y="1229"/>
                  <a:pt x="9663" y="1219"/>
                </a:cubicBezTo>
                <a:lnTo>
                  <a:pt x="9906" y="976"/>
                </a:lnTo>
                <a:cubicBezTo>
                  <a:pt x="9917" y="965"/>
                  <a:pt x="9934" y="966"/>
                  <a:pt x="9945" y="976"/>
                </a:cubicBezTo>
                <a:cubicBezTo>
                  <a:pt x="9955" y="987"/>
                  <a:pt x="9955" y="1004"/>
                  <a:pt x="9945" y="1014"/>
                </a:cubicBezTo>
                <a:lnTo>
                  <a:pt x="9702" y="1257"/>
                </a:lnTo>
                <a:cubicBezTo>
                  <a:pt x="9695" y="1261"/>
                  <a:pt x="9688" y="1264"/>
                  <a:pt x="9681" y="1264"/>
                </a:cubicBezTo>
                <a:close/>
                <a:moveTo>
                  <a:pt x="9198" y="1264"/>
                </a:moveTo>
                <a:cubicBezTo>
                  <a:pt x="9191" y="1264"/>
                  <a:pt x="9184" y="1261"/>
                  <a:pt x="9180" y="1257"/>
                </a:cubicBezTo>
                <a:cubicBezTo>
                  <a:pt x="9170" y="1247"/>
                  <a:pt x="9170" y="1229"/>
                  <a:pt x="9180" y="1219"/>
                </a:cubicBezTo>
                <a:lnTo>
                  <a:pt x="9420" y="976"/>
                </a:lnTo>
                <a:cubicBezTo>
                  <a:pt x="9431" y="965"/>
                  <a:pt x="9448" y="966"/>
                  <a:pt x="9459" y="976"/>
                </a:cubicBezTo>
                <a:cubicBezTo>
                  <a:pt x="9469" y="987"/>
                  <a:pt x="9469" y="1004"/>
                  <a:pt x="9459" y="1014"/>
                </a:cubicBezTo>
                <a:lnTo>
                  <a:pt x="9216" y="1257"/>
                </a:lnTo>
                <a:cubicBezTo>
                  <a:pt x="9212" y="1261"/>
                  <a:pt x="9205" y="1264"/>
                  <a:pt x="9198" y="1264"/>
                </a:cubicBezTo>
                <a:close/>
                <a:moveTo>
                  <a:pt x="8715" y="1264"/>
                </a:moveTo>
                <a:cubicBezTo>
                  <a:pt x="8708" y="1264"/>
                  <a:pt x="8701" y="1261"/>
                  <a:pt x="8698" y="1257"/>
                </a:cubicBezTo>
                <a:cubicBezTo>
                  <a:pt x="8687" y="1247"/>
                  <a:pt x="8687" y="1229"/>
                  <a:pt x="8698" y="1219"/>
                </a:cubicBezTo>
                <a:lnTo>
                  <a:pt x="8941" y="976"/>
                </a:lnTo>
                <a:cubicBezTo>
                  <a:pt x="8951" y="965"/>
                  <a:pt x="8969" y="966"/>
                  <a:pt x="8980" y="976"/>
                </a:cubicBezTo>
                <a:cubicBezTo>
                  <a:pt x="8990" y="987"/>
                  <a:pt x="8990" y="1004"/>
                  <a:pt x="8980" y="1014"/>
                </a:cubicBezTo>
                <a:lnTo>
                  <a:pt x="8737" y="1257"/>
                </a:lnTo>
                <a:cubicBezTo>
                  <a:pt x="8730" y="1261"/>
                  <a:pt x="8722" y="1264"/>
                  <a:pt x="8715" y="1264"/>
                </a:cubicBezTo>
                <a:close/>
                <a:moveTo>
                  <a:pt x="8233" y="1264"/>
                </a:moveTo>
                <a:cubicBezTo>
                  <a:pt x="8226" y="1264"/>
                  <a:pt x="8219" y="1261"/>
                  <a:pt x="8215" y="1257"/>
                </a:cubicBezTo>
                <a:cubicBezTo>
                  <a:pt x="8205" y="1247"/>
                  <a:pt x="8205" y="1229"/>
                  <a:pt x="8215" y="1219"/>
                </a:cubicBezTo>
                <a:lnTo>
                  <a:pt x="8458" y="976"/>
                </a:lnTo>
                <a:cubicBezTo>
                  <a:pt x="8469" y="965"/>
                  <a:pt x="8486" y="966"/>
                  <a:pt x="8497" y="976"/>
                </a:cubicBezTo>
                <a:cubicBezTo>
                  <a:pt x="8508" y="987"/>
                  <a:pt x="8508" y="1004"/>
                  <a:pt x="8497" y="1014"/>
                </a:cubicBezTo>
                <a:lnTo>
                  <a:pt x="8257" y="1257"/>
                </a:lnTo>
                <a:cubicBezTo>
                  <a:pt x="8247" y="1261"/>
                  <a:pt x="8240" y="1264"/>
                  <a:pt x="8233" y="1264"/>
                </a:cubicBezTo>
                <a:close/>
                <a:moveTo>
                  <a:pt x="7750" y="1264"/>
                </a:moveTo>
                <a:cubicBezTo>
                  <a:pt x="7743" y="1264"/>
                  <a:pt x="7736" y="1261"/>
                  <a:pt x="7733" y="1257"/>
                </a:cubicBezTo>
                <a:cubicBezTo>
                  <a:pt x="7722" y="1247"/>
                  <a:pt x="7722" y="1229"/>
                  <a:pt x="7733" y="1219"/>
                </a:cubicBezTo>
                <a:lnTo>
                  <a:pt x="7976" y="976"/>
                </a:lnTo>
                <a:cubicBezTo>
                  <a:pt x="7986" y="965"/>
                  <a:pt x="8004" y="965"/>
                  <a:pt x="8014" y="976"/>
                </a:cubicBezTo>
                <a:cubicBezTo>
                  <a:pt x="8025" y="986"/>
                  <a:pt x="8025" y="1004"/>
                  <a:pt x="8014" y="1014"/>
                </a:cubicBezTo>
                <a:lnTo>
                  <a:pt x="7771" y="1257"/>
                </a:lnTo>
                <a:cubicBezTo>
                  <a:pt x="7764" y="1261"/>
                  <a:pt x="7757" y="1264"/>
                  <a:pt x="7750" y="1264"/>
                </a:cubicBezTo>
                <a:close/>
                <a:moveTo>
                  <a:pt x="6785" y="1264"/>
                </a:moveTo>
                <a:cubicBezTo>
                  <a:pt x="6778" y="1264"/>
                  <a:pt x="6771" y="1261"/>
                  <a:pt x="6767" y="1257"/>
                </a:cubicBezTo>
                <a:cubicBezTo>
                  <a:pt x="6757" y="1247"/>
                  <a:pt x="6757" y="1229"/>
                  <a:pt x="6767" y="1219"/>
                </a:cubicBezTo>
                <a:lnTo>
                  <a:pt x="7010" y="976"/>
                </a:lnTo>
                <a:cubicBezTo>
                  <a:pt x="7021" y="965"/>
                  <a:pt x="7039" y="965"/>
                  <a:pt x="7049" y="976"/>
                </a:cubicBezTo>
                <a:cubicBezTo>
                  <a:pt x="7060" y="986"/>
                  <a:pt x="7060" y="1004"/>
                  <a:pt x="7049" y="1014"/>
                </a:cubicBezTo>
                <a:lnTo>
                  <a:pt x="6806" y="1257"/>
                </a:lnTo>
                <a:cubicBezTo>
                  <a:pt x="6799" y="1261"/>
                  <a:pt x="6792" y="1264"/>
                  <a:pt x="6785" y="1264"/>
                </a:cubicBezTo>
                <a:close/>
                <a:moveTo>
                  <a:pt x="6302" y="1264"/>
                </a:moveTo>
                <a:cubicBezTo>
                  <a:pt x="6295" y="1264"/>
                  <a:pt x="6288" y="1261"/>
                  <a:pt x="6285" y="1257"/>
                </a:cubicBezTo>
                <a:cubicBezTo>
                  <a:pt x="6274" y="1247"/>
                  <a:pt x="6274" y="1229"/>
                  <a:pt x="6285" y="1219"/>
                </a:cubicBezTo>
                <a:lnTo>
                  <a:pt x="6528" y="976"/>
                </a:lnTo>
                <a:cubicBezTo>
                  <a:pt x="6538" y="965"/>
                  <a:pt x="6556" y="965"/>
                  <a:pt x="6566" y="976"/>
                </a:cubicBezTo>
                <a:cubicBezTo>
                  <a:pt x="6577" y="986"/>
                  <a:pt x="6577" y="1004"/>
                  <a:pt x="6566" y="1014"/>
                </a:cubicBezTo>
                <a:lnTo>
                  <a:pt x="6323" y="1257"/>
                </a:lnTo>
                <a:cubicBezTo>
                  <a:pt x="6316" y="1261"/>
                  <a:pt x="6309" y="1264"/>
                  <a:pt x="6302" y="1264"/>
                </a:cubicBezTo>
                <a:close/>
                <a:moveTo>
                  <a:pt x="5820" y="1264"/>
                </a:moveTo>
                <a:cubicBezTo>
                  <a:pt x="5813" y="1264"/>
                  <a:pt x="5806" y="1261"/>
                  <a:pt x="5802" y="1257"/>
                </a:cubicBezTo>
                <a:cubicBezTo>
                  <a:pt x="5791" y="1247"/>
                  <a:pt x="5791" y="1229"/>
                  <a:pt x="5802" y="1219"/>
                </a:cubicBezTo>
                <a:lnTo>
                  <a:pt x="6045" y="976"/>
                </a:lnTo>
                <a:cubicBezTo>
                  <a:pt x="6056" y="965"/>
                  <a:pt x="6073" y="965"/>
                  <a:pt x="6084" y="976"/>
                </a:cubicBezTo>
                <a:cubicBezTo>
                  <a:pt x="6094" y="986"/>
                  <a:pt x="6094" y="1004"/>
                  <a:pt x="6084" y="1014"/>
                </a:cubicBezTo>
                <a:lnTo>
                  <a:pt x="5841" y="1257"/>
                </a:lnTo>
                <a:cubicBezTo>
                  <a:pt x="5834" y="1261"/>
                  <a:pt x="5827" y="1264"/>
                  <a:pt x="5820" y="1264"/>
                </a:cubicBezTo>
                <a:close/>
                <a:moveTo>
                  <a:pt x="5337" y="1264"/>
                </a:moveTo>
                <a:cubicBezTo>
                  <a:pt x="5330" y="1264"/>
                  <a:pt x="5323" y="1261"/>
                  <a:pt x="5319" y="1257"/>
                </a:cubicBezTo>
                <a:cubicBezTo>
                  <a:pt x="5309" y="1247"/>
                  <a:pt x="5309" y="1229"/>
                  <a:pt x="5319" y="1219"/>
                </a:cubicBezTo>
                <a:lnTo>
                  <a:pt x="5562" y="976"/>
                </a:lnTo>
                <a:cubicBezTo>
                  <a:pt x="5573" y="965"/>
                  <a:pt x="5591" y="965"/>
                  <a:pt x="5601" y="976"/>
                </a:cubicBezTo>
                <a:cubicBezTo>
                  <a:pt x="5612" y="986"/>
                  <a:pt x="5612" y="1004"/>
                  <a:pt x="5601" y="1014"/>
                </a:cubicBezTo>
                <a:lnTo>
                  <a:pt x="5358" y="1257"/>
                </a:lnTo>
                <a:cubicBezTo>
                  <a:pt x="5351" y="1261"/>
                  <a:pt x="5344" y="1264"/>
                  <a:pt x="5337" y="1264"/>
                </a:cubicBezTo>
                <a:close/>
                <a:moveTo>
                  <a:pt x="1959" y="1264"/>
                </a:moveTo>
                <a:cubicBezTo>
                  <a:pt x="1951" y="1264"/>
                  <a:pt x="1944" y="1261"/>
                  <a:pt x="1941" y="1257"/>
                </a:cubicBezTo>
                <a:cubicBezTo>
                  <a:pt x="1930" y="1247"/>
                  <a:pt x="1930" y="1229"/>
                  <a:pt x="1941" y="1219"/>
                </a:cubicBezTo>
                <a:lnTo>
                  <a:pt x="2184" y="976"/>
                </a:lnTo>
                <a:cubicBezTo>
                  <a:pt x="2195" y="965"/>
                  <a:pt x="2212" y="966"/>
                  <a:pt x="2223" y="976"/>
                </a:cubicBezTo>
                <a:cubicBezTo>
                  <a:pt x="2233" y="987"/>
                  <a:pt x="2233" y="1004"/>
                  <a:pt x="2223" y="1014"/>
                </a:cubicBezTo>
                <a:lnTo>
                  <a:pt x="1980" y="1257"/>
                </a:lnTo>
                <a:cubicBezTo>
                  <a:pt x="1969" y="1261"/>
                  <a:pt x="1966" y="1264"/>
                  <a:pt x="1959" y="1264"/>
                </a:cubicBezTo>
                <a:close/>
                <a:moveTo>
                  <a:pt x="1476" y="1264"/>
                </a:moveTo>
                <a:cubicBezTo>
                  <a:pt x="1469" y="1264"/>
                  <a:pt x="1462" y="1261"/>
                  <a:pt x="1458" y="1257"/>
                </a:cubicBezTo>
                <a:cubicBezTo>
                  <a:pt x="1448" y="1247"/>
                  <a:pt x="1448" y="1229"/>
                  <a:pt x="1458" y="1219"/>
                </a:cubicBezTo>
                <a:lnTo>
                  <a:pt x="1701" y="976"/>
                </a:lnTo>
                <a:cubicBezTo>
                  <a:pt x="1712" y="965"/>
                  <a:pt x="1729" y="966"/>
                  <a:pt x="1740" y="976"/>
                </a:cubicBezTo>
                <a:cubicBezTo>
                  <a:pt x="1750" y="987"/>
                  <a:pt x="1751" y="1004"/>
                  <a:pt x="1740" y="1014"/>
                </a:cubicBezTo>
                <a:lnTo>
                  <a:pt x="1497" y="1257"/>
                </a:lnTo>
                <a:cubicBezTo>
                  <a:pt x="1486" y="1261"/>
                  <a:pt x="1483" y="1264"/>
                  <a:pt x="1476" y="1264"/>
                </a:cubicBezTo>
                <a:close/>
                <a:moveTo>
                  <a:pt x="993" y="1264"/>
                </a:moveTo>
                <a:cubicBezTo>
                  <a:pt x="986" y="1264"/>
                  <a:pt x="979" y="1261"/>
                  <a:pt x="976" y="1257"/>
                </a:cubicBezTo>
                <a:cubicBezTo>
                  <a:pt x="965" y="1247"/>
                  <a:pt x="965" y="1229"/>
                  <a:pt x="976" y="1219"/>
                </a:cubicBezTo>
                <a:lnTo>
                  <a:pt x="1219" y="976"/>
                </a:lnTo>
                <a:cubicBezTo>
                  <a:pt x="1229" y="965"/>
                  <a:pt x="1247" y="965"/>
                  <a:pt x="1257" y="976"/>
                </a:cubicBezTo>
                <a:cubicBezTo>
                  <a:pt x="1268" y="986"/>
                  <a:pt x="1268" y="1004"/>
                  <a:pt x="1257" y="1014"/>
                </a:cubicBezTo>
                <a:lnTo>
                  <a:pt x="1014" y="1257"/>
                </a:lnTo>
                <a:cubicBezTo>
                  <a:pt x="1004" y="1261"/>
                  <a:pt x="1000" y="1264"/>
                  <a:pt x="993" y="1264"/>
                </a:cubicBezTo>
                <a:close/>
                <a:moveTo>
                  <a:pt x="511" y="1264"/>
                </a:moveTo>
                <a:cubicBezTo>
                  <a:pt x="504" y="1264"/>
                  <a:pt x="497" y="1261"/>
                  <a:pt x="493" y="1257"/>
                </a:cubicBezTo>
                <a:cubicBezTo>
                  <a:pt x="482" y="1247"/>
                  <a:pt x="482" y="1229"/>
                  <a:pt x="493" y="1219"/>
                </a:cubicBezTo>
                <a:lnTo>
                  <a:pt x="736" y="976"/>
                </a:lnTo>
                <a:cubicBezTo>
                  <a:pt x="747" y="965"/>
                  <a:pt x="764" y="965"/>
                  <a:pt x="775" y="976"/>
                </a:cubicBezTo>
                <a:cubicBezTo>
                  <a:pt x="785" y="986"/>
                  <a:pt x="785" y="1004"/>
                  <a:pt x="775" y="1014"/>
                </a:cubicBezTo>
                <a:lnTo>
                  <a:pt x="532" y="1257"/>
                </a:lnTo>
                <a:cubicBezTo>
                  <a:pt x="521" y="1261"/>
                  <a:pt x="514" y="1264"/>
                  <a:pt x="511" y="1264"/>
                </a:cubicBezTo>
                <a:close/>
                <a:moveTo>
                  <a:pt x="28" y="1264"/>
                </a:moveTo>
                <a:cubicBezTo>
                  <a:pt x="21" y="1264"/>
                  <a:pt x="14" y="1261"/>
                  <a:pt x="10" y="1257"/>
                </a:cubicBezTo>
                <a:cubicBezTo>
                  <a:pt x="0" y="1247"/>
                  <a:pt x="0" y="1229"/>
                  <a:pt x="10" y="1219"/>
                </a:cubicBezTo>
                <a:lnTo>
                  <a:pt x="253" y="976"/>
                </a:lnTo>
                <a:cubicBezTo>
                  <a:pt x="264" y="965"/>
                  <a:pt x="282" y="965"/>
                  <a:pt x="292" y="976"/>
                </a:cubicBezTo>
                <a:cubicBezTo>
                  <a:pt x="303" y="986"/>
                  <a:pt x="303" y="1004"/>
                  <a:pt x="292" y="1014"/>
                </a:cubicBezTo>
                <a:lnTo>
                  <a:pt x="49" y="1257"/>
                </a:lnTo>
                <a:cubicBezTo>
                  <a:pt x="39" y="1261"/>
                  <a:pt x="31" y="1264"/>
                  <a:pt x="28" y="1264"/>
                </a:cubicBezTo>
                <a:close/>
                <a:moveTo>
                  <a:pt x="22711" y="782"/>
                </a:moveTo>
                <a:cubicBezTo>
                  <a:pt x="22704" y="782"/>
                  <a:pt x="22697" y="779"/>
                  <a:pt x="22693" y="775"/>
                </a:cubicBezTo>
                <a:cubicBezTo>
                  <a:pt x="22683" y="764"/>
                  <a:pt x="22683" y="747"/>
                  <a:pt x="22693" y="736"/>
                </a:cubicBezTo>
                <a:lnTo>
                  <a:pt x="22936" y="493"/>
                </a:lnTo>
                <a:cubicBezTo>
                  <a:pt x="22947" y="483"/>
                  <a:pt x="22964" y="483"/>
                  <a:pt x="22975" y="493"/>
                </a:cubicBezTo>
                <a:cubicBezTo>
                  <a:pt x="22986" y="504"/>
                  <a:pt x="22986" y="521"/>
                  <a:pt x="22975" y="532"/>
                </a:cubicBezTo>
                <a:lnTo>
                  <a:pt x="22735" y="775"/>
                </a:lnTo>
                <a:cubicBezTo>
                  <a:pt x="22725" y="779"/>
                  <a:pt x="22718" y="782"/>
                  <a:pt x="22711" y="782"/>
                </a:cubicBezTo>
                <a:close/>
                <a:moveTo>
                  <a:pt x="21746" y="782"/>
                </a:moveTo>
                <a:cubicBezTo>
                  <a:pt x="21739" y="782"/>
                  <a:pt x="21731" y="779"/>
                  <a:pt x="21728" y="775"/>
                </a:cubicBezTo>
                <a:cubicBezTo>
                  <a:pt x="21717" y="764"/>
                  <a:pt x="21717" y="747"/>
                  <a:pt x="21728" y="736"/>
                </a:cubicBezTo>
                <a:lnTo>
                  <a:pt x="21968" y="493"/>
                </a:lnTo>
                <a:cubicBezTo>
                  <a:pt x="21978" y="483"/>
                  <a:pt x="21996" y="483"/>
                  <a:pt x="22006" y="493"/>
                </a:cubicBezTo>
                <a:cubicBezTo>
                  <a:pt x="22017" y="504"/>
                  <a:pt x="22017" y="521"/>
                  <a:pt x="22006" y="532"/>
                </a:cubicBezTo>
                <a:lnTo>
                  <a:pt x="21763" y="775"/>
                </a:lnTo>
                <a:cubicBezTo>
                  <a:pt x="21760" y="779"/>
                  <a:pt x="21753" y="782"/>
                  <a:pt x="21746" y="782"/>
                </a:cubicBezTo>
                <a:close/>
                <a:moveTo>
                  <a:pt x="20780" y="782"/>
                </a:moveTo>
                <a:cubicBezTo>
                  <a:pt x="20773" y="782"/>
                  <a:pt x="20766" y="779"/>
                  <a:pt x="20763" y="775"/>
                </a:cubicBezTo>
                <a:cubicBezTo>
                  <a:pt x="20752" y="764"/>
                  <a:pt x="20752" y="747"/>
                  <a:pt x="20763" y="736"/>
                </a:cubicBezTo>
                <a:lnTo>
                  <a:pt x="21006" y="493"/>
                </a:lnTo>
                <a:cubicBezTo>
                  <a:pt x="21016" y="483"/>
                  <a:pt x="21034" y="483"/>
                  <a:pt x="21045" y="493"/>
                </a:cubicBezTo>
                <a:cubicBezTo>
                  <a:pt x="21055" y="504"/>
                  <a:pt x="21055" y="521"/>
                  <a:pt x="21045" y="532"/>
                </a:cubicBezTo>
                <a:lnTo>
                  <a:pt x="20805" y="775"/>
                </a:lnTo>
                <a:cubicBezTo>
                  <a:pt x="20794" y="779"/>
                  <a:pt x="20787" y="782"/>
                  <a:pt x="20780" y="782"/>
                </a:cubicBezTo>
                <a:close/>
                <a:moveTo>
                  <a:pt x="20298" y="782"/>
                </a:moveTo>
                <a:cubicBezTo>
                  <a:pt x="20291" y="782"/>
                  <a:pt x="20284" y="779"/>
                  <a:pt x="20280" y="775"/>
                </a:cubicBezTo>
                <a:cubicBezTo>
                  <a:pt x="20269" y="764"/>
                  <a:pt x="20269" y="747"/>
                  <a:pt x="20280" y="736"/>
                </a:cubicBezTo>
                <a:lnTo>
                  <a:pt x="20523" y="493"/>
                </a:lnTo>
                <a:cubicBezTo>
                  <a:pt x="20534" y="483"/>
                  <a:pt x="20551" y="483"/>
                  <a:pt x="20562" y="493"/>
                </a:cubicBezTo>
                <a:cubicBezTo>
                  <a:pt x="20572" y="504"/>
                  <a:pt x="20572" y="521"/>
                  <a:pt x="20562" y="532"/>
                </a:cubicBezTo>
                <a:lnTo>
                  <a:pt x="20322" y="775"/>
                </a:lnTo>
                <a:cubicBezTo>
                  <a:pt x="20312" y="779"/>
                  <a:pt x="20305" y="782"/>
                  <a:pt x="20298" y="782"/>
                </a:cubicBezTo>
                <a:close/>
                <a:moveTo>
                  <a:pt x="19815" y="782"/>
                </a:moveTo>
                <a:cubicBezTo>
                  <a:pt x="19808" y="782"/>
                  <a:pt x="19801" y="779"/>
                  <a:pt x="19797" y="775"/>
                </a:cubicBezTo>
                <a:cubicBezTo>
                  <a:pt x="19787" y="764"/>
                  <a:pt x="19787" y="747"/>
                  <a:pt x="19797" y="736"/>
                </a:cubicBezTo>
                <a:lnTo>
                  <a:pt x="20037" y="493"/>
                </a:lnTo>
                <a:cubicBezTo>
                  <a:pt x="20048" y="483"/>
                  <a:pt x="20065" y="483"/>
                  <a:pt x="20076" y="493"/>
                </a:cubicBezTo>
                <a:cubicBezTo>
                  <a:pt x="20086" y="504"/>
                  <a:pt x="20086" y="521"/>
                  <a:pt x="20076" y="532"/>
                </a:cubicBezTo>
                <a:lnTo>
                  <a:pt x="19833" y="775"/>
                </a:lnTo>
                <a:cubicBezTo>
                  <a:pt x="19829" y="779"/>
                  <a:pt x="19822" y="782"/>
                  <a:pt x="19815" y="782"/>
                </a:cubicBezTo>
                <a:close/>
                <a:moveTo>
                  <a:pt x="19332" y="782"/>
                </a:moveTo>
                <a:cubicBezTo>
                  <a:pt x="19325" y="782"/>
                  <a:pt x="19318" y="779"/>
                  <a:pt x="19315" y="775"/>
                </a:cubicBezTo>
                <a:cubicBezTo>
                  <a:pt x="19304" y="764"/>
                  <a:pt x="19304" y="747"/>
                  <a:pt x="19315" y="736"/>
                </a:cubicBezTo>
                <a:lnTo>
                  <a:pt x="19558" y="493"/>
                </a:lnTo>
                <a:cubicBezTo>
                  <a:pt x="19568" y="483"/>
                  <a:pt x="19586" y="483"/>
                  <a:pt x="19597" y="493"/>
                </a:cubicBezTo>
                <a:cubicBezTo>
                  <a:pt x="19607" y="504"/>
                  <a:pt x="19607" y="521"/>
                  <a:pt x="19597" y="532"/>
                </a:cubicBezTo>
                <a:lnTo>
                  <a:pt x="19354" y="775"/>
                </a:lnTo>
                <a:cubicBezTo>
                  <a:pt x="19346" y="779"/>
                  <a:pt x="19339" y="782"/>
                  <a:pt x="19332" y="782"/>
                </a:cubicBezTo>
                <a:close/>
                <a:moveTo>
                  <a:pt x="18850" y="782"/>
                </a:moveTo>
                <a:cubicBezTo>
                  <a:pt x="18843" y="782"/>
                  <a:pt x="18836" y="779"/>
                  <a:pt x="18832" y="775"/>
                </a:cubicBezTo>
                <a:cubicBezTo>
                  <a:pt x="18822" y="764"/>
                  <a:pt x="18822" y="747"/>
                  <a:pt x="18832" y="736"/>
                </a:cubicBezTo>
                <a:lnTo>
                  <a:pt x="19075" y="493"/>
                </a:lnTo>
                <a:cubicBezTo>
                  <a:pt x="19086" y="483"/>
                  <a:pt x="19103" y="483"/>
                  <a:pt x="19114" y="493"/>
                </a:cubicBezTo>
                <a:cubicBezTo>
                  <a:pt x="19125" y="504"/>
                  <a:pt x="19125" y="521"/>
                  <a:pt x="19114" y="532"/>
                </a:cubicBezTo>
                <a:lnTo>
                  <a:pt x="18874" y="775"/>
                </a:lnTo>
                <a:cubicBezTo>
                  <a:pt x="18864" y="779"/>
                  <a:pt x="18857" y="782"/>
                  <a:pt x="18850" y="782"/>
                </a:cubicBezTo>
                <a:close/>
                <a:moveTo>
                  <a:pt x="18367" y="782"/>
                </a:moveTo>
                <a:cubicBezTo>
                  <a:pt x="18360" y="782"/>
                  <a:pt x="18353" y="779"/>
                  <a:pt x="18350" y="775"/>
                </a:cubicBezTo>
                <a:cubicBezTo>
                  <a:pt x="18339" y="764"/>
                  <a:pt x="18339" y="747"/>
                  <a:pt x="18350" y="736"/>
                </a:cubicBezTo>
                <a:lnTo>
                  <a:pt x="18593" y="493"/>
                </a:lnTo>
                <a:cubicBezTo>
                  <a:pt x="18603" y="483"/>
                  <a:pt x="18621" y="483"/>
                  <a:pt x="18631" y="493"/>
                </a:cubicBezTo>
                <a:cubicBezTo>
                  <a:pt x="18642" y="504"/>
                  <a:pt x="18642" y="521"/>
                  <a:pt x="18631" y="532"/>
                </a:cubicBezTo>
                <a:lnTo>
                  <a:pt x="18392" y="775"/>
                </a:lnTo>
                <a:cubicBezTo>
                  <a:pt x="18381" y="779"/>
                  <a:pt x="18374" y="782"/>
                  <a:pt x="18367" y="782"/>
                </a:cubicBezTo>
                <a:close/>
                <a:moveTo>
                  <a:pt x="17402" y="782"/>
                </a:moveTo>
                <a:cubicBezTo>
                  <a:pt x="17395" y="782"/>
                  <a:pt x="17388" y="779"/>
                  <a:pt x="17384" y="775"/>
                </a:cubicBezTo>
                <a:cubicBezTo>
                  <a:pt x="17374" y="764"/>
                  <a:pt x="17374" y="747"/>
                  <a:pt x="17384" y="736"/>
                </a:cubicBezTo>
                <a:lnTo>
                  <a:pt x="17627" y="493"/>
                </a:lnTo>
                <a:cubicBezTo>
                  <a:pt x="17638" y="483"/>
                  <a:pt x="17655" y="483"/>
                  <a:pt x="17666" y="493"/>
                </a:cubicBezTo>
                <a:cubicBezTo>
                  <a:pt x="17677" y="504"/>
                  <a:pt x="17677" y="521"/>
                  <a:pt x="17666" y="532"/>
                </a:cubicBezTo>
                <a:lnTo>
                  <a:pt x="17423" y="775"/>
                </a:lnTo>
                <a:cubicBezTo>
                  <a:pt x="17416" y="779"/>
                  <a:pt x="17409" y="782"/>
                  <a:pt x="17402" y="782"/>
                </a:cubicBezTo>
                <a:close/>
                <a:moveTo>
                  <a:pt x="16437" y="782"/>
                </a:moveTo>
                <a:cubicBezTo>
                  <a:pt x="16430" y="782"/>
                  <a:pt x="16422" y="779"/>
                  <a:pt x="16419" y="775"/>
                </a:cubicBezTo>
                <a:cubicBezTo>
                  <a:pt x="16408" y="764"/>
                  <a:pt x="16408" y="747"/>
                  <a:pt x="16419" y="736"/>
                </a:cubicBezTo>
                <a:lnTo>
                  <a:pt x="16662" y="493"/>
                </a:lnTo>
                <a:cubicBezTo>
                  <a:pt x="16673" y="483"/>
                  <a:pt x="16691" y="483"/>
                  <a:pt x="16701" y="493"/>
                </a:cubicBezTo>
                <a:cubicBezTo>
                  <a:pt x="16712" y="504"/>
                  <a:pt x="16711" y="521"/>
                  <a:pt x="16701" y="532"/>
                </a:cubicBezTo>
                <a:lnTo>
                  <a:pt x="16461" y="775"/>
                </a:lnTo>
                <a:cubicBezTo>
                  <a:pt x="16451" y="779"/>
                  <a:pt x="16444" y="782"/>
                  <a:pt x="16437" y="782"/>
                </a:cubicBezTo>
                <a:close/>
                <a:moveTo>
                  <a:pt x="15471" y="782"/>
                </a:moveTo>
                <a:cubicBezTo>
                  <a:pt x="15464" y="782"/>
                  <a:pt x="15457" y="779"/>
                  <a:pt x="15454" y="775"/>
                </a:cubicBezTo>
                <a:cubicBezTo>
                  <a:pt x="15443" y="764"/>
                  <a:pt x="15443" y="747"/>
                  <a:pt x="15454" y="736"/>
                </a:cubicBezTo>
                <a:lnTo>
                  <a:pt x="15693" y="493"/>
                </a:lnTo>
                <a:cubicBezTo>
                  <a:pt x="15704" y="483"/>
                  <a:pt x="15721" y="483"/>
                  <a:pt x="15732" y="493"/>
                </a:cubicBezTo>
                <a:cubicBezTo>
                  <a:pt x="15743" y="504"/>
                  <a:pt x="15743" y="521"/>
                  <a:pt x="15732" y="532"/>
                </a:cubicBezTo>
                <a:lnTo>
                  <a:pt x="15489" y="775"/>
                </a:lnTo>
                <a:cubicBezTo>
                  <a:pt x="15485" y="779"/>
                  <a:pt x="15478" y="782"/>
                  <a:pt x="15471" y="782"/>
                </a:cubicBezTo>
                <a:close/>
                <a:moveTo>
                  <a:pt x="14989" y="782"/>
                </a:moveTo>
                <a:cubicBezTo>
                  <a:pt x="14982" y="782"/>
                  <a:pt x="14975" y="779"/>
                  <a:pt x="14971" y="775"/>
                </a:cubicBezTo>
                <a:cubicBezTo>
                  <a:pt x="14960" y="764"/>
                  <a:pt x="14960" y="747"/>
                  <a:pt x="14971" y="736"/>
                </a:cubicBezTo>
                <a:lnTo>
                  <a:pt x="15214" y="493"/>
                </a:lnTo>
                <a:cubicBezTo>
                  <a:pt x="15225" y="483"/>
                  <a:pt x="15243" y="483"/>
                  <a:pt x="15253" y="493"/>
                </a:cubicBezTo>
                <a:cubicBezTo>
                  <a:pt x="15264" y="504"/>
                  <a:pt x="15263" y="521"/>
                  <a:pt x="15253" y="532"/>
                </a:cubicBezTo>
                <a:lnTo>
                  <a:pt x="15010" y="775"/>
                </a:lnTo>
                <a:cubicBezTo>
                  <a:pt x="15003" y="779"/>
                  <a:pt x="14996" y="782"/>
                  <a:pt x="14989" y="782"/>
                </a:cubicBezTo>
                <a:close/>
                <a:moveTo>
                  <a:pt x="14506" y="782"/>
                </a:moveTo>
                <a:cubicBezTo>
                  <a:pt x="14499" y="782"/>
                  <a:pt x="14492" y="779"/>
                  <a:pt x="14488" y="775"/>
                </a:cubicBezTo>
                <a:cubicBezTo>
                  <a:pt x="14478" y="764"/>
                  <a:pt x="14478" y="747"/>
                  <a:pt x="14488" y="736"/>
                </a:cubicBezTo>
                <a:lnTo>
                  <a:pt x="14731" y="493"/>
                </a:lnTo>
                <a:cubicBezTo>
                  <a:pt x="14742" y="483"/>
                  <a:pt x="14760" y="483"/>
                  <a:pt x="14770" y="493"/>
                </a:cubicBezTo>
                <a:cubicBezTo>
                  <a:pt x="14781" y="504"/>
                  <a:pt x="14781" y="521"/>
                  <a:pt x="14770" y="532"/>
                </a:cubicBezTo>
                <a:lnTo>
                  <a:pt x="14531" y="775"/>
                </a:lnTo>
                <a:cubicBezTo>
                  <a:pt x="14520" y="779"/>
                  <a:pt x="14513" y="782"/>
                  <a:pt x="14506" y="782"/>
                </a:cubicBezTo>
                <a:close/>
                <a:moveTo>
                  <a:pt x="14023" y="782"/>
                </a:moveTo>
                <a:cubicBezTo>
                  <a:pt x="14016" y="782"/>
                  <a:pt x="14009" y="779"/>
                  <a:pt x="14006" y="775"/>
                </a:cubicBezTo>
                <a:cubicBezTo>
                  <a:pt x="13995" y="764"/>
                  <a:pt x="13995" y="747"/>
                  <a:pt x="14006" y="736"/>
                </a:cubicBezTo>
                <a:lnTo>
                  <a:pt x="14249" y="493"/>
                </a:lnTo>
                <a:cubicBezTo>
                  <a:pt x="14259" y="483"/>
                  <a:pt x="14278" y="483"/>
                  <a:pt x="14288" y="493"/>
                </a:cubicBezTo>
                <a:cubicBezTo>
                  <a:pt x="14299" y="504"/>
                  <a:pt x="14298" y="521"/>
                  <a:pt x="14288" y="532"/>
                </a:cubicBezTo>
                <a:lnTo>
                  <a:pt x="14048" y="775"/>
                </a:lnTo>
                <a:cubicBezTo>
                  <a:pt x="14037" y="779"/>
                  <a:pt x="14030" y="782"/>
                  <a:pt x="14023" y="782"/>
                </a:cubicBezTo>
                <a:close/>
                <a:moveTo>
                  <a:pt x="13541" y="782"/>
                </a:moveTo>
                <a:cubicBezTo>
                  <a:pt x="13534" y="782"/>
                  <a:pt x="13527" y="779"/>
                  <a:pt x="13523" y="775"/>
                </a:cubicBezTo>
                <a:cubicBezTo>
                  <a:pt x="13513" y="764"/>
                  <a:pt x="13513" y="747"/>
                  <a:pt x="13523" y="736"/>
                </a:cubicBezTo>
                <a:lnTo>
                  <a:pt x="13763" y="493"/>
                </a:lnTo>
                <a:cubicBezTo>
                  <a:pt x="13773" y="483"/>
                  <a:pt x="13791" y="483"/>
                  <a:pt x="13801" y="493"/>
                </a:cubicBezTo>
                <a:cubicBezTo>
                  <a:pt x="13812" y="504"/>
                  <a:pt x="13812" y="521"/>
                  <a:pt x="13801" y="532"/>
                </a:cubicBezTo>
                <a:lnTo>
                  <a:pt x="13558" y="775"/>
                </a:lnTo>
                <a:cubicBezTo>
                  <a:pt x="13555" y="779"/>
                  <a:pt x="13548" y="782"/>
                  <a:pt x="13541" y="782"/>
                </a:cubicBezTo>
                <a:close/>
                <a:moveTo>
                  <a:pt x="13058" y="782"/>
                </a:moveTo>
                <a:cubicBezTo>
                  <a:pt x="13051" y="782"/>
                  <a:pt x="13044" y="779"/>
                  <a:pt x="13041" y="775"/>
                </a:cubicBezTo>
                <a:cubicBezTo>
                  <a:pt x="13030" y="764"/>
                  <a:pt x="13030" y="747"/>
                  <a:pt x="13041" y="736"/>
                </a:cubicBezTo>
                <a:lnTo>
                  <a:pt x="13284" y="493"/>
                </a:lnTo>
                <a:cubicBezTo>
                  <a:pt x="13294" y="483"/>
                  <a:pt x="13312" y="483"/>
                  <a:pt x="13322" y="493"/>
                </a:cubicBezTo>
                <a:cubicBezTo>
                  <a:pt x="13333" y="504"/>
                  <a:pt x="13333" y="521"/>
                  <a:pt x="13322" y="532"/>
                </a:cubicBezTo>
                <a:lnTo>
                  <a:pt x="13079" y="775"/>
                </a:lnTo>
                <a:cubicBezTo>
                  <a:pt x="13072" y="779"/>
                  <a:pt x="13065" y="782"/>
                  <a:pt x="13058" y="782"/>
                </a:cubicBezTo>
                <a:close/>
                <a:moveTo>
                  <a:pt x="12093" y="782"/>
                </a:moveTo>
                <a:cubicBezTo>
                  <a:pt x="12086" y="782"/>
                  <a:pt x="12079" y="779"/>
                  <a:pt x="12075" y="775"/>
                </a:cubicBezTo>
                <a:cubicBezTo>
                  <a:pt x="12065" y="764"/>
                  <a:pt x="12065" y="747"/>
                  <a:pt x="12075" y="736"/>
                </a:cubicBezTo>
                <a:lnTo>
                  <a:pt x="12318" y="493"/>
                </a:lnTo>
                <a:cubicBezTo>
                  <a:pt x="12329" y="483"/>
                  <a:pt x="12347" y="483"/>
                  <a:pt x="12357" y="493"/>
                </a:cubicBezTo>
                <a:cubicBezTo>
                  <a:pt x="12368" y="504"/>
                  <a:pt x="12368" y="521"/>
                  <a:pt x="12357" y="532"/>
                </a:cubicBezTo>
                <a:lnTo>
                  <a:pt x="12118" y="775"/>
                </a:lnTo>
                <a:cubicBezTo>
                  <a:pt x="12107" y="779"/>
                  <a:pt x="12100" y="782"/>
                  <a:pt x="12093" y="782"/>
                </a:cubicBezTo>
                <a:close/>
                <a:moveTo>
                  <a:pt x="11129" y="782"/>
                </a:moveTo>
                <a:cubicBezTo>
                  <a:pt x="11122" y="782"/>
                  <a:pt x="11114" y="779"/>
                  <a:pt x="11111" y="775"/>
                </a:cubicBezTo>
                <a:cubicBezTo>
                  <a:pt x="11100" y="764"/>
                  <a:pt x="11100" y="747"/>
                  <a:pt x="11111" y="736"/>
                </a:cubicBezTo>
                <a:lnTo>
                  <a:pt x="11354" y="493"/>
                </a:lnTo>
                <a:cubicBezTo>
                  <a:pt x="11365" y="483"/>
                  <a:pt x="11382" y="483"/>
                  <a:pt x="11393" y="493"/>
                </a:cubicBezTo>
                <a:cubicBezTo>
                  <a:pt x="11403" y="504"/>
                  <a:pt x="11403" y="521"/>
                  <a:pt x="11393" y="532"/>
                </a:cubicBezTo>
                <a:lnTo>
                  <a:pt x="11150" y="775"/>
                </a:lnTo>
                <a:cubicBezTo>
                  <a:pt x="11143" y="779"/>
                  <a:pt x="11136" y="782"/>
                  <a:pt x="11129" y="782"/>
                </a:cubicBezTo>
                <a:close/>
                <a:moveTo>
                  <a:pt x="10163" y="782"/>
                </a:moveTo>
                <a:cubicBezTo>
                  <a:pt x="10156" y="782"/>
                  <a:pt x="10149" y="779"/>
                  <a:pt x="10146" y="775"/>
                </a:cubicBezTo>
                <a:cubicBezTo>
                  <a:pt x="10135" y="764"/>
                  <a:pt x="10135" y="747"/>
                  <a:pt x="10146" y="736"/>
                </a:cubicBezTo>
                <a:lnTo>
                  <a:pt x="10389" y="493"/>
                </a:lnTo>
                <a:cubicBezTo>
                  <a:pt x="10399" y="483"/>
                  <a:pt x="10417" y="483"/>
                  <a:pt x="10428" y="493"/>
                </a:cubicBezTo>
                <a:cubicBezTo>
                  <a:pt x="10438" y="504"/>
                  <a:pt x="10438" y="521"/>
                  <a:pt x="10428" y="532"/>
                </a:cubicBezTo>
                <a:lnTo>
                  <a:pt x="10188" y="775"/>
                </a:lnTo>
                <a:cubicBezTo>
                  <a:pt x="10177" y="779"/>
                  <a:pt x="10170" y="782"/>
                  <a:pt x="10163" y="782"/>
                </a:cubicBezTo>
                <a:close/>
                <a:moveTo>
                  <a:pt x="9681" y="782"/>
                </a:moveTo>
                <a:cubicBezTo>
                  <a:pt x="9674" y="782"/>
                  <a:pt x="9667" y="779"/>
                  <a:pt x="9663" y="775"/>
                </a:cubicBezTo>
                <a:cubicBezTo>
                  <a:pt x="9652" y="764"/>
                  <a:pt x="9652" y="747"/>
                  <a:pt x="9663" y="736"/>
                </a:cubicBezTo>
                <a:lnTo>
                  <a:pt x="9906" y="493"/>
                </a:lnTo>
                <a:cubicBezTo>
                  <a:pt x="9917" y="483"/>
                  <a:pt x="9934" y="483"/>
                  <a:pt x="9945" y="493"/>
                </a:cubicBezTo>
                <a:cubicBezTo>
                  <a:pt x="9955" y="504"/>
                  <a:pt x="9955" y="521"/>
                  <a:pt x="9945" y="532"/>
                </a:cubicBezTo>
                <a:lnTo>
                  <a:pt x="9705" y="775"/>
                </a:lnTo>
                <a:cubicBezTo>
                  <a:pt x="9695" y="779"/>
                  <a:pt x="9688" y="782"/>
                  <a:pt x="9681" y="782"/>
                </a:cubicBezTo>
                <a:close/>
                <a:moveTo>
                  <a:pt x="9198" y="782"/>
                </a:moveTo>
                <a:cubicBezTo>
                  <a:pt x="9191" y="782"/>
                  <a:pt x="9184" y="779"/>
                  <a:pt x="9180" y="775"/>
                </a:cubicBezTo>
                <a:cubicBezTo>
                  <a:pt x="9170" y="764"/>
                  <a:pt x="9170" y="747"/>
                  <a:pt x="9180" y="736"/>
                </a:cubicBezTo>
                <a:lnTo>
                  <a:pt x="9420" y="493"/>
                </a:lnTo>
                <a:cubicBezTo>
                  <a:pt x="9431" y="483"/>
                  <a:pt x="9448" y="483"/>
                  <a:pt x="9459" y="493"/>
                </a:cubicBezTo>
                <a:cubicBezTo>
                  <a:pt x="9469" y="504"/>
                  <a:pt x="9469" y="521"/>
                  <a:pt x="9459" y="532"/>
                </a:cubicBezTo>
                <a:lnTo>
                  <a:pt x="9216" y="775"/>
                </a:lnTo>
                <a:cubicBezTo>
                  <a:pt x="9212" y="779"/>
                  <a:pt x="9205" y="782"/>
                  <a:pt x="9198" y="782"/>
                </a:cubicBezTo>
                <a:close/>
                <a:moveTo>
                  <a:pt x="8715" y="782"/>
                </a:moveTo>
                <a:cubicBezTo>
                  <a:pt x="8708" y="782"/>
                  <a:pt x="8701" y="779"/>
                  <a:pt x="8698" y="775"/>
                </a:cubicBezTo>
                <a:cubicBezTo>
                  <a:pt x="8687" y="764"/>
                  <a:pt x="8687" y="747"/>
                  <a:pt x="8698" y="736"/>
                </a:cubicBezTo>
                <a:lnTo>
                  <a:pt x="8941" y="493"/>
                </a:lnTo>
                <a:cubicBezTo>
                  <a:pt x="8951" y="483"/>
                  <a:pt x="8969" y="483"/>
                  <a:pt x="8980" y="493"/>
                </a:cubicBezTo>
                <a:cubicBezTo>
                  <a:pt x="8990" y="504"/>
                  <a:pt x="8990" y="521"/>
                  <a:pt x="8980" y="532"/>
                </a:cubicBezTo>
                <a:lnTo>
                  <a:pt x="8737" y="775"/>
                </a:lnTo>
                <a:cubicBezTo>
                  <a:pt x="8730" y="779"/>
                  <a:pt x="8722" y="782"/>
                  <a:pt x="8715" y="782"/>
                </a:cubicBezTo>
                <a:close/>
                <a:moveTo>
                  <a:pt x="8233" y="782"/>
                </a:moveTo>
                <a:cubicBezTo>
                  <a:pt x="8226" y="782"/>
                  <a:pt x="8219" y="779"/>
                  <a:pt x="8215" y="775"/>
                </a:cubicBezTo>
                <a:cubicBezTo>
                  <a:pt x="8205" y="764"/>
                  <a:pt x="8205" y="747"/>
                  <a:pt x="8215" y="736"/>
                </a:cubicBezTo>
                <a:lnTo>
                  <a:pt x="8458" y="493"/>
                </a:lnTo>
                <a:cubicBezTo>
                  <a:pt x="8469" y="483"/>
                  <a:pt x="8486" y="483"/>
                  <a:pt x="8497" y="493"/>
                </a:cubicBezTo>
                <a:cubicBezTo>
                  <a:pt x="8508" y="504"/>
                  <a:pt x="8508" y="521"/>
                  <a:pt x="8497" y="532"/>
                </a:cubicBezTo>
                <a:lnTo>
                  <a:pt x="8257" y="775"/>
                </a:lnTo>
                <a:cubicBezTo>
                  <a:pt x="8247" y="779"/>
                  <a:pt x="8240" y="782"/>
                  <a:pt x="8233" y="782"/>
                </a:cubicBezTo>
                <a:close/>
                <a:moveTo>
                  <a:pt x="7750" y="782"/>
                </a:moveTo>
                <a:cubicBezTo>
                  <a:pt x="7743" y="782"/>
                  <a:pt x="7736" y="779"/>
                  <a:pt x="7733" y="775"/>
                </a:cubicBezTo>
                <a:cubicBezTo>
                  <a:pt x="7722" y="764"/>
                  <a:pt x="7722" y="747"/>
                  <a:pt x="7733" y="736"/>
                </a:cubicBezTo>
                <a:lnTo>
                  <a:pt x="7976" y="493"/>
                </a:lnTo>
                <a:cubicBezTo>
                  <a:pt x="7986" y="483"/>
                  <a:pt x="8004" y="483"/>
                  <a:pt x="8014" y="493"/>
                </a:cubicBezTo>
                <a:cubicBezTo>
                  <a:pt x="8025" y="504"/>
                  <a:pt x="8025" y="521"/>
                  <a:pt x="8014" y="532"/>
                </a:cubicBezTo>
                <a:lnTo>
                  <a:pt x="7775" y="775"/>
                </a:lnTo>
                <a:cubicBezTo>
                  <a:pt x="7764" y="779"/>
                  <a:pt x="7757" y="782"/>
                  <a:pt x="7750" y="782"/>
                </a:cubicBezTo>
                <a:close/>
                <a:moveTo>
                  <a:pt x="6785" y="782"/>
                </a:moveTo>
                <a:cubicBezTo>
                  <a:pt x="6778" y="782"/>
                  <a:pt x="6771" y="779"/>
                  <a:pt x="6767" y="775"/>
                </a:cubicBezTo>
                <a:cubicBezTo>
                  <a:pt x="6757" y="764"/>
                  <a:pt x="6757" y="747"/>
                  <a:pt x="6767" y="736"/>
                </a:cubicBezTo>
                <a:lnTo>
                  <a:pt x="7010" y="493"/>
                </a:lnTo>
                <a:cubicBezTo>
                  <a:pt x="7021" y="483"/>
                  <a:pt x="7039" y="483"/>
                  <a:pt x="7049" y="493"/>
                </a:cubicBezTo>
                <a:cubicBezTo>
                  <a:pt x="7060" y="504"/>
                  <a:pt x="7060" y="521"/>
                  <a:pt x="7049" y="532"/>
                </a:cubicBezTo>
                <a:lnTo>
                  <a:pt x="6806" y="775"/>
                </a:lnTo>
                <a:cubicBezTo>
                  <a:pt x="6799" y="779"/>
                  <a:pt x="6792" y="782"/>
                  <a:pt x="6785" y="782"/>
                </a:cubicBezTo>
                <a:close/>
                <a:moveTo>
                  <a:pt x="6302" y="782"/>
                </a:moveTo>
                <a:cubicBezTo>
                  <a:pt x="6295" y="782"/>
                  <a:pt x="6288" y="779"/>
                  <a:pt x="6285" y="775"/>
                </a:cubicBezTo>
                <a:cubicBezTo>
                  <a:pt x="6274" y="764"/>
                  <a:pt x="6274" y="747"/>
                  <a:pt x="6285" y="736"/>
                </a:cubicBezTo>
                <a:lnTo>
                  <a:pt x="6528" y="493"/>
                </a:lnTo>
                <a:cubicBezTo>
                  <a:pt x="6538" y="483"/>
                  <a:pt x="6556" y="483"/>
                  <a:pt x="6566" y="493"/>
                </a:cubicBezTo>
                <a:cubicBezTo>
                  <a:pt x="6577" y="504"/>
                  <a:pt x="6577" y="521"/>
                  <a:pt x="6566" y="532"/>
                </a:cubicBezTo>
                <a:lnTo>
                  <a:pt x="6323" y="775"/>
                </a:lnTo>
                <a:cubicBezTo>
                  <a:pt x="6316" y="779"/>
                  <a:pt x="6309" y="782"/>
                  <a:pt x="6302" y="782"/>
                </a:cubicBezTo>
                <a:close/>
                <a:moveTo>
                  <a:pt x="5820" y="782"/>
                </a:moveTo>
                <a:cubicBezTo>
                  <a:pt x="5813" y="782"/>
                  <a:pt x="5806" y="779"/>
                  <a:pt x="5802" y="775"/>
                </a:cubicBezTo>
                <a:cubicBezTo>
                  <a:pt x="5791" y="764"/>
                  <a:pt x="5791" y="747"/>
                  <a:pt x="5802" y="736"/>
                </a:cubicBezTo>
                <a:lnTo>
                  <a:pt x="6045" y="493"/>
                </a:lnTo>
                <a:cubicBezTo>
                  <a:pt x="6056" y="483"/>
                  <a:pt x="6073" y="483"/>
                  <a:pt x="6084" y="493"/>
                </a:cubicBezTo>
                <a:cubicBezTo>
                  <a:pt x="6094" y="504"/>
                  <a:pt x="6094" y="521"/>
                  <a:pt x="6084" y="532"/>
                </a:cubicBezTo>
                <a:lnTo>
                  <a:pt x="5841" y="775"/>
                </a:lnTo>
                <a:cubicBezTo>
                  <a:pt x="5834" y="779"/>
                  <a:pt x="5827" y="782"/>
                  <a:pt x="5820" y="782"/>
                </a:cubicBezTo>
                <a:close/>
                <a:moveTo>
                  <a:pt x="5337" y="782"/>
                </a:moveTo>
                <a:cubicBezTo>
                  <a:pt x="5330" y="782"/>
                  <a:pt x="5323" y="779"/>
                  <a:pt x="5319" y="775"/>
                </a:cubicBezTo>
                <a:cubicBezTo>
                  <a:pt x="5309" y="764"/>
                  <a:pt x="5309" y="747"/>
                  <a:pt x="5319" y="736"/>
                </a:cubicBezTo>
                <a:lnTo>
                  <a:pt x="5562" y="493"/>
                </a:lnTo>
                <a:cubicBezTo>
                  <a:pt x="5573" y="483"/>
                  <a:pt x="5591" y="483"/>
                  <a:pt x="5601" y="493"/>
                </a:cubicBezTo>
                <a:cubicBezTo>
                  <a:pt x="5612" y="504"/>
                  <a:pt x="5612" y="521"/>
                  <a:pt x="5601" y="532"/>
                </a:cubicBezTo>
                <a:lnTo>
                  <a:pt x="5358" y="775"/>
                </a:lnTo>
                <a:cubicBezTo>
                  <a:pt x="5351" y="779"/>
                  <a:pt x="5344" y="782"/>
                  <a:pt x="5337" y="782"/>
                </a:cubicBezTo>
                <a:close/>
                <a:moveTo>
                  <a:pt x="1959" y="782"/>
                </a:moveTo>
                <a:cubicBezTo>
                  <a:pt x="1951" y="782"/>
                  <a:pt x="1944" y="779"/>
                  <a:pt x="1941" y="775"/>
                </a:cubicBezTo>
                <a:cubicBezTo>
                  <a:pt x="1930" y="764"/>
                  <a:pt x="1930" y="747"/>
                  <a:pt x="1941" y="736"/>
                </a:cubicBezTo>
                <a:lnTo>
                  <a:pt x="2184" y="493"/>
                </a:lnTo>
                <a:cubicBezTo>
                  <a:pt x="2195" y="483"/>
                  <a:pt x="2212" y="483"/>
                  <a:pt x="2223" y="493"/>
                </a:cubicBezTo>
                <a:cubicBezTo>
                  <a:pt x="2233" y="504"/>
                  <a:pt x="2233" y="521"/>
                  <a:pt x="2223" y="532"/>
                </a:cubicBezTo>
                <a:lnTo>
                  <a:pt x="1980" y="775"/>
                </a:lnTo>
                <a:cubicBezTo>
                  <a:pt x="1969" y="779"/>
                  <a:pt x="1966" y="782"/>
                  <a:pt x="1959" y="782"/>
                </a:cubicBezTo>
                <a:close/>
                <a:moveTo>
                  <a:pt x="1476" y="782"/>
                </a:moveTo>
                <a:cubicBezTo>
                  <a:pt x="1469" y="782"/>
                  <a:pt x="1462" y="779"/>
                  <a:pt x="1458" y="775"/>
                </a:cubicBezTo>
                <a:cubicBezTo>
                  <a:pt x="1448" y="764"/>
                  <a:pt x="1448" y="747"/>
                  <a:pt x="1458" y="736"/>
                </a:cubicBezTo>
                <a:lnTo>
                  <a:pt x="1701" y="493"/>
                </a:lnTo>
                <a:cubicBezTo>
                  <a:pt x="1712" y="483"/>
                  <a:pt x="1729" y="483"/>
                  <a:pt x="1740" y="493"/>
                </a:cubicBezTo>
                <a:cubicBezTo>
                  <a:pt x="1750" y="504"/>
                  <a:pt x="1751" y="521"/>
                  <a:pt x="1740" y="532"/>
                </a:cubicBezTo>
                <a:lnTo>
                  <a:pt x="1497" y="775"/>
                </a:lnTo>
                <a:cubicBezTo>
                  <a:pt x="1486" y="779"/>
                  <a:pt x="1483" y="782"/>
                  <a:pt x="1476" y="782"/>
                </a:cubicBezTo>
                <a:close/>
                <a:moveTo>
                  <a:pt x="993" y="782"/>
                </a:moveTo>
                <a:cubicBezTo>
                  <a:pt x="986" y="782"/>
                  <a:pt x="979" y="779"/>
                  <a:pt x="976" y="775"/>
                </a:cubicBezTo>
                <a:cubicBezTo>
                  <a:pt x="965" y="764"/>
                  <a:pt x="965" y="747"/>
                  <a:pt x="976" y="736"/>
                </a:cubicBezTo>
                <a:lnTo>
                  <a:pt x="1219" y="493"/>
                </a:lnTo>
                <a:cubicBezTo>
                  <a:pt x="1229" y="483"/>
                  <a:pt x="1247" y="483"/>
                  <a:pt x="1257" y="493"/>
                </a:cubicBezTo>
                <a:cubicBezTo>
                  <a:pt x="1268" y="504"/>
                  <a:pt x="1268" y="521"/>
                  <a:pt x="1257" y="532"/>
                </a:cubicBezTo>
                <a:lnTo>
                  <a:pt x="1014" y="775"/>
                </a:lnTo>
                <a:cubicBezTo>
                  <a:pt x="1004" y="779"/>
                  <a:pt x="997" y="782"/>
                  <a:pt x="993" y="782"/>
                </a:cubicBezTo>
                <a:close/>
                <a:moveTo>
                  <a:pt x="511" y="782"/>
                </a:moveTo>
                <a:cubicBezTo>
                  <a:pt x="504" y="782"/>
                  <a:pt x="497" y="779"/>
                  <a:pt x="493" y="775"/>
                </a:cubicBezTo>
                <a:cubicBezTo>
                  <a:pt x="482" y="764"/>
                  <a:pt x="482" y="747"/>
                  <a:pt x="493" y="736"/>
                </a:cubicBezTo>
                <a:lnTo>
                  <a:pt x="736" y="493"/>
                </a:lnTo>
                <a:cubicBezTo>
                  <a:pt x="747" y="483"/>
                  <a:pt x="764" y="483"/>
                  <a:pt x="775" y="493"/>
                </a:cubicBezTo>
                <a:cubicBezTo>
                  <a:pt x="785" y="504"/>
                  <a:pt x="785" y="521"/>
                  <a:pt x="775" y="532"/>
                </a:cubicBezTo>
                <a:lnTo>
                  <a:pt x="532" y="775"/>
                </a:lnTo>
                <a:cubicBezTo>
                  <a:pt x="521" y="779"/>
                  <a:pt x="514" y="782"/>
                  <a:pt x="511" y="782"/>
                </a:cubicBezTo>
                <a:close/>
                <a:moveTo>
                  <a:pt x="28" y="782"/>
                </a:moveTo>
                <a:cubicBezTo>
                  <a:pt x="21" y="782"/>
                  <a:pt x="14" y="779"/>
                  <a:pt x="10" y="775"/>
                </a:cubicBezTo>
                <a:cubicBezTo>
                  <a:pt x="0" y="764"/>
                  <a:pt x="0" y="747"/>
                  <a:pt x="10" y="736"/>
                </a:cubicBezTo>
                <a:lnTo>
                  <a:pt x="253" y="493"/>
                </a:lnTo>
                <a:cubicBezTo>
                  <a:pt x="264" y="483"/>
                  <a:pt x="282" y="483"/>
                  <a:pt x="292" y="493"/>
                </a:cubicBezTo>
                <a:cubicBezTo>
                  <a:pt x="303" y="504"/>
                  <a:pt x="303" y="521"/>
                  <a:pt x="292" y="532"/>
                </a:cubicBezTo>
                <a:lnTo>
                  <a:pt x="49" y="775"/>
                </a:lnTo>
                <a:cubicBezTo>
                  <a:pt x="39" y="779"/>
                  <a:pt x="31" y="782"/>
                  <a:pt x="28" y="782"/>
                </a:cubicBezTo>
                <a:close/>
                <a:moveTo>
                  <a:pt x="23193" y="782"/>
                </a:moveTo>
                <a:cubicBezTo>
                  <a:pt x="23186" y="782"/>
                  <a:pt x="23179" y="779"/>
                  <a:pt x="23176" y="775"/>
                </a:cubicBezTo>
                <a:cubicBezTo>
                  <a:pt x="23165" y="764"/>
                  <a:pt x="23165" y="747"/>
                  <a:pt x="23176" y="736"/>
                </a:cubicBezTo>
                <a:lnTo>
                  <a:pt x="23419" y="493"/>
                </a:lnTo>
                <a:cubicBezTo>
                  <a:pt x="23430" y="483"/>
                  <a:pt x="23447" y="483"/>
                  <a:pt x="23458" y="493"/>
                </a:cubicBezTo>
                <a:cubicBezTo>
                  <a:pt x="23468" y="504"/>
                  <a:pt x="23468" y="521"/>
                  <a:pt x="23458" y="532"/>
                </a:cubicBezTo>
                <a:lnTo>
                  <a:pt x="23215" y="775"/>
                </a:lnTo>
                <a:cubicBezTo>
                  <a:pt x="23208" y="779"/>
                  <a:pt x="23201" y="782"/>
                  <a:pt x="23193" y="782"/>
                </a:cubicBezTo>
                <a:close/>
                <a:moveTo>
                  <a:pt x="22228" y="782"/>
                </a:moveTo>
                <a:cubicBezTo>
                  <a:pt x="22221" y="782"/>
                  <a:pt x="22214" y="779"/>
                  <a:pt x="22211" y="775"/>
                </a:cubicBezTo>
                <a:cubicBezTo>
                  <a:pt x="22200" y="764"/>
                  <a:pt x="22200" y="747"/>
                  <a:pt x="22211" y="736"/>
                </a:cubicBezTo>
                <a:lnTo>
                  <a:pt x="22454" y="493"/>
                </a:lnTo>
                <a:cubicBezTo>
                  <a:pt x="22464" y="483"/>
                  <a:pt x="22482" y="483"/>
                  <a:pt x="22492" y="493"/>
                </a:cubicBezTo>
                <a:cubicBezTo>
                  <a:pt x="22503" y="504"/>
                  <a:pt x="22503" y="521"/>
                  <a:pt x="22492" y="532"/>
                </a:cubicBezTo>
                <a:lnTo>
                  <a:pt x="22249" y="775"/>
                </a:lnTo>
                <a:cubicBezTo>
                  <a:pt x="22242" y="779"/>
                  <a:pt x="22235" y="782"/>
                  <a:pt x="22228" y="782"/>
                </a:cubicBezTo>
                <a:close/>
                <a:moveTo>
                  <a:pt x="21263" y="782"/>
                </a:moveTo>
                <a:cubicBezTo>
                  <a:pt x="21256" y="782"/>
                  <a:pt x="21249" y="779"/>
                  <a:pt x="21245" y="775"/>
                </a:cubicBezTo>
                <a:cubicBezTo>
                  <a:pt x="21235" y="764"/>
                  <a:pt x="21235" y="747"/>
                  <a:pt x="21245" y="736"/>
                </a:cubicBezTo>
                <a:lnTo>
                  <a:pt x="21488" y="493"/>
                </a:lnTo>
                <a:cubicBezTo>
                  <a:pt x="21499" y="483"/>
                  <a:pt x="21517" y="483"/>
                  <a:pt x="21527" y="493"/>
                </a:cubicBezTo>
                <a:cubicBezTo>
                  <a:pt x="21538" y="504"/>
                  <a:pt x="21538" y="521"/>
                  <a:pt x="21527" y="532"/>
                </a:cubicBezTo>
                <a:lnTo>
                  <a:pt x="21284" y="775"/>
                </a:lnTo>
                <a:cubicBezTo>
                  <a:pt x="21277" y="779"/>
                  <a:pt x="21270" y="782"/>
                  <a:pt x="21263" y="782"/>
                </a:cubicBezTo>
                <a:close/>
                <a:moveTo>
                  <a:pt x="17884" y="782"/>
                </a:moveTo>
                <a:cubicBezTo>
                  <a:pt x="17877" y="782"/>
                  <a:pt x="17870" y="779"/>
                  <a:pt x="17867" y="775"/>
                </a:cubicBezTo>
                <a:cubicBezTo>
                  <a:pt x="17856" y="764"/>
                  <a:pt x="17856" y="747"/>
                  <a:pt x="17867" y="736"/>
                </a:cubicBezTo>
                <a:lnTo>
                  <a:pt x="18110" y="493"/>
                </a:lnTo>
                <a:cubicBezTo>
                  <a:pt x="18121" y="483"/>
                  <a:pt x="18138" y="483"/>
                  <a:pt x="18149" y="493"/>
                </a:cubicBezTo>
                <a:cubicBezTo>
                  <a:pt x="18159" y="504"/>
                  <a:pt x="18159" y="521"/>
                  <a:pt x="18149" y="532"/>
                </a:cubicBezTo>
                <a:lnTo>
                  <a:pt x="17906" y="775"/>
                </a:lnTo>
                <a:cubicBezTo>
                  <a:pt x="17899" y="779"/>
                  <a:pt x="17892" y="782"/>
                  <a:pt x="17884" y="782"/>
                </a:cubicBezTo>
                <a:close/>
                <a:moveTo>
                  <a:pt x="16919" y="782"/>
                </a:moveTo>
                <a:cubicBezTo>
                  <a:pt x="16912" y="782"/>
                  <a:pt x="16905" y="779"/>
                  <a:pt x="16902" y="775"/>
                </a:cubicBezTo>
                <a:cubicBezTo>
                  <a:pt x="16891" y="764"/>
                  <a:pt x="16891" y="747"/>
                  <a:pt x="16902" y="736"/>
                </a:cubicBezTo>
                <a:lnTo>
                  <a:pt x="17145" y="493"/>
                </a:lnTo>
                <a:cubicBezTo>
                  <a:pt x="17155" y="483"/>
                  <a:pt x="17173" y="483"/>
                  <a:pt x="17183" y="493"/>
                </a:cubicBezTo>
                <a:cubicBezTo>
                  <a:pt x="17194" y="504"/>
                  <a:pt x="17194" y="521"/>
                  <a:pt x="17183" y="532"/>
                </a:cubicBezTo>
                <a:lnTo>
                  <a:pt x="16940" y="775"/>
                </a:lnTo>
                <a:cubicBezTo>
                  <a:pt x="16933" y="779"/>
                  <a:pt x="16926" y="782"/>
                  <a:pt x="16919" y="782"/>
                </a:cubicBezTo>
                <a:close/>
                <a:moveTo>
                  <a:pt x="15954" y="782"/>
                </a:moveTo>
                <a:cubicBezTo>
                  <a:pt x="15947" y="782"/>
                  <a:pt x="15940" y="779"/>
                  <a:pt x="15936" y="775"/>
                </a:cubicBezTo>
                <a:cubicBezTo>
                  <a:pt x="15926" y="764"/>
                  <a:pt x="15926" y="747"/>
                  <a:pt x="15936" y="736"/>
                </a:cubicBezTo>
                <a:lnTo>
                  <a:pt x="16179" y="493"/>
                </a:lnTo>
                <a:cubicBezTo>
                  <a:pt x="16190" y="483"/>
                  <a:pt x="16208" y="483"/>
                  <a:pt x="16218" y="493"/>
                </a:cubicBezTo>
                <a:cubicBezTo>
                  <a:pt x="16229" y="504"/>
                  <a:pt x="16229" y="521"/>
                  <a:pt x="16218" y="532"/>
                </a:cubicBezTo>
                <a:lnTo>
                  <a:pt x="15975" y="775"/>
                </a:lnTo>
                <a:cubicBezTo>
                  <a:pt x="15968" y="779"/>
                  <a:pt x="15961" y="782"/>
                  <a:pt x="15954" y="782"/>
                </a:cubicBezTo>
                <a:close/>
                <a:moveTo>
                  <a:pt x="12575" y="782"/>
                </a:moveTo>
                <a:cubicBezTo>
                  <a:pt x="12568" y="782"/>
                  <a:pt x="12561" y="779"/>
                  <a:pt x="12558" y="775"/>
                </a:cubicBezTo>
                <a:cubicBezTo>
                  <a:pt x="12547" y="764"/>
                  <a:pt x="12547" y="747"/>
                  <a:pt x="12558" y="736"/>
                </a:cubicBezTo>
                <a:lnTo>
                  <a:pt x="12801" y="493"/>
                </a:lnTo>
                <a:cubicBezTo>
                  <a:pt x="12812" y="483"/>
                  <a:pt x="12830" y="483"/>
                  <a:pt x="12840" y="493"/>
                </a:cubicBezTo>
                <a:cubicBezTo>
                  <a:pt x="12851" y="504"/>
                  <a:pt x="12850" y="521"/>
                  <a:pt x="12840" y="532"/>
                </a:cubicBezTo>
                <a:lnTo>
                  <a:pt x="12597" y="775"/>
                </a:lnTo>
                <a:cubicBezTo>
                  <a:pt x="12590" y="779"/>
                  <a:pt x="12583" y="782"/>
                  <a:pt x="12575" y="782"/>
                </a:cubicBezTo>
                <a:close/>
                <a:moveTo>
                  <a:pt x="11611" y="782"/>
                </a:moveTo>
                <a:cubicBezTo>
                  <a:pt x="11604" y="782"/>
                  <a:pt x="11597" y="779"/>
                  <a:pt x="11594" y="775"/>
                </a:cubicBezTo>
                <a:cubicBezTo>
                  <a:pt x="11583" y="764"/>
                  <a:pt x="11583" y="747"/>
                  <a:pt x="11594" y="736"/>
                </a:cubicBezTo>
                <a:lnTo>
                  <a:pt x="11836" y="493"/>
                </a:lnTo>
                <a:cubicBezTo>
                  <a:pt x="11846" y="483"/>
                  <a:pt x="11864" y="483"/>
                  <a:pt x="11874" y="493"/>
                </a:cubicBezTo>
                <a:cubicBezTo>
                  <a:pt x="11885" y="504"/>
                  <a:pt x="11885" y="521"/>
                  <a:pt x="11874" y="532"/>
                </a:cubicBezTo>
                <a:lnTo>
                  <a:pt x="11632" y="775"/>
                </a:lnTo>
                <a:cubicBezTo>
                  <a:pt x="11625" y="779"/>
                  <a:pt x="11618" y="782"/>
                  <a:pt x="11611" y="782"/>
                </a:cubicBezTo>
                <a:close/>
                <a:moveTo>
                  <a:pt x="10646" y="782"/>
                </a:moveTo>
                <a:cubicBezTo>
                  <a:pt x="10639" y="782"/>
                  <a:pt x="10632" y="779"/>
                  <a:pt x="10628" y="775"/>
                </a:cubicBezTo>
                <a:cubicBezTo>
                  <a:pt x="10618" y="764"/>
                  <a:pt x="10618" y="747"/>
                  <a:pt x="10628" y="736"/>
                </a:cubicBezTo>
                <a:lnTo>
                  <a:pt x="10871" y="493"/>
                </a:lnTo>
                <a:cubicBezTo>
                  <a:pt x="10882" y="483"/>
                  <a:pt x="10899" y="483"/>
                  <a:pt x="10910" y="493"/>
                </a:cubicBezTo>
                <a:cubicBezTo>
                  <a:pt x="10920" y="504"/>
                  <a:pt x="10921" y="521"/>
                  <a:pt x="10910" y="532"/>
                </a:cubicBezTo>
                <a:lnTo>
                  <a:pt x="10667" y="775"/>
                </a:lnTo>
                <a:cubicBezTo>
                  <a:pt x="10660" y="779"/>
                  <a:pt x="10653" y="782"/>
                  <a:pt x="10646" y="782"/>
                </a:cubicBezTo>
                <a:close/>
                <a:moveTo>
                  <a:pt x="7268" y="782"/>
                </a:moveTo>
                <a:cubicBezTo>
                  <a:pt x="7260" y="782"/>
                  <a:pt x="7253" y="779"/>
                  <a:pt x="7250" y="775"/>
                </a:cubicBezTo>
                <a:cubicBezTo>
                  <a:pt x="7239" y="764"/>
                  <a:pt x="7239" y="747"/>
                  <a:pt x="7250" y="736"/>
                </a:cubicBezTo>
                <a:lnTo>
                  <a:pt x="7493" y="493"/>
                </a:lnTo>
                <a:cubicBezTo>
                  <a:pt x="7504" y="483"/>
                  <a:pt x="7521" y="483"/>
                  <a:pt x="7532" y="493"/>
                </a:cubicBezTo>
                <a:cubicBezTo>
                  <a:pt x="7542" y="504"/>
                  <a:pt x="7542" y="521"/>
                  <a:pt x="7532" y="532"/>
                </a:cubicBezTo>
                <a:lnTo>
                  <a:pt x="7289" y="775"/>
                </a:lnTo>
                <a:cubicBezTo>
                  <a:pt x="7282" y="779"/>
                  <a:pt x="7275" y="782"/>
                  <a:pt x="7268" y="782"/>
                </a:cubicBezTo>
                <a:close/>
                <a:moveTo>
                  <a:pt x="4854" y="782"/>
                </a:moveTo>
                <a:cubicBezTo>
                  <a:pt x="4847" y="782"/>
                  <a:pt x="4840" y="779"/>
                  <a:pt x="4837" y="775"/>
                </a:cubicBezTo>
                <a:cubicBezTo>
                  <a:pt x="4826" y="764"/>
                  <a:pt x="4826" y="747"/>
                  <a:pt x="4837" y="736"/>
                </a:cubicBezTo>
                <a:lnTo>
                  <a:pt x="5080" y="493"/>
                </a:lnTo>
                <a:cubicBezTo>
                  <a:pt x="5090" y="483"/>
                  <a:pt x="5108" y="483"/>
                  <a:pt x="5119" y="493"/>
                </a:cubicBezTo>
                <a:cubicBezTo>
                  <a:pt x="5129" y="504"/>
                  <a:pt x="5129" y="521"/>
                  <a:pt x="5119" y="532"/>
                </a:cubicBezTo>
                <a:lnTo>
                  <a:pt x="4875" y="775"/>
                </a:lnTo>
                <a:cubicBezTo>
                  <a:pt x="4865" y="779"/>
                  <a:pt x="4861" y="782"/>
                  <a:pt x="4854" y="782"/>
                </a:cubicBezTo>
                <a:close/>
                <a:moveTo>
                  <a:pt x="4372" y="782"/>
                </a:moveTo>
                <a:cubicBezTo>
                  <a:pt x="4365" y="782"/>
                  <a:pt x="4358" y="779"/>
                  <a:pt x="4354" y="775"/>
                </a:cubicBezTo>
                <a:cubicBezTo>
                  <a:pt x="4344" y="764"/>
                  <a:pt x="4344" y="747"/>
                  <a:pt x="4354" y="736"/>
                </a:cubicBezTo>
                <a:lnTo>
                  <a:pt x="4597" y="493"/>
                </a:lnTo>
                <a:cubicBezTo>
                  <a:pt x="4608" y="483"/>
                  <a:pt x="4625" y="483"/>
                  <a:pt x="4636" y="493"/>
                </a:cubicBezTo>
                <a:cubicBezTo>
                  <a:pt x="4646" y="504"/>
                  <a:pt x="4646" y="521"/>
                  <a:pt x="4636" y="532"/>
                </a:cubicBezTo>
                <a:lnTo>
                  <a:pt x="4393" y="775"/>
                </a:lnTo>
                <a:cubicBezTo>
                  <a:pt x="4382" y="779"/>
                  <a:pt x="4379" y="782"/>
                  <a:pt x="4372" y="782"/>
                </a:cubicBezTo>
                <a:close/>
                <a:moveTo>
                  <a:pt x="3889" y="782"/>
                </a:moveTo>
                <a:cubicBezTo>
                  <a:pt x="3882" y="782"/>
                  <a:pt x="3875" y="779"/>
                  <a:pt x="3871" y="775"/>
                </a:cubicBezTo>
                <a:cubicBezTo>
                  <a:pt x="3861" y="764"/>
                  <a:pt x="3861" y="747"/>
                  <a:pt x="3871" y="736"/>
                </a:cubicBezTo>
                <a:lnTo>
                  <a:pt x="4115" y="493"/>
                </a:lnTo>
                <a:cubicBezTo>
                  <a:pt x="4125" y="483"/>
                  <a:pt x="4143" y="483"/>
                  <a:pt x="4153" y="493"/>
                </a:cubicBezTo>
                <a:cubicBezTo>
                  <a:pt x="4164" y="504"/>
                  <a:pt x="4164" y="521"/>
                  <a:pt x="4153" y="532"/>
                </a:cubicBezTo>
                <a:lnTo>
                  <a:pt x="3910" y="775"/>
                </a:lnTo>
                <a:cubicBezTo>
                  <a:pt x="3900" y="779"/>
                  <a:pt x="3896" y="782"/>
                  <a:pt x="3889" y="782"/>
                </a:cubicBezTo>
                <a:close/>
                <a:moveTo>
                  <a:pt x="3406" y="782"/>
                </a:moveTo>
                <a:cubicBezTo>
                  <a:pt x="3399" y="782"/>
                  <a:pt x="3392" y="779"/>
                  <a:pt x="3389" y="775"/>
                </a:cubicBezTo>
                <a:cubicBezTo>
                  <a:pt x="3378" y="764"/>
                  <a:pt x="3378" y="747"/>
                  <a:pt x="3389" y="736"/>
                </a:cubicBezTo>
                <a:lnTo>
                  <a:pt x="3632" y="493"/>
                </a:lnTo>
                <a:cubicBezTo>
                  <a:pt x="3642" y="483"/>
                  <a:pt x="3660" y="483"/>
                  <a:pt x="3671" y="493"/>
                </a:cubicBezTo>
                <a:cubicBezTo>
                  <a:pt x="3681" y="504"/>
                  <a:pt x="3681" y="521"/>
                  <a:pt x="3671" y="532"/>
                </a:cubicBezTo>
                <a:lnTo>
                  <a:pt x="3428" y="775"/>
                </a:lnTo>
                <a:cubicBezTo>
                  <a:pt x="3417" y="779"/>
                  <a:pt x="3413" y="782"/>
                  <a:pt x="3406" y="782"/>
                </a:cubicBezTo>
                <a:close/>
                <a:moveTo>
                  <a:pt x="2924" y="782"/>
                </a:moveTo>
                <a:cubicBezTo>
                  <a:pt x="2917" y="782"/>
                  <a:pt x="2910" y="779"/>
                  <a:pt x="2906" y="775"/>
                </a:cubicBezTo>
                <a:cubicBezTo>
                  <a:pt x="2896" y="764"/>
                  <a:pt x="2896" y="747"/>
                  <a:pt x="2906" y="736"/>
                </a:cubicBezTo>
                <a:lnTo>
                  <a:pt x="3149" y="493"/>
                </a:lnTo>
                <a:cubicBezTo>
                  <a:pt x="3160" y="483"/>
                  <a:pt x="3177" y="483"/>
                  <a:pt x="3188" y="493"/>
                </a:cubicBezTo>
                <a:cubicBezTo>
                  <a:pt x="3199" y="504"/>
                  <a:pt x="3199" y="521"/>
                  <a:pt x="3188" y="532"/>
                </a:cubicBezTo>
                <a:lnTo>
                  <a:pt x="2945" y="775"/>
                </a:lnTo>
                <a:cubicBezTo>
                  <a:pt x="2934" y="779"/>
                  <a:pt x="2931" y="782"/>
                  <a:pt x="2924" y="782"/>
                </a:cubicBezTo>
                <a:close/>
                <a:moveTo>
                  <a:pt x="2441" y="782"/>
                </a:moveTo>
                <a:cubicBezTo>
                  <a:pt x="2434" y="782"/>
                  <a:pt x="2427" y="779"/>
                  <a:pt x="2424" y="775"/>
                </a:cubicBezTo>
                <a:cubicBezTo>
                  <a:pt x="2413" y="764"/>
                  <a:pt x="2413" y="747"/>
                  <a:pt x="2424" y="736"/>
                </a:cubicBezTo>
                <a:lnTo>
                  <a:pt x="2667" y="493"/>
                </a:lnTo>
                <a:cubicBezTo>
                  <a:pt x="2677" y="483"/>
                  <a:pt x="2694" y="483"/>
                  <a:pt x="2705" y="493"/>
                </a:cubicBezTo>
                <a:cubicBezTo>
                  <a:pt x="2715" y="504"/>
                  <a:pt x="2716" y="521"/>
                  <a:pt x="2705" y="532"/>
                </a:cubicBezTo>
                <a:lnTo>
                  <a:pt x="2462" y="775"/>
                </a:lnTo>
                <a:cubicBezTo>
                  <a:pt x="2452" y="779"/>
                  <a:pt x="2448" y="782"/>
                  <a:pt x="2441" y="782"/>
                </a:cubicBezTo>
                <a:close/>
                <a:moveTo>
                  <a:pt x="23193" y="300"/>
                </a:moveTo>
                <a:cubicBezTo>
                  <a:pt x="23186" y="300"/>
                  <a:pt x="23179" y="296"/>
                  <a:pt x="23176" y="293"/>
                </a:cubicBezTo>
                <a:cubicBezTo>
                  <a:pt x="23165" y="282"/>
                  <a:pt x="23165" y="264"/>
                  <a:pt x="23176" y="254"/>
                </a:cubicBezTo>
                <a:lnTo>
                  <a:pt x="23419" y="11"/>
                </a:lnTo>
                <a:cubicBezTo>
                  <a:pt x="23430" y="0"/>
                  <a:pt x="23447" y="0"/>
                  <a:pt x="23458" y="11"/>
                </a:cubicBezTo>
                <a:cubicBezTo>
                  <a:pt x="23468" y="21"/>
                  <a:pt x="23468" y="39"/>
                  <a:pt x="23458" y="50"/>
                </a:cubicBezTo>
                <a:lnTo>
                  <a:pt x="23215" y="289"/>
                </a:lnTo>
                <a:cubicBezTo>
                  <a:pt x="23208" y="296"/>
                  <a:pt x="23201" y="300"/>
                  <a:pt x="23193" y="300"/>
                </a:cubicBezTo>
                <a:close/>
                <a:moveTo>
                  <a:pt x="22711" y="300"/>
                </a:moveTo>
                <a:cubicBezTo>
                  <a:pt x="22704" y="300"/>
                  <a:pt x="22697" y="296"/>
                  <a:pt x="22693" y="293"/>
                </a:cubicBezTo>
                <a:cubicBezTo>
                  <a:pt x="22683" y="282"/>
                  <a:pt x="22683" y="264"/>
                  <a:pt x="22693" y="254"/>
                </a:cubicBezTo>
                <a:lnTo>
                  <a:pt x="22936" y="11"/>
                </a:lnTo>
                <a:cubicBezTo>
                  <a:pt x="22947" y="0"/>
                  <a:pt x="22964" y="0"/>
                  <a:pt x="22975" y="11"/>
                </a:cubicBezTo>
                <a:cubicBezTo>
                  <a:pt x="22986" y="21"/>
                  <a:pt x="22986" y="39"/>
                  <a:pt x="22975" y="50"/>
                </a:cubicBezTo>
                <a:lnTo>
                  <a:pt x="22732" y="293"/>
                </a:lnTo>
                <a:cubicBezTo>
                  <a:pt x="22725" y="296"/>
                  <a:pt x="22718" y="300"/>
                  <a:pt x="22711" y="300"/>
                </a:cubicBezTo>
                <a:close/>
                <a:moveTo>
                  <a:pt x="22228" y="300"/>
                </a:moveTo>
                <a:cubicBezTo>
                  <a:pt x="22221" y="300"/>
                  <a:pt x="22214" y="296"/>
                  <a:pt x="22211" y="293"/>
                </a:cubicBezTo>
                <a:cubicBezTo>
                  <a:pt x="22200" y="282"/>
                  <a:pt x="22200" y="264"/>
                  <a:pt x="22211" y="254"/>
                </a:cubicBezTo>
                <a:lnTo>
                  <a:pt x="22454" y="11"/>
                </a:lnTo>
                <a:cubicBezTo>
                  <a:pt x="22464" y="0"/>
                  <a:pt x="22482" y="0"/>
                  <a:pt x="22492" y="11"/>
                </a:cubicBezTo>
                <a:cubicBezTo>
                  <a:pt x="22503" y="21"/>
                  <a:pt x="22503" y="39"/>
                  <a:pt x="22492" y="50"/>
                </a:cubicBezTo>
                <a:lnTo>
                  <a:pt x="22249" y="289"/>
                </a:lnTo>
                <a:cubicBezTo>
                  <a:pt x="22242" y="296"/>
                  <a:pt x="22235" y="300"/>
                  <a:pt x="22228" y="300"/>
                </a:cubicBezTo>
                <a:close/>
                <a:moveTo>
                  <a:pt x="21746" y="300"/>
                </a:moveTo>
                <a:cubicBezTo>
                  <a:pt x="21739" y="300"/>
                  <a:pt x="21731" y="296"/>
                  <a:pt x="21728" y="293"/>
                </a:cubicBezTo>
                <a:cubicBezTo>
                  <a:pt x="21717" y="282"/>
                  <a:pt x="21717" y="264"/>
                  <a:pt x="21728" y="254"/>
                </a:cubicBezTo>
                <a:lnTo>
                  <a:pt x="21968" y="11"/>
                </a:lnTo>
                <a:cubicBezTo>
                  <a:pt x="21978" y="0"/>
                  <a:pt x="21996" y="0"/>
                  <a:pt x="22006" y="11"/>
                </a:cubicBezTo>
                <a:cubicBezTo>
                  <a:pt x="22017" y="21"/>
                  <a:pt x="22017" y="39"/>
                  <a:pt x="22006" y="50"/>
                </a:cubicBezTo>
                <a:lnTo>
                  <a:pt x="21763" y="293"/>
                </a:lnTo>
                <a:cubicBezTo>
                  <a:pt x="21760" y="296"/>
                  <a:pt x="21753" y="300"/>
                  <a:pt x="21746" y="300"/>
                </a:cubicBezTo>
                <a:close/>
                <a:moveTo>
                  <a:pt x="21263" y="300"/>
                </a:moveTo>
                <a:cubicBezTo>
                  <a:pt x="21256" y="300"/>
                  <a:pt x="21249" y="296"/>
                  <a:pt x="21245" y="293"/>
                </a:cubicBezTo>
                <a:cubicBezTo>
                  <a:pt x="21235" y="282"/>
                  <a:pt x="21235" y="264"/>
                  <a:pt x="21245" y="254"/>
                </a:cubicBezTo>
                <a:lnTo>
                  <a:pt x="21488" y="11"/>
                </a:lnTo>
                <a:cubicBezTo>
                  <a:pt x="21499" y="0"/>
                  <a:pt x="21517" y="0"/>
                  <a:pt x="21527" y="11"/>
                </a:cubicBezTo>
                <a:cubicBezTo>
                  <a:pt x="21538" y="21"/>
                  <a:pt x="21538" y="39"/>
                  <a:pt x="21527" y="50"/>
                </a:cubicBezTo>
                <a:lnTo>
                  <a:pt x="21284" y="289"/>
                </a:lnTo>
                <a:cubicBezTo>
                  <a:pt x="21277" y="296"/>
                  <a:pt x="21270" y="300"/>
                  <a:pt x="21263" y="300"/>
                </a:cubicBezTo>
                <a:close/>
                <a:moveTo>
                  <a:pt x="20780" y="300"/>
                </a:moveTo>
                <a:cubicBezTo>
                  <a:pt x="20773" y="300"/>
                  <a:pt x="20766" y="296"/>
                  <a:pt x="20763" y="293"/>
                </a:cubicBezTo>
                <a:cubicBezTo>
                  <a:pt x="20752" y="282"/>
                  <a:pt x="20752" y="264"/>
                  <a:pt x="20763" y="254"/>
                </a:cubicBezTo>
                <a:lnTo>
                  <a:pt x="21006" y="11"/>
                </a:lnTo>
                <a:cubicBezTo>
                  <a:pt x="21016" y="0"/>
                  <a:pt x="21034" y="0"/>
                  <a:pt x="21045" y="11"/>
                </a:cubicBezTo>
                <a:cubicBezTo>
                  <a:pt x="21055" y="21"/>
                  <a:pt x="21055" y="39"/>
                  <a:pt x="21045" y="50"/>
                </a:cubicBezTo>
                <a:lnTo>
                  <a:pt x="20805" y="293"/>
                </a:lnTo>
                <a:cubicBezTo>
                  <a:pt x="20794" y="296"/>
                  <a:pt x="20787" y="300"/>
                  <a:pt x="20780" y="300"/>
                </a:cubicBezTo>
                <a:close/>
                <a:moveTo>
                  <a:pt x="20298" y="300"/>
                </a:moveTo>
                <a:cubicBezTo>
                  <a:pt x="20291" y="300"/>
                  <a:pt x="20284" y="296"/>
                  <a:pt x="20280" y="293"/>
                </a:cubicBezTo>
                <a:cubicBezTo>
                  <a:pt x="20269" y="282"/>
                  <a:pt x="20269" y="264"/>
                  <a:pt x="20280" y="254"/>
                </a:cubicBezTo>
                <a:lnTo>
                  <a:pt x="20523" y="11"/>
                </a:lnTo>
                <a:cubicBezTo>
                  <a:pt x="20534" y="0"/>
                  <a:pt x="20551" y="0"/>
                  <a:pt x="20562" y="11"/>
                </a:cubicBezTo>
                <a:cubicBezTo>
                  <a:pt x="20572" y="21"/>
                  <a:pt x="20572" y="39"/>
                  <a:pt x="20562" y="50"/>
                </a:cubicBezTo>
                <a:lnTo>
                  <a:pt x="20319" y="293"/>
                </a:lnTo>
                <a:cubicBezTo>
                  <a:pt x="20312" y="296"/>
                  <a:pt x="20305" y="300"/>
                  <a:pt x="20298" y="300"/>
                </a:cubicBezTo>
                <a:close/>
                <a:moveTo>
                  <a:pt x="19815" y="300"/>
                </a:moveTo>
                <a:cubicBezTo>
                  <a:pt x="19808" y="300"/>
                  <a:pt x="19801" y="296"/>
                  <a:pt x="19797" y="293"/>
                </a:cubicBezTo>
                <a:cubicBezTo>
                  <a:pt x="19787" y="282"/>
                  <a:pt x="19787" y="264"/>
                  <a:pt x="19797" y="254"/>
                </a:cubicBezTo>
                <a:lnTo>
                  <a:pt x="20037" y="11"/>
                </a:lnTo>
                <a:cubicBezTo>
                  <a:pt x="20048" y="0"/>
                  <a:pt x="20065" y="0"/>
                  <a:pt x="20076" y="11"/>
                </a:cubicBezTo>
                <a:cubicBezTo>
                  <a:pt x="20086" y="21"/>
                  <a:pt x="20086" y="39"/>
                  <a:pt x="20076" y="50"/>
                </a:cubicBezTo>
                <a:lnTo>
                  <a:pt x="19833" y="293"/>
                </a:lnTo>
                <a:cubicBezTo>
                  <a:pt x="19829" y="296"/>
                  <a:pt x="19822" y="300"/>
                  <a:pt x="19815" y="300"/>
                </a:cubicBezTo>
                <a:close/>
                <a:moveTo>
                  <a:pt x="19332" y="300"/>
                </a:moveTo>
                <a:cubicBezTo>
                  <a:pt x="19325" y="300"/>
                  <a:pt x="19318" y="296"/>
                  <a:pt x="19315" y="293"/>
                </a:cubicBezTo>
                <a:cubicBezTo>
                  <a:pt x="19304" y="282"/>
                  <a:pt x="19304" y="264"/>
                  <a:pt x="19315" y="254"/>
                </a:cubicBezTo>
                <a:lnTo>
                  <a:pt x="19558" y="11"/>
                </a:lnTo>
                <a:cubicBezTo>
                  <a:pt x="19568" y="0"/>
                  <a:pt x="19586" y="0"/>
                  <a:pt x="19597" y="11"/>
                </a:cubicBezTo>
                <a:cubicBezTo>
                  <a:pt x="19607" y="21"/>
                  <a:pt x="19607" y="39"/>
                  <a:pt x="19597" y="50"/>
                </a:cubicBezTo>
                <a:lnTo>
                  <a:pt x="19354" y="293"/>
                </a:lnTo>
                <a:cubicBezTo>
                  <a:pt x="19346" y="296"/>
                  <a:pt x="19339" y="300"/>
                  <a:pt x="19332" y="300"/>
                </a:cubicBezTo>
                <a:close/>
                <a:moveTo>
                  <a:pt x="18850" y="300"/>
                </a:moveTo>
                <a:cubicBezTo>
                  <a:pt x="18843" y="300"/>
                  <a:pt x="18836" y="296"/>
                  <a:pt x="18832" y="293"/>
                </a:cubicBezTo>
                <a:cubicBezTo>
                  <a:pt x="18822" y="282"/>
                  <a:pt x="18822" y="264"/>
                  <a:pt x="18832" y="254"/>
                </a:cubicBezTo>
                <a:lnTo>
                  <a:pt x="19075" y="11"/>
                </a:lnTo>
                <a:cubicBezTo>
                  <a:pt x="19086" y="0"/>
                  <a:pt x="19103" y="0"/>
                  <a:pt x="19114" y="11"/>
                </a:cubicBezTo>
                <a:cubicBezTo>
                  <a:pt x="19125" y="21"/>
                  <a:pt x="19125" y="39"/>
                  <a:pt x="19114" y="50"/>
                </a:cubicBezTo>
                <a:lnTo>
                  <a:pt x="18874" y="293"/>
                </a:lnTo>
                <a:cubicBezTo>
                  <a:pt x="18864" y="296"/>
                  <a:pt x="18857" y="300"/>
                  <a:pt x="18850" y="300"/>
                </a:cubicBezTo>
                <a:close/>
                <a:moveTo>
                  <a:pt x="18367" y="300"/>
                </a:moveTo>
                <a:cubicBezTo>
                  <a:pt x="18360" y="300"/>
                  <a:pt x="18353" y="296"/>
                  <a:pt x="18350" y="293"/>
                </a:cubicBezTo>
                <a:cubicBezTo>
                  <a:pt x="18339" y="282"/>
                  <a:pt x="18339" y="264"/>
                  <a:pt x="18350" y="254"/>
                </a:cubicBezTo>
                <a:lnTo>
                  <a:pt x="18593" y="11"/>
                </a:lnTo>
                <a:cubicBezTo>
                  <a:pt x="18603" y="0"/>
                  <a:pt x="18621" y="0"/>
                  <a:pt x="18631" y="11"/>
                </a:cubicBezTo>
                <a:cubicBezTo>
                  <a:pt x="18642" y="21"/>
                  <a:pt x="18642" y="39"/>
                  <a:pt x="18631" y="50"/>
                </a:cubicBezTo>
                <a:lnTo>
                  <a:pt x="18388" y="293"/>
                </a:lnTo>
                <a:cubicBezTo>
                  <a:pt x="18381" y="296"/>
                  <a:pt x="18374" y="300"/>
                  <a:pt x="18367" y="300"/>
                </a:cubicBezTo>
                <a:close/>
                <a:moveTo>
                  <a:pt x="17884" y="300"/>
                </a:moveTo>
                <a:cubicBezTo>
                  <a:pt x="17877" y="300"/>
                  <a:pt x="17870" y="296"/>
                  <a:pt x="17867" y="293"/>
                </a:cubicBezTo>
                <a:cubicBezTo>
                  <a:pt x="17856" y="282"/>
                  <a:pt x="17856" y="264"/>
                  <a:pt x="17867" y="254"/>
                </a:cubicBezTo>
                <a:lnTo>
                  <a:pt x="18110" y="11"/>
                </a:lnTo>
                <a:cubicBezTo>
                  <a:pt x="18121" y="0"/>
                  <a:pt x="18138" y="0"/>
                  <a:pt x="18149" y="11"/>
                </a:cubicBezTo>
                <a:cubicBezTo>
                  <a:pt x="18159" y="21"/>
                  <a:pt x="18159" y="39"/>
                  <a:pt x="18149" y="50"/>
                </a:cubicBezTo>
                <a:lnTo>
                  <a:pt x="17906" y="289"/>
                </a:lnTo>
                <a:cubicBezTo>
                  <a:pt x="17899" y="296"/>
                  <a:pt x="17892" y="300"/>
                  <a:pt x="17884" y="300"/>
                </a:cubicBezTo>
                <a:close/>
                <a:moveTo>
                  <a:pt x="17402" y="300"/>
                </a:moveTo>
                <a:cubicBezTo>
                  <a:pt x="17395" y="300"/>
                  <a:pt x="17388" y="296"/>
                  <a:pt x="17384" y="293"/>
                </a:cubicBezTo>
                <a:cubicBezTo>
                  <a:pt x="17374" y="282"/>
                  <a:pt x="17374" y="264"/>
                  <a:pt x="17384" y="254"/>
                </a:cubicBezTo>
                <a:lnTo>
                  <a:pt x="17627" y="11"/>
                </a:lnTo>
                <a:cubicBezTo>
                  <a:pt x="17638" y="0"/>
                  <a:pt x="17655" y="0"/>
                  <a:pt x="17666" y="11"/>
                </a:cubicBezTo>
                <a:cubicBezTo>
                  <a:pt x="17677" y="21"/>
                  <a:pt x="17677" y="39"/>
                  <a:pt x="17666" y="50"/>
                </a:cubicBezTo>
                <a:lnTo>
                  <a:pt x="17423" y="293"/>
                </a:lnTo>
                <a:cubicBezTo>
                  <a:pt x="17416" y="296"/>
                  <a:pt x="17409" y="300"/>
                  <a:pt x="17402" y="300"/>
                </a:cubicBezTo>
                <a:close/>
                <a:moveTo>
                  <a:pt x="16919" y="300"/>
                </a:moveTo>
                <a:cubicBezTo>
                  <a:pt x="16912" y="300"/>
                  <a:pt x="16905" y="296"/>
                  <a:pt x="16902" y="293"/>
                </a:cubicBezTo>
                <a:cubicBezTo>
                  <a:pt x="16891" y="282"/>
                  <a:pt x="16891" y="264"/>
                  <a:pt x="16902" y="254"/>
                </a:cubicBezTo>
                <a:lnTo>
                  <a:pt x="17145" y="11"/>
                </a:lnTo>
                <a:cubicBezTo>
                  <a:pt x="17155" y="0"/>
                  <a:pt x="17173" y="0"/>
                  <a:pt x="17183" y="11"/>
                </a:cubicBezTo>
                <a:cubicBezTo>
                  <a:pt x="17194" y="21"/>
                  <a:pt x="17194" y="39"/>
                  <a:pt x="17183" y="50"/>
                </a:cubicBezTo>
                <a:lnTo>
                  <a:pt x="16940" y="289"/>
                </a:lnTo>
                <a:cubicBezTo>
                  <a:pt x="16933" y="296"/>
                  <a:pt x="16926" y="300"/>
                  <a:pt x="16919" y="300"/>
                </a:cubicBezTo>
                <a:close/>
                <a:moveTo>
                  <a:pt x="16437" y="300"/>
                </a:moveTo>
                <a:cubicBezTo>
                  <a:pt x="16430" y="300"/>
                  <a:pt x="16422" y="296"/>
                  <a:pt x="16419" y="293"/>
                </a:cubicBezTo>
                <a:cubicBezTo>
                  <a:pt x="16408" y="282"/>
                  <a:pt x="16408" y="264"/>
                  <a:pt x="16419" y="254"/>
                </a:cubicBezTo>
                <a:lnTo>
                  <a:pt x="16662" y="11"/>
                </a:lnTo>
                <a:cubicBezTo>
                  <a:pt x="16673" y="0"/>
                  <a:pt x="16691" y="1"/>
                  <a:pt x="16701" y="11"/>
                </a:cubicBezTo>
                <a:cubicBezTo>
                  <a:pt x="16712" y="22"/>
                  <a:pt x="16711" y="39"/>
                  <a:pt x="16701" y="50"/>
                </a:cubicBezTo>
                <a:lnTo>
                  <a:pt x="16458" y="293"/>
                </a:lnTo>
                <a:cubicBezTo>
                  <a:pt x="16451" y="296"/>
                  <a:pt x="16444" y="300"/>
                  <a:pt x="16437" y="300"/>
                </a:cubicBezTo>
                <a:close/>
                <a:moveTo>
                  <a:pt x="15954" y="300"/>
                </a:moveTo>
                <a:cubicBezTo>
                  <a:pt x="15947" y="300"/>
                  <a:pt x="15940" y="296"/>
                  <a:pt x="15936" y="293"/>
                </a:cubicBezTo>
                <a:cubicBezTo>
                  <a:pt x="15926" y="282"/>
                  <a:pt x="15926" y="264"/>
                  <a:pt x="15936" y="254"/>
                </a:cubicBezTo>
                <a:lnTo>
                  <a:pt x="16179" y="11"/>
                </a:lnTo>
                <a:cubicBezTo>
                  <a:pt x="16190" y="0"/>
                  <a:pt x="16208" y="1"/>
                  <a:pt x="16218" y="11"/>
                </a:cubicBezTo>
                <a:cubicBezTo>
                  <a:pt x="16229" y="22"/>
                  <a:pt x="16229" y="39"/>
                  <a:pt x="16218" y="50"/>
                </a:cubicBezTo>
                <a:lnTo>
                  <a:pt x="15975" y="289"/>
                </a:lnTo>
                <a:cubicBezTo>
                  <a:pt x="15968" y="296"/>
                  <a:pt x="15961" y="300"/>
                  <a:pt x="15954" y="300"/>
                </a:cubicBezTo>
                <a:close/>
                <a:moveTo>
                  <a:pt x="15471" y="300"/>
                </a:moveTo>
                <a:cubicBezTo>
                  <a:pt x="15464" y="300"/>
                  <a:pt x="15457" y="296"/>
                  <a:pt x="15454" y="293"/>
                </a:cubicBezTo>
                <a:cubicBezTo>
                  <a:pt x="15443" y="282"/>
                  <a:pt x="15443" y="264"/>
                  <a:pt x="15454" y="254"/>
                </a:cubicBezTo>
                <a:lnTo>
                  <a:pt x="15693" y="11"/>
                </a:lnTo>
                <a:cubicBezTo>
                  <a:pt x="15704" y="0"/>
                  <a:pt x="15721" y="1"/>
                  <a:pt x="15732" y="11"/>
                </a:cubicBezTo>
                <a:cubicBezTo>
                  <a:pt x="15743" y="22"/>
                  <a:pt x="15743" y="39"/>
                  <a:pt x="15732" y="50"/>
                </a:cubicBezTo>
                <a:lnTo>
                  <a:pt x="15489" y="293"/>
                </a:lnTo>
                <a:cubicBezTo>
                  <a:pt x="15485" y="296"/>
                  <a:pt x="15478" y="300"/>
                  <a:pt x="15471" y="300"/>
                </a:cubicBezTo>
                <a:close/>
                <a:moveTo>
                  <a:pt x="14989" y="300"/>
                </a:moveTo>
                <a:cubicBezTo>
                  <a:pt x="14982" y="300"/>
                  <a:pt x="14975" y="296"/>
                  <a:pt x="14971" y="293"/>
                </a:cubicBezTo>
                <a:cubicBezTo>
                  <a:pt x="14960" y="282"/>
                  <a:pt x="14960" y="264"/>
                  <a:pt x="14971" y="254"/>
                </a:cubicBezTo>
                <a:lnTo>
                  <a:pt x="15214" y="11"/>
                </a:lnTo>
                <a:cubicBezTo>
                  <a:pt x="15225" y="0"/>
                  <a:pt x="15243" y="1"/>
                  <a:pt x="15253" y="11"/>
                </a:cubicBezTo>
                <a:cubicBezTo>
                  <a:pt x="15264" y="22"/>
                  <a:pt x="15263" y="39"/>
                  <a:pt x="15253" y="50"/>
                </a:cubicBezTo>
                <a:lnTo>
                  <a:pt x="15006" y="293"/>
                </a:lnTo>
                <a:cubicBezTo>
                  <a:pt x="15003" y="296"/>
                  <a:pt x="14996" y="300"/>
                  <a:pt x="14989" y="300"/>
                </a:cubicBezTo>
                <a:close/>
                <a:moveTo>
                  <a:pt x="14506" y="300"/>
                </a:moveTo>
                <a:cubicBezTo>
                  <a:pt x="14499" y="300"/>
                  <a:pt x="14492" y="296"/>
                  <a:pt x="14488" y="293"/>
                </a:cubicBezTo>
                <a:cubicBezTo>
                  <a:pt x="14478" y="282"/>
                  <a:pt x="14478" y="264"/>
                  <a:pt x="14488" y="254"/>
                </a:cubicBezTo>
                <a:lnTo>
                  <a:pt x="14731" y="11"/>
                </a:lnTo>
                <a:cubicBezTo>
                  <a:pt x="14742" y="0"/>
                  <a:pt x="14760" y="1"/>
                  <a:pt x="14770" y="11"/>
                </a:cubicBezTo>
                <a:cubicBezTo>
                  <a:pt x="14781" y="22"/>
                  <a:pt x="14781" y="39"/>
                  <a:pt x="14770" y="50"/>
                </a:cubicBezTo>
                <a:lnTo>
                  <a:pt x="14531" y="293"/>
                </a:lnTo>
                <a:cubicBezTo>
                  <a:pt x="14520" y="296"/>
                  <a:pt x="14513" y="300"/>
                  <a:pt x="14506" y="300"/>
                </a:cubicBezTo>
                <a:close/>
                <a:moveTo>
                  <a:pt x="14023" y="300"/>
                </a:moveTo>
                <a:cubicBezTo>
                  <a:pt x="14016" y="300"/>
                  <a:pt x="14009" y="296"/>
                  <a:pt x="14006" y="293"/>
                </a:cubicBezTo>
                <a:cubicBezTo>
                  <a:pt x="13995" y="282"/>
                  <a:pt x="13995" y="264"/>
                  <a:pt x="14006" y="254"/>
                </a:cubicBezTo>
                <a:lnTo>
                  <a:pt x="14249" y="11"/>
                </a:lnTo>
                <a:cubicBezTo>
                  <a:pt x="14259" y="0"/>
                  <a:pt x="14278" y="1"/>
                  <a:pt x="14288" y="11"/>
                </a:cubicBezTo>
                <a:cubicBezTo>
                  <a:pt x="14299" y="22"/>
                  <a:pt x="14298" y="39"/>
                  <a:pt x="14288" y="50"/>
                </a:cubicBezTo>
                <a:lnTo>
                  <a:pt x="14045" y="293"/>
                </a:lnTo>
                <a:cubicBezTo>
                  <a:pt x="14037" y="296"/>
                  <a:pt x="14030" y="300"/>
                  <a:pt x="14023" y="300"/>
                </a:cubicBezTo>
                <a:close/>
                <a:moveTo>
                  <a:pt x="13541" y="300"/>
                </a:moveTo>
                <a:cubicBezTo>
                  <a:pt x="13534" y="300"/>
                  <a:pt x="13527" y="296"/>
                  <a:pt x="13523" y="293"/>
                </a:cubicBezTo>
                <a:cubicBezTo>
                  <a:pt x="13513" y="282"/>
                  <a:pt x="13513" y="264"/>
                  <a:pt x="13523" y="254"/>
                </a:cubicBezTo>
                <a:lnTo>
                  <a:pt x="13763" y="11"/>
                </a:lnTo>
                <a:cubicBezTo>
                  <a:pt x="13773" y="0"/>
                  <a:pt x="13791" y="1"/>
                  <a:pt x="13801" y="11"/>
                </a:cubicBezTo>
                <a:cubicBezTo>
                  <a:pt x="13812" y="22"/>
                  <a:pt x="13812" y="39"/>
                  <a:pt x="13801" y="50"/>
                </a:cubicBezTo>
                <a:lnTo>
                  <a:pt x="13558" y="293"/>
                </a:lnTo>
                <a:cubicBezTo>
                  <a:pt x="13555" y="296"/>
                  <a:pt x="13548" y="300"/>
                  <a:pt x="13541" y="300"/>
                </a:cubicBezTo>
                <a:close/>
                <a:moveTo>
                  <a:pt x="13058" y="300"/>
                </a:moveTo>
                <a:cubicBezTo>
                  <a:pt x="13051" y="300"/>
                  <a:pt x="13044" y="296"/>
                  <a:pt x="13041" y="293"/>
                </a:cubicBezTo>
                <a:cubicBezTo>
                  <a:pt x="13030" y="282"/>
                  <a:pt x="13030" y="264"/>
                  <a:pt x="13041" y="254"/>
                </a:cubicBezTo>
                <a:lnTo>
                  <a:pt x="13284" y="11"/>
                </a:lnTo>
                <a:cubicBezTo>
                  <a:pt x="13294" y="0"/>
                  <a:pt x="13312" y="1"/>
                  <a:pt x="13322" y="11"/>
                </a:cubicBezTo>
                <a:cubicBezTo>
                  <a:pt x="13333" y="22"/>
                  <a:pt x="13333" y="39"/>
                  <a:pt x="13322" y="50"/>
                </a:cubicBezTo>
                <a:lnTo>
                  <a:pt x="13079" y="293"/>
                </a:lnTo>
                <a:cubicBezTo>
                  <a:pt x="13072" y="296"/>
                  <a:pt x="13065" y="300"/>
                  <a:pt x="13058" y="300"/>
                </a:cubicBezTo>
                <a:close/>
                <a:moveTo>
                  <a:pt x="12575" y="300"/>
                </a:moveTo>
                <a:cubicBezTo>
                  <a:pt x="12568" y="300"/>
                  <a:pt x="12561" y="296"/>
                  <a:pt x="12558" y="293"/>
                </a:cubicBezTo>
                <a:cubicBezTo>
                  <a:pt x="12547" y="282"/>
                  <a:pt x="12547" y="264"/>
                  <a:pt x="12558" y="254"/>
                </a:cubicBezTo>
                <a:lnTo>
                  <a:pt x="12801" y="11"/>
                </a:lnTo>
                <a:cubicBezTo>
                  <a:pt x="12812" y="0"/>
                  <a:pt x="12830" y="1"/>
                  <a:pt x="12840" y="11"/>
                </a:cubicBezTo>
                <a:cubicBezTo>
                  <a:pt x="12851" y="22"/>
                  <a:pt x="12850" y="39"/>
                  <a:pt x="12840" y="50"/>
                </a:cubicBezTo>
                <a:lnTo>
                  <a:pt x="12597" y="289"/>
                </a:lnTo>
                <a:cubicBezTo>
                  <a:pt x="12590" y="296"/>
                  <a:pt x="12583" y="300"/>
                  <a:pt x="12575" y="300"/>
                </a:cubicBezTo>
                <a:close/>
                <a:moveTo>
                  <a:pt x="12093" y="300"/>
                </a:moveTo>
                <a:cubicBezTo>
                  <a:pt x="12086" y="300"/>
                  <a:pt x="12079" y="296"/>
                  <a:pt x="12075" y="293"/>
                </a:cubicBezTo>
                <a:cubicBezTo>
                  <a:pt x="12065" y="282"/>
                  <a:pt x="12065" y="264"/>
                  <a:pt x="12075" y="254"/>
                </a:cubicBezTo>
                <a:lnTo>
                  <a:pt x="12318" y="11"/>
                </a:lnTo>
                <a:cubicBezTo>
                  <a:pt x="12329" y="0"/>
                  <a:pt x="12347" y="1"/>
                  <a:pt x="12357" y="11"/>
                </a:cubicBezTo>
                <a:cubicBezTo>
                  <a:pt x="12368" y="22"/>
                  <a:pt x="12368" y="39"/>
                  <a:pt x="12357" y="50"/>
                </a:cubicBezTo>
                <a:lnTo>
                  <a:pt x="12114" y="293"/>
                </a:lnTo>
                <a:cubicBezTo>
                  <a:pt x="12107" y="296"/>
                  <a:pt x="12100" y="300"/>
                  <a:pt x="12093" y="300"/>
                </a:cubicBezTo>
                <a:close/>
                <a:moveTo>
                  <a:pt x="11611" y="300"/>
                </a:moveTo>
                <a:cubicBezTo>
                  <a:pt x="11604" y="300"/>
                  <a:pt x="11597" y="296"/>
                  <a:pt x="11594" y="293"/>
                </a:cubicBezTo>
                <a:cubicBezTo>
                  <a:pt x="11583" y="282"/>
                  <a:pt x="11583" y="264"/>
                  <a:pt x="11594" y="254"/>
                </a:cubicBezTo>
                <a:lnTo>
                  <a:pt x="11836" y="11"/>
                </a:lnTo>
                <a:cubicBezTo>
                  <a:pt x="11846" y="0"/>
                  <a:pt x="11864" y="1"/>
                  <a:pt x="11874" y="11"/>
                </a:cubicBezTo>
                <a:cubicBezTo>
                  <a:pt x="11885" y="22"/>
                  <a:pt x="11885" y="39"/>
                  <a:pt x="11874" y="50"/>
                </a:cubicBezTo>
                <a:lnTo>
                  <a:pt x="11632" y="289"/>
                </a:lnTo>
                <a:cubicBezTo>
                  <a:pt x="11625" y="296"/>
                  <a:pt x="11618" y="300"/>
                  <a:pt x="11611" y="300"/>
                </a:cubicBezTo>
                <a:close/>
                <a:moveTo>
                  <a:pt x="11129" y="300"/>
                </a:moveTo>
                <a:cubicBezTo>
                  <a:pt x="11122" y="300"/>
                  <a:pt x="11114" y="296"/>
                  <a:pt x="11111" y="293"/>
                </a:cubicBezTo>
                <a:cubicBezTo>
                  <a:pt x="11100" y="282"/>
                  <a:pt x="11100" y="264"/>
                  <a:pt x="11111" y="254"/>
                </a:cubicBezTo>
                <a:lnTo>
                  <a:pt x="11354" y="11"/>
                </a:lnTo>
                <a:cubicBezTo>
                  <a:pt x="11365" y="0"/>
                  <a:pt x="11382" y="1"/>
                  <a:pt x="11393" y="11"/>
                </a:cubicBezTo>
                <a:cubicBezTo>
                  <a:pt x="11403" y="22"/>
                  <a:pt x="11403" y="39"/>
                  <a:pt x="11393" y="50"/>
                </a:cubicBezTo>
                <a:lnTo>
                  <a:pt x="11150" y="293"/>
                </a:lnTo>
                <a:cubicBezTo>
                  <a:pt x="11143" y="296"/>
                  <a:pt x="11136" y="300"/>
                  <a:pt x="11129" y="300"/>
                </a:cubicBezTo>
                <a:close/>
                <a:moveTo>
                  <a:pt x="10646" y="300"/>
                </a:moveTo>
                <a:cubicBezTo>
                  <a:pt x="10639" y="300"/>
                  <a:pt x="10632" y="296"/>
                  <a:pt x="10628" y="293"/>
                </a:cubicBezTo>
                <a:cubicBezTo>
                  <a:pt x="10618" y="282"/>
                  <a:pt x="10618" y="264"/>
                  <a:pt x="10628" y="254"/>
                </a:cubicBezTo>
                <a:lnTo>
                  <a:pt x="10871" y="11"/>
                </a:lnTo>
                <a:cubicBezTo>
                  <a:pt x="10882" y="0"/>
                  <a:pt x="10899" y="1"/>
                  <a:pt x="10910" y="11"/>
                </a:cubicBezTo>
                <a:cubicBezTo>
                  <a:pt x="10920" y="22"/>
                  <a:pt x="10921" y="39"/>
                  <a:pt x="10910" y="50"/>
                </a:cubicBezTo>
                <a:lnTo>
                  <a:pt x="10667" y="289"/>
                </a:lnTo>
                <a:cubicBezTo>
                  <a:pt x="10660" y="296"/>
                  <a:pt x="10653" y="300"/>
                  <a:pt x="10646" y="300"/>
                </a:cubicBezTo>
                <a:close/>
                <a:moveTo>
                  <a:pt x="10163" y="300"/>
                </a:moveTo>
                <a:cubicBezTo>
                  <a:pt x="10156" y="300"/>
                  <a:pt x="10149" y="296"/>
                  <a:pt x="10146" y="293"/>
                </a:cubicBezTo>
                <a:cubicBezTo>
                  <a:pt x="10135" y="282"/>
                  <a:pt x="10135" y="264"/>
                  <a:pt x="10146" y="254"/>
                </a:cubicBezTo>
                <a:lnTo>
                  <a:pt x="10389" y="11"/>
                </a:lnTo>
                <a:cubicBezTo>
                  <a:pt x="10399" y="0"/>
                  <a:pt x="10417" y="1"/>
                  <a:pt x="10428" y="11"/>
                </a:cubicBezTo>
                <a:cubicBezTo>
                  <a:pt x="10438" y="22"/>
                  <a:pt x="10438" y="39"/>
                  <a:pt x="10428" y="50"/>
                </a:cubicBezTo>
                <a:lnTo>
                  <a:pt x="10181" y="293"/>
                </a:lnTo>
                <a:cubicBezTo>
                  <a:pt x="10177" y="296"/>
                  <a:pt x="10170" y="300"/>
                  <a:pt x="10163" y="300"/>
                </a:cubicBezTo>
                <a:close/>
                <a:moveTo>
                  <a:pt x="9681" y="300"/>
                </a:moveTo>
                <a:cubicBezTo>
                  <a:pt x="9674" y="300"/>
                  <a:pt x="9667" y="296"/>
                  <a:pt x="9663" y="293"/>
                </a:cubicBezTo>
                <a:cubicBezTo>
                  <a:pt x="9652" y="282"/>
                  <a:pt x="9652" y="264"/>
                  <a:pt x="9663" y="254"/>
                </a:cubicBezTo>
                <a:lnTo>
                  <a:pt x="9906" y="11"/>
                </a:lnTo>
                <a:cubicBezTo>
                  <a:pt x="9917" y="0"/>
                  <a:pt x="9934" y="1"/>
                  <a:pt x="9945" y="11"/>
                </a:cubicBezTo>
                <a:cubicBezTo>
                  <a:pt x="9955" y="22"/>
                  <a:pt x="9955" y="39"/>
                  <a:pt x="9945" y="50"/>
                </a:cubicBezTo>
                <a:lnTo>
                  <a:pt x="9702" y="293"/>
                </a:lnTo>
                <a:cubicBezTo>
                  <a:pt x="9695" y="296"/>
                  <a:pt x="9688" y="300"/>
                  <a:pt x="9681" y="300"/>
                </a:cubicBezTo>
                <a:close/>
                <a:moveTo>
                  <a:pt x="9198" y="300"/>
                </a:moveTo>
                <a:cubicBezTo>
                  <a:pt x="9191" y="300"/>
                  <a:pt x="9184" y="296"/>
                  <a:pt x="9180" y="293"/>
                </a:cubicBezTo>
                <a:cubicBezTo>
                  <a:pt x="9170" y="282"/>
                  <a:pt x="9170" y="264"/>
                  <a:pt x="9180" y="254"/>
                </a:cubicBezTo>
                <a:lnTo>
                  <a:pt x="9420" y="11"/>
                </a:lnTo>
                <a:cubicBezTo>
                  <a:pt x="9431" y="0"/>
                  <a:pt x="9448" y="1"/>
                  <a:pt x="9459" y="11"/>
                </a:cubicBezTo>
                <a:cubicBezTo>
                  <a:pt x="9469" y="22"/>
                  <a:pt x="9469" y="39"/>
                  <a:pt x="9459" y="50"/>
                </a:cubicBezTo>
                <a:lnTo>
                  <a:pt x="9216" y="293"/>
                </a:lnTo>
                <a:cubicBezTo>
                  <a:pt x="9212" y="296"/>
                  <a:pt x="9205" y="300"/>
                  <a:pt x="9198" y="300"/>
                </a:cubicBezTo>
                <a:close/>
                <a:moveTo>
                  <a:pt x="8715" y="300"/>
                </a:moveTo>
                <a:cubicBezTo>
                  <a:pt x="8708" y="300"/>
                  <a:pt x="8701" y="296"/>
                  <a:pt x="8698" y="293"/>
                </a:cubicBezTo>
                <a:cubicBezTo>
                  <a:pt x="8687" y="282"/>
                  <a:pt x="8687" y="264"/>
                  <a:pt x="8698" y="254"/>
                </a:cubicBezTo>
                <a:lnTo>
                  <a:pt x="8941" y="11"/>
                </a:lnTo>
                <a:cubicBezTo>
                  <a:pt x="8951" y="0"/>
                  <a:pt x="8969" y="1"/>
                  <a:pt x="8980" y="11"/>
                </a:cubicBezTo>
                <a:cubicBezTo>
                  <a:pt x="8990" y="22"/>
                  <a:pt x="8990" y="39"/>
                  <a:pt x="8980" y="50"/>
                </a:cubicBezTo>
                <a:lnTo>
                  <a:pt x="8737" y="293"/>
                </a:lnTo>
                <a:cubicBezTo>
                  <a:pt x="8730" y="296"/>
                  <a:pt x="8722" y="300"/>
                  <a:pt x="8715" y="300"/>
                </a:cubicBezTo>
                <a:close/>
                <a:moveTo>
                  <a:pt x="8233" y="300"/>
                </a:moveTo>
                <a:cubicBezTo>
                  <a:pt x="8226" y="300"/>
                  <a:pt x="8219" y="296"/>
                  <a:pt x="8215" y="293"/>
                </a:cubicBezTo>
                <a:cubicBezTo>
                  <a:pt x="8205" y="282"/>
                  <a:pt x="8205" y="264"/>
                  <a:pt x="8215" y="254"/>
                </a:cubicBezTo>
                <a:lnTo>
                  <a:pt x="8458" y="11"/>
                </a:lnTo>
                <a:cubicBezTo>
                  <a:pt x="8469" y="0"/>
                  <a:pt x="8486" y="1"/>
                  <a:pt x="8497" y="11"/>
                </a:cubicBezTo>
                <a:cubicBezTo>
                  <a:pt x="8508" y="22"/>
                  <a:pt x="8508" y="39"/>
                  <a:pt x="8497" y="50"/>
                </a:cubicBezTo>
                <a:lnTo>
                  <a:pt x="8257" y="293"/>
                </a:lnTo>
                <a:cubicBezTo>
                  <a:pt x="8247" y="296"/>
                  <a:pt x="8240" y="300"/>
                  <a:pt x="8233" y="300"/>
                </a:cubicBezTo>
                <a:close/>
                <a:moveTo>
                  <a:pt x="7750" y="300"/>
                </a:moveTo>
                <a:cubicBezTo>
                  <a:pt x="7743" y="300"/>
                  <a:pt x="7736" y="296"/>
                  <a:pt x="7733" y="293"/>
                </a:cubicBezTo>
                <a:cubicBezTo>
                  <a:pt x="7722" y="282"/>
                  <a:pt x="7722" y="264"/>
                  <a:pt x="7733" y="254"/>
                </a:cubicBezTo>
                <a:lnTo>
                  <a:pt x="7976" y="11"/>
                </a:lnTo>
                <a:cubicBezTo>
                  <a:pt x="7986" y="0"/>
                  <a:pt x="8004" y="0"/>
                  <a:pt x="8014" y="11"/>
                </a:cubicBezTo>
                <a:cubicBezTo>
                  <a:pt x="8025" y="21"/>
                  <a:pt x="8025" y="39"/>
                  <a:pt x="8014" y="50"/>
                </a:cubicBezTo>
                <a:lnTo>
                  <a:pt x="7771" y="293"/>
                </a:lnTo>
                <a:cubicBezTo>
                  <a:pt x="7764" y="296"/>
                  <a:pt x="7757" y="300"/>
                  <a:pt x="7750" y="300"/>
                </a:cubicBezTo>
                <a:close/>
                <a:moveTo>
                  <a:pt x="7268" y="300"/>
                </a:moveTo>
                <a:cubicBezTo>
                  <a:pt x="7260" y="300"/>
                  <a:pt x="7253" y="296"/>
                  <a:pt x="7250" y="293"/>
                </a:cubicBezTo>
                <a:cubicBezTo>
                  <a:pt x="7239" y="282"/>
                  <a:pt x="7239" y="264"/>
                  <a:pt x="7250" y="254"/>
                </a:cubicBezTo>
                <a:lnTo>
                  <a:pt x="7493" y="11"/>
                </a:lnTo>
                <a:cubicBezTo>
                  <a:pt x="7504" y="0"/>
                  <a:pt x="7521" y="0"/>
                  <a:pt x="7532" y="11"/>
                </a:cubicBezTo>
                <a:cubicBezTo>
                  <a:pt x="7542" y="21"/>
                  <a:pt x="7542" y="39"/>
                  <a:pt x="7532" y="50"/>
                </a:cubicBezTo>
                <a:lnTo>
                  <a:pt x="7289" y="289"/>
                </a:lnTo>
                <a:cubicBezTo>
                  <a:pt x="7282" y="296"/>
                  <a:pt x="7275" y="300"/>
                  <a:pt x="7268" y="300"/>
                </a:cubicBezTo>
                <a:close/>
                <a:moveTo>
                  <a:pt x="6785" y="300"/>
                </a:moveTo>
                <a:cubicBezTo>
                  <a:pt x="6778" y="300"/>
                  <a:pt x="6771" y="296"/>
                  <a:pt x="6767" y="293"/>
                </a:cubicBezTo>
                <a:cubicBezTo>
                  <a:pt x="6757" y="282"/>
                  <a:pt x="6757" y="264"/>
                  <a:pt x="6767" y="254"/>
                </a:cubicBezTo>
                <a:lnTo>
                  <a:pt x="7010" y="11"/>
                </a:lnTo>
                <a:cubicBezTo>
                  <a:pt x="7021" y="0"/>
                  <a:pt x="7039" y="0"/>
                  <a:pt x="7049" y="11"/>
                </a:cubicBezTo>
                <a:cubicBezTo>
                  <a:pt x="7060" y="21"/>
                  <a:pt x="7060" y="39"/>
                  <a:pt x="7049" y="50"/>
                </a:cubicBezTo>
                <a:lnTo>
                  <a:pt x="6806" y="293"/>
                </a:lnTo>
                <a:cubicBezTo>
                  <a:pt x="6799" y="296"/>
                  <a:pt x="6792" y="300"/>
                  <a:pt x="6785" y="300"/>
                </a:cubicBezTo>
                <a:close/>
                <a:moveTo>
                  <a:pt x="6302" y="300"/>
                </a:moveTo>
                <a:cubicBezTo>
                  <a:pt x="6295" y="300"/>
                  <a:pt x="6288" y="296"/>
                  <a:pt x="6285" y="293"/>
                </a:cubicBezTo>
                <a:cubicBezTo>
                  <a:pt x="6274" y="282"/>
                  <a:pt x="6274" y="264"/>
                  <a:pt x="6285" y="254"/>
                </a:cubicBezTo>
                <a:lnTo>
                  <a:pt x="6528" y="11"/>
                </a:lnTo>
                <a:cubicBezTo>
                  <a:pt x="6538" y="0"/>
                  <a:pt x="6556" y="0"/>
                  <a:pt x="6566" y="11"/>
                </a:cubicBezTo>
                <a:cubicBezTo>
                  <a:pt x="6577" y="21"/>
                  <a:pt x="6577" y="39"/>
                  <a:pt x="6566" y="50"/>
                </a:cubicBezTo>
                <a:lnTo>
                  <a:pt x="6323" y="293"/>
                </a:lnTo>
                <a:cubicBezTo>
                  <a:pt x="6316" y="296"/>
                  <a:pt x="6309" y="300"/>
                  <a:pt x="6302" y="300"/>
                </a:cubicBezTo>
                <a:close/>
                <a:moveTo>
                  <a:pt x="5820" y="300"/>
                </a:moveTo>
                <a:cubicBezTo>
                  <a:pt x="5813" y="300"/>
                  <a:pt x="5806" y="296"/>
                  <a:pt x="5802" y="293"/>
                </a:cubicBezTo>
                <a:cubicBezTo>
                  <a:pt x="5791" y="282"/>
                  <a:pt x="5791" y="264"/>
                  <a:pt x="5802" y="254"/>
                </a:cubicBezTo>
                <a:lnTo>
                  <a:pt x="6045" y="11"/>
                </a:lnTo>
                <a:cubicBezTo>
                  <a:pt x="6056" y="0"/>
                  <a:pt x="6073" y="0"/>
                  <a:pt x="6084" y="11"/>
                </a:cubicBezTo>
                <a:cubicBezTo>
                  <a:pt x="6094" y="21"/>
                  <a:pt x="6094" y="39"/>
                  <a:pt x="6084" y="50"/>
                </a:cubicBezTo>
                <a:lnTo>
                  <a:pt x="5841" y="293"/>
                </a:lnTo>
                <a:cubicBezTo>
                  <a:pt x="5834" y="296"/>
                  <a:pt x="5827" y="300"/>
                  <a:pt x="5820" y="300"/>
                </a:cubicBezTo>
                <a:close/>
                <a:moveTo>
                  <a:pt x="5337" y="300"/>
                </a:moveTo>
                <a:cubicBezTo>
                  <a:pt x="5330" y="300"/>
                  <a:pt x="5323" y="296"/>
                  <a:pt x="5319" y="293"/>
                </a:cubicBezTo>
                <a:cubicBezTo>
                  <a:pt x="5309" y="282"/>
                  <a:pt x="5309" y="264"/>
                  <a:pt x="5319" y="254"/>
                </a:cubicBezTo>
                <a:lnTo>
                  <a:pt x="5562" y="11"/>
                </a:lnTo>
                <a:cubicBezTo>
                  <a:pt x="5573" y="0"/>
                  <a:pt x="5591" y="0"/>
                  <a:pt x="5601" y="11"/>
                </a:cubicBezTo>
                <a:cubicBezTo>
                  <a:pt x="5612" y="21"/>
                  <a:pt x="5612" y="39"/>
                  <a:pt x="5601" y="50"/>
                </a:cubicBezTo>
                <a:lnTo>
                  <a:pt x="5355" y="293"/>
                </a:lnTo>
                <a:cubicBezTo>
                  <a:pt x="5351" y="296"/>
                  <a:pt x="5344" y="300"/>
                  <a:pt x="5337" y="300"/>
                </a:cubicBezTo>
                <a:close/>
                <a:moveTo>
                  <a:pt x="4854" y="300"/>
                </a:moveTo>
                <a:cubicBezTo>
                  <a:pt x="4847" y="300"/>
                  <a:pt x="4840" y="296"/>
                  <a:pt x="4837" y="293"/>
                </a:cubicBezTo>
                <a:cubicBezTo>
                  <a:pt x="4826" y="282"/>
                  <a:pt x="4826" y="264"/>
                  <a:pt x="4837" y="254"/>
                </a:cubicBezTo>
                <a:lnTo>
                  <a:pt x="5080" y="11"/>
                </a:lnTo>
                <a:cubicBezTo>
                  <a:pt x="5090" y="0"/>
                  <a:pt x="5108" y="0"/>
                  <a:pt x="5119" y="11"/>
                </a:cubicBezTo>
                <a:cubicBezTo>
                  <a:pt x="5129" y="21"/>
                  <a:pt x="5129" y="39"/>
                  <a:pt x="5119" y="50"/>
                </a:cubicBezTo>
                <a:lnTo>
                  <a:pt x="4875" y="293"/>
                </a:lnTo>
                <a:cubicBezTo>
                  <a:pt x="4865" y="296"/>
                  <a:pt x="4861" y="300"/>
                  <a:pt x="4854" y="300"/>
                </a:cubicBezTo>
                <a:close/>
                <a:moveTo>
                  <a:pt x="4372" y="300"/>
                </a:moveTo>
                <a:cubicBezTo>
                  <a:pt x="4365" y="300"/>
                  <a:pt x="4358" y="296"/>
                  <a:pt x="4354" y="293"/>
                </a:cubicBezTo>
                <a:cubicBezTo>
                  <a:pt x="4344" y="282"/>
                  <a:pt x="4344" y="264"/>
                  <a:pt x="4354" y="254"/>
                </a:cubicBezTo>
                <a:lnTo>
                  <a:pt x="4597" y="11"/>
                </a:lnTo>
                <a:cubicBezTo>
                  <a:pt x="4608" y="0"/>
                  <a:pt x="4625" y="0"/>
                  <a:pt x="4636" y="11"/>
                </a:cubicBezTo>
                <a:cubicBezTo>
                  <a:pt x="4646" y="21"/>
                  <a:pt x="4646" y="39"/>
                  <a:pt x="4636" y="50"/>
                </a:cubicBezTo>
                <a:lnTo>
                  <a:pt x="4393" y="293"/>
                </a:lnTo>
                <a:cubicBezTo>
                  <a:pt x="4382" y="296"/>
                  <a:pt x="4379" y="300"/>
                  <a:pt x="4372" y="300"/>
                </a:cubicBezTo>
                <a:close/>
                <a:moveTo>
                  <a:pt x="3889" y="300"/>
                </a:moveTo>
                <a:cubicBezTo>
                  <a:pt x="3882" y="300"/>
                  <a:pt x="3875" y="296"/>
                  <a:pt x="3871" y="293"/>
                </a:cubicBezTo>
                <a:cubicBezTo>
                  <a:pt x="3861" y="282"/>
                  <a:pt x="3861" y="264"/>
                  <a:pt x="3871" y="254"/>
                </a:cubicBezTo>
                <a:lnTo>
                  <a:pt x="4115" y="11"/>
                </a:lnTo>
                <a:cubicBezTo>
                  <a:pt x="4125" y="0"/>
                  <a:pt x="4143" y="0"/>
                  <a:pt x="4153" y="11"/>
                </a:cubicBezTo>
                <a:cubicBezTo>
                  <a:pt x="4164" y="21"/>
                  <a:pt x="4164" y="39"/>
                  <a:pt x="4153" y="50"/>
                </a:cubicBezTo>
                <a:lnTo>
                  <a:pt x="3910" y="293"/>
                </a:lnTo>
                <a:cubicBezTo>
                  <a:pt x="3900" y="296"/>
                  <a:pt x="3896" y="300"/>
                  <a:pt x="3889" y="300"/>
                </a:cubicBezTo>
                <a:close/>
                <a:moveTo>
                  <a:pt x="3406" y="300"/>
                </a:moveTo>
                <a:cubicBezTo>
                  <a:pt x="3399" y="300"/>
                  <a:pt x="3392" y="296"/>
                  <a:pt x="3389" y="293"/>
                </a:cubicBezTo>
                <a:cubicBezTo>
                  <a:pt x="3378" y="282"/>
                  <a:pt x="3378" y="264"/>
                  <a:pt x="3389" y="254"/>
                </a:cubicBezTo>
                <a:lnTo>
                  <a:pt x="3632" y="11"/>
                </a:lnTo>
                <a:cubicBezTo>
                  <a:pt x="3642" y="0"/>
                  <a:pt x="3660" y="0"/>
                  <a:pt x="3671" y="11"/>
                </a:cubicBezTo>
                <a:cubicBezTo>
                  <a:pt x="3681" y="21"/>
                  <a:pt x="3681" y="39"/>
                  <a:pt x="3671" y="50"/>
                </a:cubicBezTo>
                <a:lnTo>
                  <a:pt x="3428" y="293"/>
                </a:lnTo>
                <a:cubicBezTo>
                  <a:pt x="3417" y="296"/>
                  <a:pt x="3413" y="300"/>
                  <a:pt x="3406" y="300"/>
                </a:cubicBezTo>
                <a:close/>
                <a:moveTo>
                  <a:pt x="2924" y="300"/>
                </a:moveTo>
                <a:cubicBezTo>
                  <a:pt x="2917" y="300"/>
                  <a:pt x="2910" y="296"/>
                  <a:pt x="2906" y="293"/>
                </a:cubicBezTo>
                <a:cubicBezTo>
                  <a:pt x="2896" y="282"/>
                  <a:pt x="2896" y="264"/>
                  <a:pt x="2906" y="254"/>
                </a:cubicBezTo>
                <a:lnTo>
                  <a:pt x="3149" y="11"/>
                </a:lnTo>
                <a:cubicBezTo>
                  <a:pt x="3160" y="0"/>
                  <a:pt x="3177" y="1"/>
                  <a:pt x="3188" y="11"/>
                </a:cubicBezTo>
                <a:cubicBezTo>
                  <a:pt x="3199" y="22"/>
                  <a:pt x="3199" y="39"/>
                  <a:pt x="3188" y="50"/>
                </a:cubicBezTo>
                <a:lnTo>
                  <a:pt x="2945" y="293"/>
                </a:lnTo>
                <a:cubicBezTo>
                  <a:pt x="2934" y="296"/>
                  <a:pt x="2931" y="300"/>
                  <a:pt x="2924" y="300"/>
                </a:cubicBezTo>
                <a:close/>
                <a:moveTo>
                  <a:pt x="2441" y="300"/>
                </a:moveTo>
                <a:cubicBezTo>
                  <a:pt x="2434" y="300"/>
                  <a:pt x="2427" y="296"/>
                  <a:pt x="2424" y="293"/>
                </a:cubicBezTo>
                <a:cubicBezTo>
                  <a:pt x="2413" y="282"/>
                  <a:pt x="2413" y="264"/>
                  <a:pt x="2424" y="254"/>
                </a:cubicBezTo>
                <a:lnTo>
                  <a:pt x="2667" y="11"/>
                </a:lnTo>
                <a:cubicBezTo>
                  <a:pt x="2677" y="0"/>
                  <a:pt x="2694" y="1"/>
                  <a:pt x="2705" y="11"/>
                </a:cubicBezTo>
                <a:cubicBezTo>
                  <a:pt x="2715" y="22"/>
                  <a:pt x="2716" y="39"/>
                  <a:pt x="2705" y="50"/>
                </a:cubicBezTo>
                <a:lnTo>
                  <a:pt x="2462" y="293"/>
                </a:lnTo>
                <a:cubicBezTo>
                  <a:pt x="2452" y="296"/>
                  <a:pt x="2448" y="300"/>
                  <a:pt x="2441" y="300"/>
                </a:cubicBezTo>
                <a:close/>
                <a:moveTo>
                  <a:pt x="1959" y="300"/>
                </a:moveTo>
                <a:cubicBezTo>
                  <a:pt x="1951" y="300"/>
                  <a:pt x="1944" y="296"/>
                  <a:pt x="1941" y="293"/>
                </a:cubicBezTo>
                <a:cubicBezTo>
                  <a:pt x="1930" y="282"/>
                  <a:pt x="1930" y="264"/>
                  <a:pt x="1941" y="254"/>
                </a:cubicBezTo>
                <a:lnTo>
                  <a:pt x="2184" y="11"/>
                </a:lnTo>
                <a:cubicBezTo>
                  <a:pt x="2195" y="0"/>
                  <a:pt x="2212" y="1"/>
                  <a:pt x="2223" y="11"/>
                </a:cubicBezTo>
                <a:cubicBezTo>
                  <a:pt x="2233" y="22"/>
                  <a:pt x="2233" y="39"/>
                  <a:pt x="2223" y="50"/>
                </a:cubicBezTo>
                <a:lnTo>
                  <a:pt x="1980" y="293"/>
                </a:lnTo>
                <a:cubicBezTo>
                  <a:pt x="1969" y="296"/>
                  <a:pt x="1966" y="300"/>
                  <a:pt x="1959" y="300"/>
                </a:cubicBezTo>
                <a:close/>
                <a:moveTo>
                  <a:pt x="1476" y="300"/>
                </a:moveTo>
                <a:cubicBezTo>
                  <a:pt x="1469" y="300"/>
                  <a:pt x="1462" y="296"/>
                  <a:pt x="1458" y="293"/>
                </a:cubicBezTo>
                <a:cubicBezTo>
                  <a:pt x="1448" y="282"/>
                  <a:pt x="1448" y="264"/>
                  <a:pt x="1458" y="254"/>
                </a:cubicBezTo>
                <a:lnTo>
                  <a:pt x="1701" y="11"/>
                </a:lnTo>
                <a:cubicBezTo>
                  <a:pt x="1712" y="0"/>
                  <a:pt x="1729" y="1"/>
                  <a:pt x="1740" y="11"/>
                </a:cubicBezTo>
                <a:cubicBezTo>
                  <a:pt x="1750" y="22"/>
                  <a:pt x="1751" y="39"/>
                  <a:pt x="1740" y="50"/>
                </a:cubicBezTo>
                <a:lnTo>
                  <a:pt x="1497" y="293"/>
                </a:lnTo>
                <a:cubicBezTo>
                  <a:pt x="1486" y="296"/>
                  <a:pt x="1483" y="300"/>
                  <a:pt x="1476" y="300"/>
                </a:cubicBezTo>
                <a:close/>
                <a:moveTo>
                  <a:pt x="993" y="300"/>
                </a:moveTo>
                <a:cubicBezTo>
                  <a:pt x="986" y="300"/>
                  <a:pt x="979" y="296"/>
                  <a:pt x="976" y="293"/>
                </a:cubicBezTo>
                <a:cubicBezTo>
                  <a:pt x="965" y="282"/>
                  <a:pt x="965" y="264"/>
                  <a:pt x="976" y="254"/>
                </a:cubicBezTo>
                <a:lnTo>
                  <a:pt x="1219" y="11"/>
                </a:lnTo>
                <a:cubicBezTo>
                  <a:pt x="1229" y="0"/>
                  <a:pt x="1247" y="0"/>
                  <a:pt x="1257" y="11"/>
                </a:cubicBezTo>
                <a:cubicBezTo>
                  <a:pt x="1268" y="21"/>
                  <a:pt x="1268" y="39"/>
                  <a:pt x="1257" y="50"/>
                </a:cubicBezTo>
                <a:lnTo>
                  <a:pt x="1014" y="293"/>
                </a:lnTo>
                <a:cubicBezTo>
                  <a:pt x="1004" y="296"/>
                  <a:pt x="1000" y="300"/>
                  <a:pt x="993" y="300"/>
                </a:cubicBezTo>
                <a:close/>
                <a:moveTo>
                  <a:pt x="511" y="300"/>
                </a:moveTo>
                <a:cubicBezTo>
                  <a:pt x="504" y="300"/>
                  <a:pt x="497" y="296"/>
                  <a:pt x="493" y="293"/>
                </a:cubicBezTo>
                <a:cubicBezTo>
                  <a:pt x="482" y="282"/>
                  <a:pt x="482" y="264"/>
                  <a:pt x="493" y="254"/>
                </a:cubicBezTo>
                <a:lnTo>
                  <a:pt x="736" y="11"/>
                </a:lnTo>
                <a:cubicBezTo>
                  <a:pt x="747" y="0"/>
                  <a:pt x="764" y="0"/>
                  <a:pt x="775" y="11"/>
                </a:cubicBezTo>
                <a:cubicBezTo>
                  <a:pt x="785" y="21"/>
                  <a:pt x="785" y="39"/>
                  <a:pt x="775" y="50"/>
                </a:cubicBezTo>
                <a:lnTo>
                  <a:pt x="528" y="293"/>
                </a:lnTo>
                <a:cubicBezTo>
                  <a:pt x="521" y="296"/>
                  <a:pt x="514" y="300"/>
                  <a:pt x="511" y="300"/>
                </a:cubicBezTo>
                <a:close/>
                <a:moveTo>
                  <a:pt x="28" y="300"/>
                </a:moveTo>
                <a:cubicBezTo>
                  <a:pt x="21" y="300"/>
                  <a:pt x="14" y="296"/>
                  <a:pt x="10" y="293"/>
                </a:cubicBezTo>
                <a:cubicBezTo>
                  <a:pt x="0" y="282"/>
                  <a:pt x="0" y="264"/>
                  <a:pt x="10" y="254"/>
                </a:cubicBezTo>
                <a:lnTo>
                  <a:pt x="253" y="11"/>
                </a:lnTo>
                <a:cubicBezTo>
                  <a:pt x="264" y="0"/>
                  <a:pt x="282" y="0"/>
                  <a:pt x="292" y="11"/>
                </a:cubicBezTo>
                <a:cubicBezTo>
                  <a:pt x="303" y="21"/>
                  <a:pt x="303" y="39"/>
                  <a:pt x="292" y="50"/>
                </a:cubicBezTo>
                <a:lnTo>
                  <a:pt x="49" y="293"/>
                </a:lnTo>
                <a:cubicBezTo>
                  <a:pt x="39" y="296"/>
                  <a:pt x="31" y="300"/>
                  <a:pt x="28" y="300"/>
                </a:cubicBezTo>
                <a:close/>
              </a:path>
            </a:pathLst>
          </a:custGeom>
          <a:solidFill>
            <a:srgbClr val="BFD73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nvGrpSpPr>
          <p:cNvPr id="6" name="Group 2"/>
          <p:cNvGrpSpPr>
            <a:grpSpLocks/>
          </p:cNvGrpSpPr>
          <p:nvPr userDrawn="1"/>
        </p:nvGrpSpPr>
        <p:grpSpPr bwMode="auto">
          <a:xfrm>
            <a:off x="9415756" y="320041"/>
            <a:ext cx="2314811" cy="690417"/>
            <a:chOff x="7132" y="352"/>
            <a:chExt cx="1725" cy="686"/>
          </a:xfrm>
        </p:grpSpPr>
        <p:sp>
          <p:nvSpPr>
            <p:cNvPr id="7" name="Freeform 3"/>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8" name="Freeform 4"/>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406174754"/>
      </p:ext>
    </p:extLst>
  </p:cSld>
  <p:clrMapOvr>
    <a:masterClrMapping/>
  </p:clrMapOvr>
  <p:hf sldNum="0" hdr="0" ftr="0" dt="0"/>
  <p:extLst>
    <p:ext uri="{DCECCB84-F9BA-43D5-87BE-67443E8EF086}">
      <p15:sldGuideLst xmlns:p15="http://schemas.microsoft.com/office/powerpoint/2012/main">
        <p15:guide id="1" orient="horz" pos="33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1_Title Slide/Pattern field teal">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34973" y="2962275"/>
            <a:ext cx="11296649" cy="590551"/>
          </a:xfrm>
        </p:spPr>
        <p:txBody>
          <a:bodyPr anchor="t"/>
          <a:lstStyle>
            <a:lvl1pPr algn="l">
              <a:defRPr sz="3200">
                <a:solidFill>
                  <a:schemeClr val="bg2"/>
                </a:solidFill>
                <a:latin typeface="Adient Sans" panose="020B0503040402060203" pitchFamily="34" charset="0"/>
              </a:defRPr>
            </a:lvl1pPr>
          </a:lstStyle>
          <a:p>
            <a:r>
              <a:rPr lang="en-US" dirty="0"/>
              <a:t>Click to edit Master title style</a:t>
            </a:r>
          </a:p>
        </p:txBody>
      </p:sp>
      <p:sp>
        <p:nvSpPr>
          <p:cNvPr id="3" name="Subtitle 2"/>
          <p:cNvSpPr>
            <a:spLocks noGrp="1"/>
          </p:cNvSpPr>
          <p:nvPr>
            <p:ph type="subTitle" idx="1"/>
          </p:nvPr>
        </p:nvSpPr>
        <p:spPr>
          <a:xfrm>
            <a:off x="434973" y="3619500"/>
            <a:ext cx="11299828" cy="2080260"/>
          </a:xfrm>
          <a:prstGeom prst="rect">
            <a:avLst/>
          </a:prstGeom>
        </p:spPr>
        <p:txBody>
          <a:bodyPr/>
          <a:lstStyle>
            <a:lvl1pPr marL="285750" indent="-285750" algn="l">
              <a:buFont typeface="Arial" panose="020B0604020202020204" pitchFamily="34" charset="0"/>
              <a:buChar char="&gt;"/>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9" name="Freeform 1"/>
          <p:cNvSpPr>
            <a:spLocks noChangeArrowheads="1"/>
          </p:cNvSpPr>
          <p:nvPr userDrawn="1"/>
        </p:nvSpPr>
        <p:spPr bwMode="auto">
          <a:xfrm>
            <a:off x="465667" y="5745163"/>
            <a:ext cx="11264900" cy="976312"/>
          </a:xfrm>
          <a:custGeom>
            <a:avLst/>
            <a:gdLst>
              <a:gd name="T0" fmla="*/ 17183 w 23469"/>
              <a:gd name="T1" fmla="*/ 2423 h 2713"/>
              <a:gd name="T2" fmla="*/ 7250 w 23469"/>
              <a:gd name="T3" fmla="*/ 2705 h 2713"/>
              <a:gd name="T4" fmla="*/ 3428 w 23469"/>
              <a:gd name="T5" fmla="*/ 2701 h 2713"/>
              <a:gd name="T6" fmla="*/ 21006 w 23469"/>
              <a:gd name="T7" fmla="*/ 2423 h 2713"/>
              <a:gd name="T8" fmla="*/ 18367 w 23469"/>
              <a:gd name="T9" fmla="*/ 2712 h 2713"/>
              <a:gd name="T10" fmla="*/ 15253 w 23469"/>
              <a:gd name="T11" fmla="*/ 2462 h 2713"/>
              <a:gd name="T12" fmla="*/ 12075 w 23469"/>
              <a:gd name="T13" fmla="*/ 2666 h 2713"/>
              <a:gd name="T14" fmla="*/ 9198 w 23469"/>
              <a:gd name="T15" fmla="*/ 2712 h 2713"/>
              <a:gd name="T16" fmla="*/ 6566 w 23469"/>
              <a:gd name="T17" fmla="*/ 2423 h 2713"/>
              <a:gd name="T18" fmla="*/ 976 w 23469"/>
              <a:gd name="T19" fmla="*/ 2705 h 2713"/>
              <a:gd name="T20" fmla="*/ 22732 w 23469"/>
              <a:gd name="T21" fmla="*/ 2222 h 2713"/>
              <a:gd name="T22" fmla="*/ 20523 w 23469"/>
              <a:gd name="T23" fmla="*/ 1941 h 2713"/>
              <a:gd name="T24" fmla="*/ 17884 w 23469"/>
              <a:gd name="T25" fmla="*/ 2229 h 2713"/>
              <a:gd name="T26" fmla="*/ 16218 w 23469"/>
              <a:gd name="T27" fmla="*/ 1979 h 2713"/>
              <a:gd name="T28" fmla="*/ 13523 w 23469"/>
              <a:gd name="T29" fmla="*/ 2184 h 2713"/>
              <a:gd name="T30" fmla="*/ 11611 w 23469"/>
              <a:gd name="T31" fmla="*/ 2229 h 2713"/>
              <a:gd name="T32" fmla="*/ 9459 w 23469"/>
              <a:gd name="T33" fmla="*/ 1941 h 2713"/>
              <a:gd name="T34" fmla="*/ 6767 w 23469"/>
              <a:gd name="T35" fmla="*/ 2222 h 2713"/>
              <a:gd name="T36" fmla="*/ 4875 w 23469"/>
              <a:gd name="T37" fmla="*/ 2222 h 2713"/>
              <a:gd name="T38" fmla="*/ 2667 w 23469"/>
              <a:gd name="T39" fmla="*/ 1941 h 2713"/>
              <a:gd name="T40" fmla="*/ 28 w 23469"/>
              <a:gd name="T41" fmla="*/ 2229 h 2713"/>
              <a:gd name="T42" fmla="*/ 20562 w 23469"/>
              <a:gd name="T43" fmla="*/ 1497 h 2713"/>
              <a:gd name="T44" fmla="*/ 17384 w 23469"/>
              <a:gd name="T45" fmla="*/ 1701 h 2713"/>
              <a:gd name="T46" fmla="*/ 14506 w 23469"/>
              <a:gd name="T47" fmla="*/ 1747 h 2713"/>
              <a:gd name="T48" fmla="*/ 11393 w 23469"/>
              <a:gd name="T49" fmla="*/ 1458 h 2713"/>
              <a:gd name="T50" fmla="*/ 8215 w 23469"/>
              <a:gd name="T51" fmla="*/ 1740 h 2713"/>
              <a:gd name="T52" fmla="*/ 5841 w 23469"/>
              <a:gd name="T53" fmla="*/ 1740 h 2713"/>
              <a:gd name="T54" fmla="*/ 736 w 23469"/>
              <a:gd name="T55" fmla="*/ 1458 h 2713"/>
              <a:gd name="T56" fmla="*/ 17884 w 23469"/>
              <a:gd name="T57" fmla="*/ 1747 h 2713"/>
              <a:gd name="T58" fmla="*/ 11874 w 23469"/>
              <a:gd name="T59" fmla="*/ 1497 h 2713"/>
              <a:gd name="T60" fmla="*/ 3871 w 23469"/>
              <a:gd name="T61" fmla="*/ 1701 h 2713"/>
              <a:gd name="T62" fmla="*/ 23193 w 23469"/>
              <a:gd name="T63" fmla="*/ 1264 h 2713"/>
              <a:gd name="T64" fmla="*/ 16218 w 23469"/>
              <a:gd name="T65" fmla="*/ 976 h 2713"/>
              <a:gd name="T66" fmla="*/ 4837 w 23469"/>
              <a:gd name="T67" fmla="*/ 1257 h 2713"/>
              <a:gd name="T68" fmla="*/ 2945 w 23469"/>
              <a:gd name="T69" fmla="*/ 1257 h 2713"/>
              <a:gd name="T70" fmla="*/ 20523 w 23469"/>
              <a:gd name="T71" fmla="*/ 976 h 2713"/>
              <a:gd name="T72" fmla="*/ 17402 w 23469"/>
              <a:gd name="T73" fmla="*/ 1264 h 2713"/>
              <a:gd name="T74" fmla="*/ 14770 w 23469"/>
              <a:gd name="T75" fmla="*/ 1014 h 2713"/>
              <a:gd name="T76" fmla="*/ 11111 w 23469"/>
              <a:gd name="T77" fmla="*/ 1219 h 2713"/>
              <a:gd name="T78" fmla="*/ 8715 w 23469"/>
              <a:gd name="T79" fmla="*/ 1264 h 2713"/>
              <a:gd name="T80" fmla="*/ 6084 w 23469"/>
              <a:gd name="T81" fmla="*/ 976 h 2713"/>
              <a:gd name="T82" fmla="*/ 493 w 23469"/>
              <a:gd name="T83" fmla="*/ 1257 h 2713"/>
              <a:gd name="T84" fmla="*/ 20805 w 23469"/>
              <a:gd name="T85" fmla="*/ 775 h 2713"/>
              <a:gd name="T86" fmla="*/ 18593 w 23469"/>
              <a:gd name="T87" fmla="*/ 493 h 2713"/>
              <a:gd name="T88" fmla="*/ 14506 w 23469"/>
              <a:gd name="T89" fmla="*/ 782 h 2713"/>
              <a:gd name="T90" fmla="*/ 12357 w 23469"/>
              <a:gd name="T91" fmla="*/ 532 h 2713"/>
              <a:gd name="T92" fmla="*/ 8698 w 23469"/>
              <a:gd name="T93" fmla="*/ 736 h 2713"/>
              <a:gd name="T94" fmla="*/ 6302 w 23469"/>
              <a:gd name="T95" fmla="*/ 782 h 2713"/>
              <a:gd name="T96" fmla="*/ 1257 w 23469"/>
              <a:gd name="T97" fmla="*/ 493 h 2713"/>
              <a:gd name="T98" fmla="*/ 21245 w 23469"/>
              <a:gd name="T99" fmla="*/ 775 h 2713"/>
              <a:gd name="T100" fmla="*/ 12597 w 23469"/>
              <a:gd name="T101" fmla="*/ 775 h 2713"/>
              <a:gd name="T102" fmla="*/ 4597 w 23469"/>
              <a:gd name="T103" fmla="*/ 493 h 2713"/>
              <a:gd name="T104" fmla="*/ 23193 w 23469"/>
              <a:gd name="T105" fmla="*/ 300 h 2713"/>
              <a:gd name="T106" fmla="*/ 21527 w 23469"/>
              <a:gd name="T107" fmla="*/ 50 h 2713"/>
              <a:gd name="T108" fmla="*/ 18832 w 23469"/>
              <a:gd name="T109" fmla="*/ 254 h 2713"/>
              <a:gd name="T110" fmla="*/ 16919 w 23469"/>
              <a:gd name="T111" fmla="*/ 300 h 2713"/>
              <a:gd name="T112" fmla="*/ 14770 w 23469"/>
              <a:gd name="T113" fmla="*/ 11 h 2713"/>
              <a:gd name="T114" fmla="*/ 12075 w 23469"/>
              <a:gd name="T115" fmla="*/ 293 h 2713"/>
              <a:gd name="T116" fmla="*/ 10181 w 23469"/>
              <a:gd name="T117" fmla="*/ 293 h 2713"/>
              <a:gd name="T118" fmla="*/ 7976 w 23469"/>
              <a:gd name="T119" fmla="*/ 11 h 2713"/>
              <a:gd name="T120" fmla="*/ 5337 w 23469"/>
              <a:gd name="T121" fmla="*/ 300 h 2713"/>
              <a:gd name="T122" fmla="*/ 3671 w 23469"/>
              <a:gd name="T123" fmla="*/ 50 h 2713"/>
              <a:gd name="T124" fmla="*/ 976 w 23469"/>
              <a:gd name="T125" fmla="*/ 254 h 2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469" h="2713">
                <a:moveTo>
                  <a:pt x="23193" y="2712"/>
                </a:moveTo>
                <a:cubicBezTo>
                  <a:pt x="23186" y="2712"/>
                  <a:pt x="23179" y="2708"/>
                  <a:pt x="23176" y="2705"/>
                </a:cubicBezTo>
                <a:cubicBezTo>
                  <a:pt x="23165" y="2694"/>
                  <a:pt x="23165" y="2676"/>
                  <a:pt x="23176" y="2666"/>
                </a:cubicBezTo>
                <a:lnTo>
                  <a:pt x="23419" y="2423"/>
                </a:lnTo>
                <a:cubicBezTo>
                  <a:pt x="23430" y="2412"/>
                  <a:pt x="23447" y="2412"/>
                  <a:pt x="23458" y="2423"/>
                </a:cubicBezTo>
                <a:cubicBezTo>
                  <a:pt x="23468" y="2434"/>
                  <a:pt x="23468" y="2451"/>
                  <a:pt x="23458" y="2462"/>
                </a:cubicBezTo>
                <a:lnTo>
                  <a:pt x="23215" y="2701"/>
                </a:lnTo>
                <a:cubicBezTo>
                  <a:pt x="23208" y="2712"/>
                  <a:pt x="23201" y="2712"/>
                  <a:pt x="23193" y="2712"/>
                </a:cubicBezTo>
                <a:close/>
                <a:moveTo>
                  <a:pt x="22228" y="2712"/>
                </a:moveTo>
                <a:cubicBezTo>
                  <a:pt x="22221" y="2712"/>
                  <a:pt x="22214" y="2708"/>
                  <a:pt x="22211" y="2705"/>
                </a:cubicBezTo>
                <a:cubicBezTo>
                  <a:pt x="22200" y="2694"/>
                  <a:pt x="22200" y="2676"/>
                  <a:pt x="22211" y="2666"/>
                </a:cubicBezTo>
                <a:lnTo>
                  <a:pt x="22454" y="2423"/>
                </a:lnTo>
                <a:cubicBezTo>
                  <a:pt x="22464" y="2412"/>
                  <a:pt x="22482" y="2412"/>
                  <a:pt x="22492" y="2423"/>
                </a:cubicBezTo>
                <a:cubicBezTo>
                  <a:pt x="22503" y="2434"/>
                  <a:pt x="22503" y="2451"/>
                  <a:pt x="22492" y="2462"/>
                </a:cubicBezTo>
                <a:lnTo>
                  <a:pt x="22249" y="2701"/>
                </a:lnTo>
                <a:cubicBezTo>
                  <a:pt x="22242" y="2712"/>
                  <a:pt x="22235" y="2712"/>
                  <a:pt x="22228" y="2712"/>
                </a:cubicBezTo>
                <a:close/>
                <a:moveTo>
                  <a:pt x="21263" y="2712"/>
                </a:moveTo>
                <a:cubicBezTo>
                  <a:pt x="21256" y="2712"/>
                  <a:pt x="21249" y="2709"/>
                  <a:pt x="21245" y="2705"/>
                </a:cubicBezTo>
                <a:cubicBezTo>
                  <a:pt x="21235" y="2695"/>
                  <a:pt x="21235" y="2676"/>
                  <a:pt x="21245" y="2666"/>
                </a:cubicBezTo>
                <a:lnTo>
                  <a:pt x="21488" y="2423"/>
                </a:lnTo>
                <a:cubicBezTo>
                  <a:pt x="21499" y="2412"/>
                  <a:pt x="21517" y="2412"/>
                  <a:pt x="21527" y="2423"/>
                </a:cubicBezTo>
                <a:cubicBezTo>
                  <a:pt x="21538" y="2434"/>
                  <a:pt x="21538" y="2451"/>
                  <a:pt x="21527" y="2462"/>
                </a:cubicBezTo>
                <a:lnTo>
                  <a:pt x="21284" y="2701"/>
                </a:lnTo>
                <a:cubicBezTo>
                  <a:pt x="21277" y="2712"/>
                  <a:pt x="21270" y="2712"/>
                  <a:pt x="21263" y="2712"/>
                </a:cubicBezTo>
                <a:close/>
                <a:moveTo>
                  <a:pt x="17884" y="2712"/>
                </a:moveTo>
                <a:cubicBezTo>
                  <a:pt x="17877" y="2712"/>
                  <a:pt x="17870" y="2708"/>
                  <a:pt x="17867" y="2705"/>
                </a:cubicBezTo>
                <a:cubicBezTo>
                  <a:pt x="17856" y="2694"/>
                  <a:pt x="17856" y="2676"/>
                  <a:pt x="17867" y="2666"/>
                </a:cubicBezTo>
                <a:lnTo>
                  <a:pt x="18110" y="2423"/>
                </a:lnTo>
                <a:cubicBezTo>
                  <a:pt x="18121" y="2412"/>
                  <a:pt x="18138" y="2412"/>
                  <a:pt x="18149" y="2423"/>
                </a:cubicBezTo>
                <a:cubicBezTo>
                  <a:pt x="18159" y="2434"/>
                  <a:pt x="18159" y="2451"/>
                  <a:pt x="18149" y="2462"/>
                </a:cubicBezTo>
                <a:lnTo>
                  <a:pt x="17906" y="2701"/>
                </a:lnTo>
                <a:cubicBezTo>
                  <a:pt x="17899" y="2712"/>
                  <a:pt x="17892" y="2712"/>
                  <a:pt x="17884" y="2712"/>
                </a:cubicBezTo>
                <a:close/>
                <a:moveTo>
                  <a:pt x="16919" y="2712"/>
                </a:moveTo>
                <a:cubicBezTo>
                  <a:pt x="16912" y="2712"/>
                  <a:pt x="16905" y="2708"/>
                  <a:pt x="16902" y="2705"/>
                </a:cubicBezTo>
                <a:cubicBezTo>
                  <a:pt x="16891" y="2694"/>
                  <a:pt x="16891" y="2676"/>
                  <a:pt x="16902" y="2666"/>
                </a:cubicBezTo>
                <a:lnTo>
                  <a:pt x="17145" y="2423"/>
                </a:lnTo>
                <a:cubicBezTo>
                  <a:pt x="17155" y="2412"/>
                  <a:pt x="17173" y="2412"/>
                  <a:pt x="17183" y="2423"/>
                </a:cubicBezTo>
                <a:cubicBezTo>
                  <a:pt x="17194" y="2434"/>
                  <a:pt x="17194" y="2451"/>
                  <a:pt x="17183" y="2462"/>
                </a:cubicBezTo>
                <a:lnTo>
                  <a:pt x="16940" y="2701"/>
                </a:lnTo>
                <a:cubicBezTo>
                  <a:pt x="16933" y="2712"/>
                  <a:pt x="16926" y="2712"/>
                  <a:pt x="16919" y="2712"/>
                </a:cubicBezTo>
                <a:close/>
                <a:moveTo>
                  <a:pt x="15954" y="2712"/>
                </a:moveTo>
                <a:cubicBezTo>
                  <a:pt x="15947" y="2712"/>
                  <a:pt x="15940" y="2708"/>
                  <a:pt x="15936" y="2705"/>
                </a:cubicBezTo>
                <a:cubicBezTo>
                  <a:pt x="15926" y="2694"/>
                  <a:pt x="15926" y="2676"/>
                  <a:pt x="15936" y="2666"/>
                </a:cubicBezTo>
                <a:lnTo>
                  <a:pt x="16179" y="2423"/>
                </a:lnTo>
                <a:cubicBezTo>
                  <a:pt x="16190" y="2412"/>
                  <a:pt x="16208" y="2412"/>
                  <a:pt x="16218" y="2423"/>
                </a:cubicBezTo>
                <a:cubicBezTo>
                  <a:pt x="16229" y="2434"/>
                  <a:pt x="16229" y="2451"/>
                  <a:pt x="16218" y="2462"/>
                </a:cubicBezTo>
                <a:lnTo>
                  <a:pt x="15975" y="2701"/>
                </a:lnTo>
                <a:cubicBezTo>
                  <a:pt x="15968" y="2712"/>
                  <a:pt x="15961" y="2712"/>
                  <a:pt x="15954" y="2712"/>
                </a:cubicBezTo>
                <a:close/>
                <a:moveTo>
                  <a:pt x="12575" y="2712"/>
                </a:moveTo>
                <a:cubicBezTo>
                  <a:pt x="12568" y="2712"/>
                  <a:pt x="12561" y="2708"/>
                  <a:pt x="12558" y="2705"/>
                </a:cubicBezTo>
                <a:cubicBezTo>
                  <a:pt x="12547" y="2694"/>
                  <a:pt x="12547" y="2676"/>
                  <a:pt x="12558" y="2666"/>
                </a:cubicBezTo>
                <a:lnTo>
                  <a:pt x="12801" y="2423"/>
                </a:lnTo>
                <a:cubicBezTo>
                  <a:pt x="12812" y="2412"/>
                  <a:pt x="12830" y="2412"/>
                  <a:pt x="12840" y="2423"/>
                </a:cubicBezTo>
                <a:cubicBezTo>
                  <a:pt x="12851" y="2434"/>
                  <a:pt x="12850" y="2451"/>
                  <a:pt x="12840" y="2462"/>
                </a:cubicBezTo>
                <a:lnTo>
                  <a:pt x="12597" y="2701"/>
                </a:lnTo>
                <a:cubicBezTo>
                  <a:pt x="12590" y="2712"/>
                  <a:pt x="12583" y="2712"/>
                  <a:pt x="12575" y="2712"/>
                </a:cubicBezTo>
                <a:close/>
                <a:moveTo>
                  <a:pt x="11611" y="2712"/>
                </a:moveTo>
                <a:cubicBezTo>
                  <a:pt x="11604" y="2712"/>
                  <a:pt x="11597" y="2708"/>
                  <a:pt x="11594" y="2705"/>
                </a:cubicBezTo>
                <a:cubicBezTo>
                  <a:pt x="11583" y="2694"/>
                  <a:pt x="11583" y="2676"/>
                  <a:pt x="11594" y="2666"/>
                </a:cubicBezTo>
                <a:lnTo>
                  <a:pt x="11836" y="2423"/>
                </a:lnTo>
                <a:cubicBezTo>
                  <a:pt x="11846" y="2412"/>
                  <a:pt x="11864" y="2412"/>
                  <a:pt x="11874" y="2423"/>
                </a:cubicBezTo>
                <a:cubicBezTo>
                  <a:pt x="11885" y="2434"/>
                  <a:pt x="11885" y="2451"/>
                  <a:pt x="11874" y="2462"/>
                </a:cubicBezTo>
                <a:lnTo>
                  <a:pt x="11632" y="2701"/>
                </a:lnTo>
                <a:cubicBezTo>
                  <a:pt x="11625" y="2712"/>
                  <a:pt x="11618" y="2712"/>
                  <a:pt x="11611" y="2712"/>
                </a:cubicBezTo>
                <a:close/>
                <a:moveTo>
                  <a:pt x="10646" y="2712"/>
                </a:moveTo>
                <a:cubicBezTo>
                  <a:pt x="10639" y="2712"/>
                  <a:pt x="10632" y="2708"/>
                  <a:pt x="10628" y="2705"/>
                </a:cubicBezTo>
                <a:cubicBezTo>
                  <a:pt x="10618" y="2694"/>
                  <a:pt x="10618" y="2676"/>
                  <a:pt x="10628" y="2666"/>
                </a:cubicBezTo>
                <a:lnTo>
                  <a:pt x="10871" y="2423"/>
                </a:lnTo>
                <a:cubicBezTo>
                  <a:pt x="10882" y="2412"/>
                  <a:pt x="10899" y="2412"/>
                  <a:pt x="10910" y="2423"/>
                </a:cubicBezTo>
                <a:cubicBezTo>
                  <a:pt x="10920" y="2434"/>
                  <a:pt x="10921" y="2451"/>
                  <a:pt x="10910" y="2462"/>
                </a:cubicBezTo>
                <a:lnTo>
                  <a:pt x="10667" y="2701"/>
                </a:lnTo>
                <a:cubicBezTo>
                  <a:pt x="10660" y="2712"/>
                  <a:pt x="10653" y="2712"/>
                  <a:pt x="10646" y="2712"/>
                </a:cubicBezTo>
                <a:close/>
                <a:moveTo>
                  <a:pt x="7268" y="2712"/>
                </a:moveTo>
                <a:cubicBezTo>
                  <a:pt x="7260" y="2712"/>
                  <a:pt x="7253" y="2708"/>
                  <a:pt x="7250" y="2705"/>
                </a:cubicBezTo>
                <a:cubicBezTo>
                  <a:pt x="7239" y="2694"/>
                  <a:pt x="7239" y="2676"/>
                  <a:pt x="7250" y="2666"/>
                </a:cubicBezTo>
                <a:lnTo>
                  <a:pt x="7493" y="2423"/>
                </a:lnTo>
                <a:cubicBezTo>
                  <a:pt x="7504" y="2412"/>
                  <a:pt x="7521" y="2412"/>
                  <a:pt x="7532" y="2423"/>
                </a:cubicBezTo>
                <a:cubicBezTo>
                  <a:pt x="7542" y="2434"/>
                  <a:pt x="7542" y="2451"/>
                  <a:pt x="7532" y="2462"/>
                </a:cubicBezTo>
                <a:lnTo>
                  <a:pt x="7289" y="2701"/>
                </a:lnTo>
                <a:cubicBezTo>
                  <a:pt x="7282" y="2712"/>
                  <a:pt x="7275" y="2712"/>
                  <a:pt x="7268" y="2712"/>
                </a:cubicBezTo>
                <a:close/>
                <a:moveTo>
                  <a:pt x="4854" y="2712"/>
                </a:moveTo>
                <a:cubicBezTo>
                  <a:pt x="4847" y="2712"/>
                  <a:pt x="4840" y="2708"/>
                  <a:pt x="4837" y="2705"/>
                </a:cubicBezTo>
                <a:cubicBezTo>
                  <a:pt x="4826" y="2694"/>
                  <a:pt x="4826" y="2676"/>
                  <a:pt x="4837" y="2666"/>
                </a:cubicBezTo>
                <a:lnTo>
                  <a:pt x="5080" y="2423"/>
                </a:lnTo>
                <a:cubicBezTo>
                  <a:pt x="5090" y="2412"/>
                  <a:pt x="5108" y="2412"/>
                  <a:pt x="5119" y="2423"/>
                </a:cubicBezTo>
                <a:cubicBezTo>
                  <a:pt x="5129" y="2434"/>
                  <a:pt x="5129" y="2451"/>
                  <a:pt x="5119" y="2462"/>
                </a:cubicBezTo>
                <a:lnTo>
                  <a:pt x="4875" y="2701"/>
                </a:lnTo>
                <a:cubicBezTo>
                  <a:pt x="4865" y="2712"/>
                  <a:pt x="4861" y="2712"/>
                  <a:pt x="4854" y="2712"/>
                </a:cubicBezTo>
                <a:close/>
                <a:moveTo>
                  <a:pt x="4372" y="2712"/>
                </a:moveTo>
                <a:cubicBezTo>
                  <a:pt x="4365" y="2712"/>
                  <a:pt x="4358" y="2708"/>
                  <a:pt x="4354" y="2705"/>
                </a:cubicBezTo>
                <a:cubicBezTo>
                  <a:pt x="4344" y="2694"/>
                  <a:pt x="4344" y="2676"/>
                  <a:pt x="4354" y="2666"/>
                </a:cubicBezTo>
                <a:lnTo>
                  <a:pt x="4597" y="2423"/>
                </a:lnTo>
                <a:cubicBezTo>
                  <a:pt x="4608" y="2412"/>
                  <a:pt x="4625" y="2412"/>
                  <a:pt x="4636" y="2423"/>
                </a:cubicBezTo>
                <a:cubicBezTo>
                  <a:pt x="4646" y="2434"/>
                  <a:pt x="4646" y="2451"/>
                  <a:pt x="4636" y="2462"/>
                </a:cubicBezTo>
                <a:lnTo>
                  <a:pt x="4393" y="2701"/>
                </a:lnTo>
                <a:cubicBezTo>
                  <a:pt x="4382" y="2712"/>
                  <a:pt x="4379" y="2712"/>
                  <a:pt x="4372" y="2712"/>
                </a:cubicBezTo>
                <a:close/>
                <a:moveTo>
                  <a:pt x="3889" y="2712"/>
                </a:moveTo>
                <a:cubicBezTo>
                  <a:pt x="3882" y="2712"/>
                  <a:pt x="3875" y="2708"/>
                  <a:pt x="3871" y="2705"/>
                </a:cubicBezTo>
                <a:cubicBezTo>
                  <a:pt x="3861" y="2694"/>
                  <a:pt x="3861" y="2676"/>
                  <a:pt x="3871" y="2666"/>
                </a:cubicBezTo>
                <a:lnTo>
                  <a:pt x="4115" y="2423"/>
                </a:lnTo>
                <a:cubicBezTo>
                  <a:pt x="4125" y="2412"/>
                  <a:pt x="4143" y="2412"/>
                  <a:pt x="4153" y="2423"/>
                </a:cubicBezTo>
                <a:cubicBezTo>
                  <a:pt x="4164" y="2434"/>
                  <a:pt x="4164" y="2451"/>
                  <a:pt x="4153" y="2462"/>
                </a:cubicBezTo>
                <a:lnTo>
                  <a:pt x="3910" y="2701"/>
                </a:lnTo>
                <a:cubicBezTo>
                  <a:pt x="3900" y="2712"/>
                  <a:pt x="3896" y="2712"/>
                  <a:pt x="3889" y="2712"/>
                </a:cubicBezTo>
                <a:close/>
                <a:moveTo>
                  <a:pt x="3406" y="2712"/>
                </a:moveTo>
                <a:cubicBezTo>
                  <a:pt x="3399" y="2712"/>
                  <a:pt x="3392" y="2708"/>
                  <a:pt x="3389" y="2705"/>
                </a:cubicBezTo>
                <a:cubicBezTo>
                  <a:pt x="3378" y="2694"/>
                  <a:pt x="3378" y="2676"/>
                  <a:pt x="3389" y="2666"/>
                </a:cubicBezTo>
                <a:lnTo>
                  <a:pt x="3632" y="2423"/>
                </a:lnTo>
                <a:cubicBezTo>
                  <a:pt x="3642" y="2412"/>
                  <a:pt x="3660" y="2412"/>
                  <a:pt x="3671" y="2423"/>
                </a:cubicBezTo>
                <a:cubicBezTo>
                  <a:pt x="3681" y="2434"/>
                  <a:pt x="3681" y="2451"/>
                  <a:pt x="3671" y="2462"/>
                </a:cubicBezTo>
                <a:lnTo>
                  <a:pt x="3428" y="2701"/>
                </a:lnTo>
                <a:cubicBezTo>
                  <a:pt x="3417" y="2712"/>
                  <a:pt x="3413" y="2712"/>
                  <a:pt x="3406" y="2712"/>
                </a:cubicBezTo>
                <a:close/>
                <a:moveTo>
                  <a:pt x="2924" y="2712"/>
                </a:moveTo>
                <a:cubicBezTo>
                  <a:pt x="2917" y="2712"/>
                  <a:pt x="2910" y="2708"/>
                  <a:pt x="2906" y="2705"/>
                </a:cubicBezTo>
                <a:cubicBezTo>
                  <a:pt x="2896" y="2694"/>
                  <a:pt x="2896" y="2676"/>
                  <a:pt x="2906" y="2666"/>
                </a:cubicBezTo>
                <a:lnTo>
                  <a:pt x="3149" y="2423"/>
                </a:lnTo>
                <a:cubicBezTo>
                  <a:pt x="3160" y="2412"/>
                  <a:pt x="3177" y="2412"/>
                  <a:pt x="3188" y="2423"/>
                </a:cubicBezTo>
                <a:cubicBezTo>
                  <a:pt x="3199" y="2434"/>
                  <a:pt x="3199" y="2451"/>
                  <a:pt x="3188" y="2462"/>
                </a:cubicBezTo>
                <a:lnTo>
                  <a:pt x="2945" y="2701"/>
                </a:lnTo>
                <a:cubicBezTo>
                  <a:pt x="2934" y="2712"/>
                  <a:pt x="2931" y="2712"/>
                  <a:pt x="2924" y="2712"/>
                </a:cubicBezTo>
                <a:close/>
                <a:moveTo>
                  <a:pt x="2441" y="2712"/>
                </a:moveTo>
                <a:cubicBezTo>
                  <a:pt x="2434" y="2712"/>
                  <a:pt x="2427" y="2708"/>
                  <a:pt x="2424" y="2705"/>
                </a:cubicBezTo>
                <a:cubicBezTo>
                  <a:pt x="2413" y="2694"/>
                  <a:pt x="2413" y="2676"/>
                  <a:pt x="2424" y="2666"/>
                </a:cubicBezTo>
                <a:lnTo>
                  <a:pt x="2667" y="2423"/>
                </a:lnTo>
                <a:cubicBezTo>
                  <a:pt x="2677" y="2412"/>
                  <a:pt x="2694" y="2412"/>
                  <a:pt x="2705" y="2423"/>
                </a:cubicBezTo>
                <a:cubicBezTo>
                  <a:pt x="2715" y="2434"/>
                  <a:pt x="2716" y="2451"/>
                  <a:pt x="2705" y="2462"/>
                </a:cubicBezTo>
                <a:lnTo>
                  <a:pt x="2462" y="2701"/>
                </a:lnTo>
                <a:cubicBezTo>
                  <a:pt x="2452" y="2712"/>
                  <a:pt x="2448" y="2712"/>
                  <a:pt x="2441" y="2712"/>
                </a:cubicBezTo>
                <a:close/>
                <a:moveTo>
                  <a:pt x="22711" y="2712"/>
                </a:moveTo>
                <a:cubicBezTo>
                  <a:pt x="22704" y="2712"/>
                  <a:pt x="22697" y="2709"/>
                  <a:pt x="22693" y="2705"/>
                </a:cubicBezTo>
                <a:cubicBezTo>
                  <a:pt x="22683" y="2695"/>
                  <a:pt x="22683" y="2676"/>
                  <a:pt x="22693" y="2666"/>
                </a:cubicBezTo>
                <a:lnTo>
                  <a:pt x="22936" y="2423"/>
                </a:lnTo>
                <a:cubicBezTo>
                  <a:pt x="22947" y="2412"/>
                  <a:pt x="22964" y="2412"/>
                  <a:pt x="22975" y="2423"/>
                </a:cubicBezTo>
                <a:cubicBezTo>
                  <a:pt x="22986" y="2434"/>
                  <a:pt x="22986" y="2451"/>
                  <a:pt x="22975" y="2462"/>
                </a:cubicBezTo>
                <a:lnTo>
                  <a:pt x="22732" y="2705"/>
                </a:lnTo>
                <a:cubicBezTo>
                  <a:pt x="22725" y="2712"/>
                  <a:pt x="22718" y="2712"/>
                  <a:pt x="22711" y="2712"/>
                </a:cubicBezTo>
                <a:close/>
                <a:moveTo>
                  <a:pt x="21746" y="2712"/>
                </a:moveTo>
                <a:cubicBezTo>
                  <a:pt x="21739" y="2712"/>
                  <a:pt x="21731" y="2708"/>
                  <a:pt x="21728" y="2705"/>
                </a:cubicBezTo>
                <a:cubicBezTo>
                  <a:pt x="21717" y="2694"/>
                  <a:pt x="21717" y="2676"/>
                  <a:pt x="21728" y="2666"/>
                </a:cubicBezTo>
                <a:lnTo>
                  <a:pt x="21968" y="2423"/>
                </a:lnTo>
                <a:cubicBezTo>
                  <a:pt x="21978" y="2412"/>
                  <a:pt x="21996" y="2412"/>
                  <a:pt x="22006" y="2423"/>
                </a:cubicBezTo>
                <a:cubicBezTo>
                  <a:pt x="22017" y="2434"/>
                  <a:pt x="22017" y="2451"/>
                  <a:pt x="22006" y="2462"/>
                </a:cubicBezTo>
                <a:lnTo>
                  <a:pt x="21763" y="2705"/>
                </a:lnTo>
                <a:cubicBezTo>
                  <a:pt x="21760" y="2712"/>
                  <a:pt x="21753" y="2712"/>
                  <a:pt x="21746" y="2712"/>
                </a:cubicBezTo>
                <a:close/>
                <a:moveTo>
                  <a:pt x="20780" y="2712"/>
                </a:moveTo>
                <a:cubicBezTo>
                  <a:pt x="20773" y="2712"/>
                  <a:pt x="20766" y="2708"/>
                  <a:pt x="20763" y="2705"/>
                </a:cubicBezTo>
                <a:cubicBezTo>
                  <a:pt x="20752" y="2694"/>
                  <a:pt x="20752" y="2676"/>
                  <a:pt x="20763" y="2666"/>
                </a:cubicBezTo>
                <a:lnTo>
                  <a:pt x="21006" y="2423"/>
                </a:lnTo>
                <a:cubicBezTo>
                  <a:pt x="21016" y="2412"/>
                  <a:pt x="21034" y="2412"/>
                  <a:pt x="21045" y="2423"/>
                </a:cubicBezTo>
                <a:cubicBezTo>
                  <a:pt x="21055" y="2434"/>
                  <a:pt x="21055" y="2451"/>
                  <a:pt x="21045" y="2462"/>
                </a:cubicBezTo>
                <a:lnTo>
                  <a:pt x="20805" y="2705"/>
                </a:lnTo>
                <a:cubicBezTo>
                  <a:pt x="20794" y="2712"/>
                  <a:pt x="20787" y="2712"/>
                  <a:pt x="20780" y="2712"/>
                </a:cubicBezTo>
                <a:close/>
                <a:moveTo>
                  <a:pt x="20298" y="2712"/>
                </a:moveTo>
                <a:cubicBezTo>
                  <a:pt x="20291" y="2712"/>
                  <a:pt x="20284" y="2708"/>
                  <a:pt x="20280" y="2705"/>
                </a:cubicBezTo>
                <a:cubicBezTo>
                  <a:pt x="20269" y="2694"/>
                  <a:pt x="20269" y="2676"/>
                  <a:pt x="20280" y="2666"/>
                </a:cubicBezTo>
                <a:lnTo>
                  <a:pt x="20523" y="2423"/>
                </a:lnTo>
                <a:cubicBezTo>
                  <a:pt x="20534" y="2412"/>
                  <a:pt x="20551" y="2412"/>
                  <a:pt x="20562" y="2423"/>
                </a:cubicBezTo>
                <a:cubicBezTo>
                  <a:pt x="20572" y="2434"/>
                  <a:pt x="20572" y="2451"/>
                  <a:pt x="20562" y="2462"/>
                </a:cubicBezTo>
                <a:lnTo>
                  <a:pt x="20319" y="2705"/>
                </a:lnTo>
                <a:cubicBezTo>
                  <a:pt x="20312" y="2712"/>
                  <a:pt x="20305" y="2712"/>
                  <a:pt x="20298" y="2712"/>
                </a:cubicBezTo>
                <a:close/>
                <a:moveTo>
                  <a:pt x="19815" y="2712"/>
                </a:moveTo>
                <a:cubicBezTo>
                  <a:pt x="19808" y="2712"/>
                  <a:pt x="19801" y="2709"/>
                  <a:pt x="19797" y="2705"/>
                </a:cubicBezTo>
                <a:cubicBezTo>
                  <a:pt x="19787" y="2695"/>
                  <a:pt x="19787" y="2676"/>
                  <a:pt x="19797" y="2666"/>
                </a:cubicBezTo>
                <a:lnTo>
                  <a:pt x="20037" y="2423"/>
                </a:lnTo>
                <a:cubicBezTo>
                  <a:pt x="20048" y="2412"/>
                  <a:pt x="20065" y="2412"/>
                  <a:pt x="20076" y="2423"/>
                </a:cubicBezTo>
                <a:cubicBezTo>
                  <a:pt x="20086" y="2434"/>
                  <a:pt x="20086" y="2451"/>
                  <a:pt x="20076" y="2462"/>
                </a:cubicBezTo>
                <a:lnTo>
                  <a:pt x="19833" y="2705"/>
                </a:lnTo>
                <a:cubicBezTo>
                  <a:pt x="19829" y="2712"/>
                  <a:pt x="19822" y="2712"/>
                  <a:pt x="19815" y="2712"/>
                </a:cubicBezTo>
                <a:close/>
                <a:moveTo>
                  <a:pt x="19332" y="2712"/>
                </a:moveTo>
                <a:cubicBezTo>
                  <a:pt x="19325" y="2712"/>
                  <a:pt x="19318" y="2708"/>
                  <a:pt x="19315" y="2705"/>
                </a:cubicBezTo>
                <a:cubicBezTo>
                  <a:pt x="19304" y="2694"/>
                  <a:pt x="19304" y="2676"/>
                  <a:pt x="19315" y="2666"/>
                </a:cubicBezTo>
                <a:lnTo>
                  <a:pt x="19558" y="2423"/>
                </a:lnTo>
                <a:cubicBezTo>
                  <a:pt x="19568" y="2412"/>
                  <a:pt x="19586" y="2412"/>
                  <a:pt x="19597" y="2423"/>
                </a:cubicBezTo>
                <a:cubicBezTo>
                  <a:pt x="19607" y="2434"/>
                  <a:pt x="19607" y="2451"/>
                  <a:pt x="19597" y="2462"/>
                </a:cubicBezTo>
                <a:lnTo>
                  <a:pt x="19354" y="2705"/>
                </a:lnTo>
                <a:cubicBezTo>
                  <a:pt x="19346" y="2712"/>
                  <a:pt x="19339" y="2712"/>
                  <a:pt x="19332" y="2712"/>
                </a:cubicBezTo>
                <a:close/>
                <a:moveTo>
                  <a:pt x="18850" y="2712"/>
                </a:moveTo>
                <a:cubicBezTo>
                  <a:pt x="18843" y="2712"/>
                  <a:pt x="18836" y="2709"/>
                  <a:pt x="18832" y="2705"/>
                </a:cubicBezTo>
                <a:cubicBezTo>
                  <a:pt x="18822" y="2695"/>
                  <a:pt x="18822" y="2676"/>
                  <a:pt x="18832" y="2666"/>
                </a:cubicBezTo>
                <a:lnTo>
                  <a:pt x="19075" y="2423"/>
                </a:lnTo>
                <a:cubicBezTo>
                  <a:pt x="19086" y="2412"/>
                  <a:pt x="19103" y="2412"/>
                  <a:pt x="19114" y="2423"/>
                </a:cubicBezTo>
                <a:cubicBezTo>
                  <a:pt x="19125" y="2434"/>
                  <a:pt x="19125" y="2451"/>
                  <a:pt x="19114" y="2462"/>
                </a:cubicBezTo>
                <a:lnTo>
                  <a:pt x="18874" y="2705"/>
                </a:lnTo>
                <a:cubicBezTo>
                  <a:pt x="18864" y="2712"/>
                  <a:pt x="18857" y="2712"/>
                  <a:pt x="18850" y="2712"/>
                </a:cubicBezTo>
                <a:close/>
                <a:moveTo>
                  <a:pt x="18367" y="2712"/>
                </a:moveTo>
                <a:cubicBezTo>
                  <a:pt x="18360" y="2712"/>
                  <a:pt x="18353" y="2708"/>
                  <a:pt x="18350" y="2705"/>
                </a:cubicBezTo>
                <a:cubicBezTo>
                  <a:pt x="18339" y="2694"/>
                  <a:pt x="18339" y="2676"/>
                  <a:pt x="18350" y="2666"/>
                </a:cubicBezTo>
                <a:lnTo>
                  <a:pt x="18593" y="2423"/>
                </a:lnTo>
                <a:cubicBezTo>
                  <a:pt x="18603" y="2412"/>
                  <a:pt x="18621" y="2412"/>
                  <a:pt x="18631" y="2423"/>
                </a:cubicBezTo>
                <a:cubicBezTo>
                  <a:pt x="18642" y="2434"/>
                  <a:pt x="18642" y="2451"/>
                  <a:pt x="18631" y="2462"/>
                </a:cubicBezTo>
                <a:lnTo>
                  <a:pt x="18388" y="2705"/>
                </a:lnTo>
                <a:cubicBezTo>
                  <a:pt x="18381" y="2712"/>
                  <a:pt x="18374" y="2712"/>
                  <a:pt x="18367" y="2712"/>
                </a:cubicBezTo>
                <a:close/>
                <a:moveTo>
                  <a:pt x="17402" y="2712"/>
                </a:moveTo>
                <a:cubicBezTo>
                  <a:pt x="17395" y="2712"/>
                  <a:pt x="17388" y="2709"/>
                  <a:pt x="17384" y="2705"/>
                </a:cubicBezTo>
                <a:cubicBezTo>
                  <a:pt x="17374" y="2695"/>
                  <a:pt x="17374" y="2676"/>
                  <a:pt x="17384" y="2666"/>
                </a:cubicBezTo>
                <a:lnTo>
                  <a:pt x="17627" y="2423"/>
                </a:lnTo>
                <a:cubicBezTo>
                  <a:pt x="17638" y="2412"/>
                  <a:pt x="17655" y="2412"/>
                  <a:pt x="17666" y="2423"/>
                </a:cubicBezTo>
                <a:cubicBezTo>
                  <a:pt x="17677" y="2434"/>
                  <a:pt x="17677" y="2451"/>
                  <a:pt x="17666" y="2462"/>
                </a:cubicBezTo>
                <a:lnTo>
                  <a:pt x="17423" y="2705"/>
                </a:lnTo>
                <a:cubicBezTo>
                  <a:pt x="17416" y="2712"/>
                  <a:pt x="17409" y="2712"/>
                  <a:pt x="17402" y="2712"/>
                </a:cubicBezTo>
                <a:close/>
                <a:moveTo>
                  <a:pt x="16437" y="2712"/>
                </a:moveTo>
                <a:cubicBezTo>
                  <a:pt x="16430" y="2712"/>
                  <a:pt x="16422" y="2708"/>
                  <a:pt x="16419" y="2705"/>
                </a:cubicBezTo>
                <a:cubicBezTo>
                  <a:pt x="16408" y="2694"/>
                  <a:pt x="16408" y="2676"/>
                  <a:pt x="16419" y="2666"/>
                </a:cubicBezTo>
                <a:lnTo>
                  <a:pt x="16662" y="2423"/>
                </a:lnTo>
                <a:cubicBezTo>
                  <a:pt x="16673" y="2412"/>
                  <a:pt x="16691" y="2412"/>
                  <a:pt x="16701" y="2423"/>
                </a:cubicBezTo>
                <a:cubicBezTo>
                  <a:pt x="16712" y="2434"/>
                  <a:pt x="16711" y="2451"/>
                  <a:pt x="16701" y="2462"/>
                </a:cubicBezTo>
                <a:lnTo>
                  <a:pt x="16458" y="2705"/>
                </a:lnTo>
                <a:cubicBezTo>
                  <a:pt x="16451" y="2712"/>
                  <a:pt x="16444" y="2712"/>
                  <a:pt x="16437" y="2712"/>
                </a:cubicBezTo>
                <a:close/>
                <a:moveTo>
                  <a:pt x="15471" y="2712"/>
                </a:moveTo>
                <a:cubicBezTo>
                  <a:pt x="15464" y="2712"/>
                  <a:pt x="15457" y="2708"/>
                  <a:pt x="15454" y="2705"/>
                </a:cubicBezTo>
                <a:cubicBezTo>
                  <a:pt x="15443" y="2694"/>
                  <a:pt x="15443" y="2676"/>
                  <a:pt x="15454" y="2666"/>
                </a:cubicBezTo>
                <a:lnTo>
                  <a:pt x="15693" y="2423"/>
                </a:lnTo>
                <a:cubicBezTo>
                  <a:pt x="15704" y="2412"/>
                  <a:pt x="15721" y="2412"/>
                  <a:pt x="15732" y="2423"/>
                </a:cubicBezTo>
                <a:cubicBezTo>
                  <a:pt x="15743" y="2434"/>
                  <a:pt x="15743" y="2451"/>
                  <a:pt x="15732" y="2462"/>
                </a:cubicBezTo>
                <a:lnTo>
                  <a:pt x="15489" y="2705"/>
                </a:lnTo>
                <a:cubicBezTo>
                  <a:pt x="15485" y="2712"/>
                  <a:pt x="15478" y="2712"/>
                  <a:pt x="15471" y="2712"/>
                </a:cubicBezTo>
                <a:close/>
                <a:moveTo>
                  <a:pt x="14989" y="2712"/>
                </a:moveTo>
                <a:cubicBezTo>
                  <a:pt x="14982" y="2712"/>
                  <a:pt x="14975" y="2708"/>
                  <a:pt x="14971" y="2705"/>
                </a:cubicBezTo>
                <a:cubicBezTo>
                  <a:pt x="14960" y="2694"/>
                  <a:pt x="14960" y="2676"/>
                  <a:pt x="14971" y="2666"/>
                </a:cubicBezTo>
                <a:lnTo>
                  <a:pt x="15214" y="2423"/>
                </a:lnTo>
                <a:cubicBezTo>
                  <a:pt x="15225" y="2412"/>
                  <a:pt x="15243" y="2412"/>
                  <a:pt x="15253" y="2423"/>
                </a:cubicBezTo>
                <a:cubicBezTo>
                  <a:pt x="15264" y="2434"/>
                  <a:pt x="15263" y="2451"/>
                  <a:pt x="15253" y="2462"/>
                </a:cubicBezTo>
                <a:lnTo>
                  <a:pt x="15010" y="2705"/>
                </a:lnTo>
                <a:cubicBezTo>
                  <a:pt x="15003" y="2712"/>
                  <a:pt x="14996" y="2712"/>
                  <a:pt x="14989" y="2712"/>
                </a:cubicBezTo>
                <a:close/>
                <a:moveTo>
                  <a:pt x="14506" y="2712"/>
                </a:moveTo>
                <a:cubicBezTo>
                  <a:pt x="14499" y="2712"/>
                  <a:pt x="14492" y="2708"/>
                  <a:pt x="14488" y="2705"/>
                </a:cubicBezTo>
                <a:cubicBezTo>
                  <a:pt x="14478" y="2694"/>
                  <a:pt x="14478" y="2676"/>
                  <a:pt x="14488" y="2666"/>
                </a:cubicBezTo>
                <a:lnTo>
                  <a:pt x="14731" y="2423"/>
                </a:lnTo>
                <a:cubicBezTo>
                  <a:pt x="14742" y="2412"/>
                  <a:pt x="14760" y="2412"/>
                  <a:pt x="14770" y="2423"/>
                </a:cubicBezTo>
                <a:cubicBezTo>
                  <a:pt x="14781" y="2434"/>
                  <a:pt x="14781" y="2451"/>
                  <a:pt x="14770" y="2462"/>
                </a:cubicBezTo>
                <a:lnTo>
                  <a:pt x="14531" y="2705"/>
                </a:lnTo>
                <a:cubicBezTo>
                  <a:pt x="14520" y="2712"/>
                  <a:pt x="14513" y="2712"/>
                  <a:pt x="14506" y="2712"/>
                </a:cubicBezTo>
                <a:close/>
                <a:moveTo>
                  <a:pt x="14023" y="2712"/>
                </a:moveTo>
                <a:cubicBezTo>
                  <a:pt x="14016" y="2712"/>
                  <a:pt x="14009" y="2708"/>
                  <a:pt x="14006" y="2705"/>
                </a:cubicBezTo>
                <a:cubicBezTo>
                  <a:pt x="13995" y="2694"/>
                  <a:pt x="13995" y="2676"/>
                  <a:pt x="14006" y="2666"/>
                </a:cubicBezTo>
                <a:lnTo>
                  <a:pt x="14249" y="2423"/>
                </a:lnTo>
                <a:cubicBezTo>
                  <a:pt x="14259" y="2412"/>
                  <a:pt x="14278" y="2412"/>
                  <a:pt x="14288" y="2423"/>
                </a:cubicBezTo>
                <a:cubicBezTo>
                  <a:pt x="14299" y="2434"/>
                  <a:pt x="14298" y="2451"/>
                  <a:pt x="14288" y="2462"/>
                </a:cubicBezTo>
                <a:lnTo>
                  <a:pt x="14045" y="2705"/>
                </a:lnTo>
                <a:cubicBezTo>
                  <a:pt x="14037" y="2712"/>
                  <a:pt x="14030" y="2712"/>
                  <a:pt x="14023" y="2712"/>
                </a:cubicBezTo>
                <a:close/>
                <a:moveTo>
                  <a:pt x="13541" y="2712"/>
                </a:moveTo>
                <a:cubicBezTo>
                  <a:pt x="13534" y="2712"/>
                  <a:pt x="13527" y="2708"/>
                  <a:pt x="13523" y="2705"/>
                </a:cubicBezTo>
                <a:cubicBezTo>
                  <a:pt x="13513" y="2694"/>
                  <a:pt x="13513" y="2676"/>
                  <a:pt x="13523" y="2666"/>
                </a:cubicBezTo>
                <a:lnTo>
                  <a:pt x="13763" y="2423"/>
                </a:lnTo>
                <a:cubicBezTo>
                  <a:pt x="13773" y="2412"/>
                  <a:pt x="13791" y="2412"/>
                  <a:pt x="13801" y="2423"/>
                </a:cubicBezTo>
                <a:cubicBezTo>
                  <a:pt x="13812" y="2434"/>
                  <a:pt x="13812" y="2451"/>
                  <a:pt x="13801" y="2462"/>
                </a:cubicBezTo>
                <a:lnTo>
                  <a:pt x="13558" y="2705"/>
                </a:lnTo>
                <a:cubicBezTo>
                  <a:pt x="13555" y="2712"/>
                  <a:pt x="13548" y="2712"/>
                  <a:pt x="13541" y="2712"/>
                </a:cubicBezTo>
                <a:close/>
                <a:moveTo>
                  <a:pt x="13058" y="2712"/>
                </a:moveTo>
                <a:cubicBezTo>
                  <a:pt x="13051" y="2712"/>
                  <a:pt x="13044" y="2708"/>
                  <a:pt x="13041" y="2705"/>
                </a:cubicBezTo>
                <a:cubicBezTo>
                  <a:pt x="13030" y="2694"/>
                  <a:pt x="13030" y="2676"/>
                  <a:pt x="13041" y="2666"/>
                </a:cubicBezTo>
                <a:lnTo>
                  <a:pt x="13284" y="2423"/>
                </a:lnTo>
                <a:cubicBezTo>
                  <a:pt x="13294" y="2412"/>
                  <a:pt x="13312" y="2412"/>
                  <a:pt x="13322" y="2423"/>
                </a:cubicBezTo>
                <a:cubicBezTo>
                  <a:pt x="13333" y="2434"/>
                  <a:pt x="13333" y="2451"/>
                  <a:pt x="13322" y="2462"/>
                </a:cubicBezTo>
                <a:lnTo>
                  <a:pt x="13079" y="2705"/>
                </a:lnTo>
                <a:cubicBezTo>
                  <a:pt x="13072" y="2712"/>
                  <a:pt x="13065" y="2712"/>
                  <a:pt x="13058" y="2712"/>
                </a:cubicBezTo>
                <a:close/>
                <a:moveTo>
                  <a:pt x="12093" y="2712"/>
                </a:moveTo>
                <a:cubicBezTo>
                  <a:pt x="12086" y="2712"/>
                  <a:pt x="12079" y="2708"/>
                  <a:pt x="12075" y="2705"/>
                </a:cubicBezTo>
                <a:cubicBezTo>
                  <a:pt x="12065" y="2694"/>
                  <a:pt x="12065" y="2676"/>
                  <a:pt x="12075" y="2666"/>
                </a:cubicBezTo>
                <a:lnTo>
                  <a:pt x="12318" y="2423"/>
                </a:lnTo>
                <a:cubicBezTo>
                  <a:pt x="12329" y="2412"/>
                  <a:pt x="12347" y="2412"/>
                  <a:pt x="12357" y="2423"/>
                </a:cubicBezTo>
                <a:cubicBezTo>
                  <a:pt x="12368" y="2434"/>
                  <a:pt x="12368" y="2451"/>
                  <a:pt x="12357" y="2462"/>
                </a:cubicBezTo>
                <a:lnTo>
                  <a:pt x="12114" y="2705"/>
                </a:lnTo>
                <a:cubicBezTo>
                  <a:pt x="12107" y="2712"/>
                  <a:pt x="12100" y="2712"/>
                  <a:pt x="12093" y="2712"/>
                </a:cubicBezTo>
                <a:close/>
                <a:moveTo>
                  <a:pt x="11129" y="2712"/>
                </a:moveTo>
                <a:cubicBezTo>
                  <a:pt x="11122" y="2712"/>
                  <a:pt x="11114" y="2708"/>
                  <a:pt x="11111" y="2705"/>
                </a:cubicBezTo>
                <a:cubicBezTo>
                  <a:pt x="11100" y="2694"/>
                  <a:pt x="11100" y="2676"/>
                  <a:pt x="11111" y="2666"/>
                </a:cubicBezTo>
                <a:lnTo>
                  <a:pt x="11354" y="2423"/>
                </a:lnTo>
                <a:cubicBezTo>
                  <a:pt x="11365" y="2412"/>
                  <a:pt x="11382" y="2412"/>
                  <a:pt x="11393" y="2423"/>
                </a:cubicBezTo>
                <a:cubicBezTo>
                  <a:pt x="11403" y="2434"/>
                  <a:pt x="11403" y="2451"/>
                  <a:pt x="11393" y="2462"/>
                </a:cubicBezTo>
                <a:lnTo>
                  <a:pt x="11150" y="2705"/>
                </a:lnTo>
                <a:cubicBezTo>
                  <a:pt x="11143" y="2712"/>
                  <a:pt x="11136" y="2712"/>
                  <a:pt x="11129" y="2712"/>
                </a:cubicBezTo>
                <a:close/>
                <a:moveTo>
                  <a:pt x="10163" y="2712"/>
                </a:moveTo>
                <a:cubicBezTo>
                  <a:pt x="10156" y="2712"/>
                  <a:pt x="10149" y="2708"/>
                  <a:pt x="10146" y="2705"/>
                </a:cubicBezTo>
                <a:cubicBezTo>
                  <a:pt x="10135" y="2694"/>
                  <a:pt x="10135" y="2676"/>
                  <a:pt x="10146" y="2666"/>
                </a:cubicBezTo>
                <a:lnTo>
                  <a:pt x="10389" y="2423"/>
                </a:lnTo>
                <a:cubicBezTo>
                  <a:pt x="10399" y="2412"/>
                  <a:pt x="10417" y="2412"/>
                  <a:pt x="10428" y="2423"/>
                </a:cubicBezTo>
                <a:cubicBezTo>
                  <a:pt x="10438" y="2434"/>
                  <a:pt x="10438" y="2451"/>
                  <a:pt x="10428" y="2462"/>
                </a:cubicBezTo>
                <a:lnTo>
                  <a:pt x="10184" y="2705"/>
                </a:lnTo>
                <a:cubicBezTo>
                  <a:pt x="10177" y="2712"/>
                  <a:pt x="10170" y="2712"/>
                  <a:pt x="10163" y="2712"/>
                </a:cubicBezTo>
                <a:close/>
                <a:moveTo>
                  <a:pt x="9681" y="2712"/>
                </a:moveTo>
                <a:cubicBezTo>
                  <a:pt x="9674" y="2712"/>
                  <a:pt x="9667" y="2708"/>
                  <a:pt x="9663" y="2705"/>
                </a:cubicBezTo>
                <a:cubicBezTo>
                  <a:pt x="9652" y="2694"/>
                  <a:pt x="9652" y="2676"/>
                  <a:pt x="9663" y="2666"/>
                </a:cubicBezTo>
                <a:lnTo>
                  <a:pt x="9906" y="2423"/>
                </a:lnTo>
                <a:cubicBezTo>
                  <a:pt x="9917" y="2412"/>
                  <a:pt x="9934" y="2412"/>
                  <a:pt x="9945" y="2423"/>
                </a:cubicBezTo>
                <a:cubicBezTo>
                  <a:pt x="9955" y="2434"/>
                  <a:pt x="9955" y="2451"/>
                  <a:pt x="9945" y="2462"/>
                </a:cubicBezTo>
                <a:lnTo>
                  <a:pt x="9702" y="2705"/>
                </a:lnTo>
                <a:cubicBezTo>
                  <a:pt x="9695" y="2712"/>
                  <a:pt x="9688" y="2712"/>
                  <a:pt x="9681" y="2712"/>
                </a:cubicBezTo>
                <a:close/>
                <a:moveTo>
                  <a:pt x="9198" y="2712"/>
                </a:moveTo>
                <a:cubicBezTo>
                  <a:pt x="9191" y="2712"/>
                  <a:pt x="9184" y="2708"/>
                  <a:pt x="9180" y="2705"/>
                </a:cubicBezTo>
                <a:cubicBezTo>
                  <a:pt x="9170" y="2694"/>
                  <a:pt x="9170" y="2676"/>
                  <a:pt x="9180" y="2666"/>
                </a:cubicBezTo>
                <a:lnTo>
                  <a:pt x="9420" y="2423"/>
                </a:lnTo>
                <a:cubicBezTo>
                  <a:pt x="9431" y="2412"/>
                  <a:pt x="9448" y="2412"/>
                  <a:pt x="9459" y="2423"/>
                </a:cubicBezTo>
                <a:cubicBezTo>
                  <a:pt x="9469" y="2434"/>
                  <a:pt x="9469" y="2451"/>
                  <a:pt x="9459" y="2462"/>
                </a:cubicBezTo>
                <a:lnTo>
                  <a:pt x="9216" y="2705"/>
                </a:lnTo>
                <a:cubicBezTo>
                  <a:pt x="9212" y="2712"/>
                  <a:pt x="9205" y="2712"/>
                  <a:pt x="9198" y="2712"/>
                </a:cubicBezTo>
                <a:close/>
                <a:moveTo>
                  <a:pt x="8715" y="2712"/>
                </a:moveTo>
                <a:cubicBezTo>
                  <a:pt x="8708" y="2712"/>
                  <a:pt x="8701" y="2708"/>
                  <a:pt x="8698" y="2705"/>
                </a:cubicBezTo>
                <a:cubicBezTo>
                  <a:pt x="8687" y="2694"/>
                  <a:pt x="8687" y="2676"/>
                  <a:pt x="8698" y="2666"/>
                </a:cubicBezTo>
                <a:lnTo>
                  <a:pt x="8941" y="2423"/>
                </a:lnTo>
                <a:cubicBezTo>
                  <a:pt x="8951" y="2412"/>
                  <a:pt x="8969" y="2412"/>
                  <a:pt x="8980" y="2423"/>
                </a:cubicBezTo>
                <a:cubicBezTo>
                  <a:pt x="8990" y="2434"/>
                  <a:pt x="8990" y="2451"/>
                  <a:pt x="8980" y="2462"/>
                </a:cubicBezTo>
                <a:lnTo>
                  <a:pt x="8737" y="2705"/>
                </a:lnTo>
                <a:cubicBezTo>
                  <a:pt x="8730" y="2712"/>
                  <a:pt x="8722" y="2712"/>
                  <a:pt x="8715" y="2712"/>
                </a:cubicBezTo>
                <a:close/>
                <a:moveTo>
                  <a:pt x="8233" y="2712"/>
                </a:moveTo>
                <a:cubicBezTo>
                  <a:pt x="8226" y="2712"/>
                  <a:pt x="8219" y="2708"/>
                  <a:pt x="8215" y="2705"/>
                </a:cubicBezTo>
                <a:cubicBezTo>
                  <a:pt x="8205" y="2694"/>
                  <a:pt x="8205" y="2676"/>
                  <a:pt x="8215" y="2666"/>
                </a:cubicBezTo>
                <a:lnTo>
                  <a:pt x="8458" y="2423"/>
                </a:lnTo>
                <a:cubicBezTo>
                  <a:pt x="8469" y="2412"/>
                  <a:pt x="8486" y="2412"/>
                  <a:pt x="8497" y="2423"/>
                </a:cubicBezTo>
                <a:cubicBezTo>
                  <a:pt x="8508" y="2434"/>
                  <a:pt x="8508" y="2451"/>
                  <a:pt x="8497" y="2462"/>
                </a:cubicBezTo>
                <a:lnTo>
                  <a:pt x="8257" y="2705"/>
                </a:lnTo>
                <a:cubicBezTo>
                  <a:pt x="8247" y="2712"/>
                  <a:pt x="8240" y="2712"/>
                  <a:pt x="8233" y="2712"/>
                </a:cubicBezTo>
                <a:close/>
                <a:moveTo>
                  <a:pt x="7750" y="2712"/>
                </a:moveTo>
                <a:cubicBezTo>
                  <a:pt x="7743" y="2712"/>
                  <a:pt x="7736" y="2708"/>
                  <a:pt x="7733" y="2705"/>
                </a:cubicBezTo>
                <a:cubicBezTo>
                  <a:pt x="7722" y="2694"/>
                  <a:pt x="7722" y="2676"/>
                  <a:pt x="7733" y="2666"/>
                </a:cubicBezTo>
                <a:lnTo>
                  <a:pt x="7976" y="2423"/>
                </a:lnTo>
                <a:cubicBezTo>
                  <a:pt x="7986" y="2412"/>
                  <a:pt x="8004" y="2412"/>
                  <a:pt x="8014" y="2423"/>
                </a:cubicBezTo>
                <a:cubicBezTo>
                  <a:pt x="8025" y="2434"/>
                  <a:pt x="8025" y="2451"/>
                  <a:pt x="8014" y="2462"/>
                </a:cubicBezTo>
                <a:lnTo>
                  <a:pt x="7771" y="2705"/>
                </a:lnTo>
                <a:cubicBezTo>
                  <a:pt x="7764" y="2712"/>
                  <a:pt x="7757" y="2712"/>
                  <a:pt x="7750" y="2712"/>
                </a:cubicBezTo>
                <a:close/>
                <a:moveTo>
                  <a:pt x="6785" y="2712"/>
                </a:moveTo>
                <a:cubicBezTo>
                  <a:pt x="6778" y="2712"/>
                  <a:pt x="6771" y="2708"/>
                  <a:pt x="6767" y="2705"/>
                </a:cubicBezTo>
                <a:cubicBezTo>
                  <a:pt x="6757" y="2694"/>
                  <a:pt x="6757" y="2676"/>
                  <a:pt x="6767" y="2666"/>
                </a:cubicBezTo>
                <a:lnTo>
                  <a:pt x="7010" y="2423"/>
                </a:lnTo>
                <a:cubicBezTo>
                  <a:pt x="7021" y="2412"/>
                  <a:pt x="7039" y="2412"/>
                  <a:pt x="7049" y="2423"/>
                </a:cubicBezTo>
                <a:cubicBezTo>
                  <a:pt x="7060" y="2434"/>
                  <a:pt x="7060" y="2451"/>
                  <a:pt x="7049" y="2462"/>
                </a:cubicBezTo>
                <a:lnTo>
                  <a:pt x="6806" y="2705"/>
                </a:lnTo>
                <a:cubicBezTo>
                  <a:pt x="6799" y="2712"/>
                  <a:pt x="6792" y="2712"/>
                  <a:pt x="6785" y="2712"/>
                </a:cubicBezTo>
                <a:close/>
                <a:moveTo>
                  <a:pt x="6302" y="2712"/>
                </a:moveTo>
                <a:cubicBezTo>
                  <a:pt x="6295" y="2712"/>
                  <a:pt x="6288" y="2708"/>
                  <a:pt x="6285" y="2705"/>
                </a:cubicBezTo>
                <a:cubicBezTo>
                  <a:pt x="6274" y="2694"/>
                  <a:pt x="6274" y="2676"/>
                  <a:pt x="6285" y="2666"/>
                </a:cubicBezTo>
                <a:lnTo>
                  <a:pt x="6528" y="2423"/>
                </a:lnTo>
                <a:cubicBezTo>
                  <a:pt x="6538" y="2412"/>
                  <a:pt x="6556" y="2412"/>
                  <a:pt x="6566" y="2423"/>
                </a:cubicBezTo>
                <a:cubicBezTo>
                  <a:pt x="6577" y="2434"/>
                  <a:pt x="6577" y="2451"/>
                  <a:pt x="6566" y="2462"/>
                </a:cubicBezTo>
                <a:lnTo>
                  <a:pt x="6323" y="2705"/>
                </a:lnTo>
                <a:cubicBezTo>
                  <a:pt x="6316" y="2712"/>
                  <a:pt x="6309" y="2712"/>
                  <a:pt x="6302" y="2712"/>
                </a:cubicBezTo>
                <a:close/>
                <a:moveTo>
                  <a:pt x="5820" y="2712"/>
                </a:moveTo>
                <a:cubicBezTo>
                  <a:pt x="5813" y="2712"/>
                  <a:pt x="5806" y="2708"/>
                  <a:pt x="5802" y="2705"/>
                </a:cubicBezTo>
                <a:cubicBezTo>
                  <a:pt x="5791" y="2694"/>
                  <a:pt x="5791" y="2676"/>
                  <a:pt x="5802" y="2666"/>
                </a:cubicBezTo>
                <a:lnTo>
                  <a:pt x="6045" y="2423"/>
                </a:lnTo>
                <a:cubicBezTo>
                  <a:pt x="6056" y="2412"/>
                  <a:pt x="6073" y="2412"/>
                  <a:pt x="6084" y="2423"/>
                </a:cubicBezTo>
                <a:cubicBezTo>
                  <a:pt x="6094" y="2434"/>
                  <a:pt x="6094" y="2451"/>
                  <a:pt x="6084" y="2462"/>
                </a:cubicBezTo>
                <a:lnTo>
                  <a:pt x="5841" y="2705"/>
                </a:lnTo>
                <a:cubicBezTo>
                  <a:pt x="5834" y="2712"/>
                  <a:pt x="5827" y="2712"/>
                  <a:pt x="5820" y="2712"/>
                </a:cubicBezTo>
                <a:close/>
                <a:moveTo>
                  <a:pt x="5337" y="2712"/>
                </a:moveTo>
                <a:cubicBezTo>
                  <a:pt x="5330" y="2712"/>
                  <a:pt x="5323" y="2708"/>
                  <a:pt x="5319" y="2705"/>
                </a:cubicBezTo>
                <a:cubicBezTo>
                  <a:pt x="5309" y="2694"/>
                  <a:pt x="5309" y="2676"/>
                  <a:pt x="5319" y="2666"/>
                </a:cubicBezTo>
                <a:lnTo>
                  <a:pt x="5562" y="2423"/>
                </a:lnTo>
                <a:cubicBezTo>
                  <a:pt x="5573" y="2412"/>
                  <a:pt x="5591" y="2412"/>
                  <a:pt x="5601" y="2423"/>
                </a:cubicBezTo>
                <a:cubicBezTo>
                  <a:pt x="5612" y="2434"/>
                  <a:pt x="5612" y="2451"/>
                  <a:pt x="5601" y="2462"/>
                </a:cubicBezTo>
                <a:lnTo>
                  <a:pt x="5358" y="2705"/>
                </a:lnTo>
                <a:cubicBezTo>
                  <a:pt x="5351" y="2712"/>
                  <a:pt x="5344" y="2712"/>
                  <a:pt x="5337" y="2712"/>
                </a:cubicBezTo>
                <a:close/>
                <a:moveTo>
                  <a:pt x="1959" y="2712"/>
                </a:moveTo>
                <a:cubicBezTo>
                  <a:pt x="1951" y="2712"/>
                  <a:pt x="1944" y="2708"/>
                  <a:pt x="1941" y="2705"/>
                </a:cubicBezTo>
                <a:cubicBezTo>
                  <a:pt x="1930" y="2694"/>
                  <a:pt x="1930" y="2676"/>
                  <a:pt x="1941" y="2666"/>
                </a:cubicBezTo>
                <a:lnTo>
                  <a:pt x="2184" y="2423"/>
                </a:lnTo>
                <a:cubicBezTo>
                  <a:pt x="2195" y="2412"/>
                  <a:pt x="2212" y="2412"/>
                  <a:pt x="2223" y="2423"/>
                </a:cubicBezTo>
                <a:cubicBezTo>
                  <a:pt x="2233" y="2434"/>
                  <a:pt x="2233" y="2451"/>
                  <a:pt x="2223" y="2462"/>
                </a:cubicBezTo>
                <a:lnTo>
                  <a:pt x="1980" y="2705"/>
                </a:lnTo>
                <a:cubicBezTo>
                  <a:pt x="1969" y="2712"/>
                  <a:pt x="1966" y="2712"/>
                  <a:pt x="1959" y="2712"/>
                </a:cubicBezTo>
                <a:close/>
                <a:moveTo>
                  <a:pt x="1476" y="2712"/>
                </a:moveTo>
                <a:cubicBezTo>
                  <a:pt x="1469" y="2712"/>
                  <a:pt x="1462" y="2708"/>
                  <a:pt x="1458" y="2705"/>
                </a:cubicBezTo>
                <a:cubicBezTo>
                  <a:pt x="1448" y="2694"/>
                  <a:pt x="1448" y="2676"/>
                  <a:pt x="1458" y="2666"/>
                </a:cubicBezTo>
                <a:lnTo>
                  <a:pt x="1701" y="2423"/>
                </a:lnTo>
                <a:cubicBezTo>
                  <a:pt x="1712" y="2412"/>
                  <a:pt x="1729" y="2412"/>
                  <a:pt x="1740" y="2423"/>
                </a:cubicBezTo>
                <a:cubicBezTo>
                  <a:pt x="1750" y="2434"/>
                  <a:pt x="1751" y="2451"/>
                  <a:pt x="1740" y="2462"/>
                </a:cubicBezTo>
                <a:lnTo>
                  <a:pt x="1497" y="2705"/>
                </a:lnTo>
                <a:cubicBezTo>
                  <a:pt x="1486" y="2712"/>
                  <a:pt x="1483" y="2712"/>
                  <a:pt x="1476" y="2712"/>
                </a:cubicBezTo>
                <a:close/>
                <a:moveTo>
                  <a:pt x="993" y="2712"/>
                </a:moveTo>
                <a:cubicBezTo>
                  <a:pt x="986" y="2712"/>
                  <a:pt x="979" y="2708"/>
                  <a:pt x="976" y="2705"/>
                </a:cubicBezTo>
                <a:cubicBezTo>
                  <a:pt x="965" y="2694"/>
                  <a:pt x="965" y="2676"/>
                  <a:pt x="976" y="2666"/>
                </a:cubicBezTo>
                <a:lnTo>
                  <a:pt x="1219" y="2423"/>
                </a:lnTo>
                <a:cubicBezTo>
                  <a:pt x="1229" y="2412"/>
                  <a:pt x="1247" y="2412"/>
                  <a:pt x="1257" y="2423"/>
                </a:cubicBezTo>
                <a:cubicBezTo>
                  <a:pt x="1268" y="2434"/>
                  <a:pt x="1268" y="2451"/>
                  <a:pt x="1257" y="2462"/>
                </a:cubicBezTo>
                <a:lnTo>
                  <a:pt x="1014" y="2705"/>
                </a:lnTo>
                <a:cubicBezTo>
                  <a:pt x="1004" y="2712"/>
                  <a:pt x="1000" y="2712"/>
                  <a:pt x="993" y="2712"/>
                </a:cubicBezTo>
                <a:close/>
                <a:moveTo>
                  <a:pt x="511" y="2712"/>
                </a:moveTo>
                <a:cubicBezTo>
                  <a:pt x="504" y="2712"/>
                  <a:pt x="497" y="2708"/>
                  <a:pt x="493" y="2705"/>
                </a:cubicBezTo>
                <a:cubicBezTo>
                  <a:pt x="482" y="2694"/>
                  <a:pt x="482" y="2676"/>
                  <a:pt x="493" y="2666"/>
                </a:cubicBezTo>
                <a:lnTo>
                  <a:pt x="736" y="2423"/>
                </a:lnTo>
                <a:cubicBezTo>
                  <a:pt x="747" y="2412"/>
                  <a:pt x="764" y="2412"/>
                  <a:pt x="775" y="2423"/>
                </a:cubicBezTo>
                <a:cubicBezTo>
                  <a:pt x="785" y="2434"/>
                  <a:pt x="785" y="2451"/>
                  <a:pt x="775" y="2462"/>
                </a:cubicBezTo>
                <a:lnTo>
                  <a:pt x="532" y="2705"/>
                </a:lnTo>
                <a:cubicBezTo>
                  <a:pt x="521" y="2712"/>
                  <a:pt x="514" y="2712"/>
                  <a:pt x="511" y="2712"/>
                </a:cubicBezTo>
                <a:close/>
                <a:moveTo>
                  <a:pt x="28" y="2712"/>
                </a:moveTo>
                <a:cubicBezTo>
                  <a:pt x="21" y="2712"/>
                  <a:pt x="14" y="2708"/>
                  <a:pt x="10" y="2705"/>
                </a:cubicBezTo>
                <a:cubicBezTo>
                  <a:pt x="0" y="2694"/>
                  <a:pt x="0" y="2676"/>
                  <a:pt x="10" y="2666"/>
                </a:cubicBezTo>
                <a:lnTo>
                  <a:pt x="253" y="2423"/>
                </a:lnTo>
                <a:cubicBezTo>
                  <a:pt x="264" y="2412"/>
                  <a:pt x="282" y="2412"/>
                  <a:pt x="292" y="2423"/>
                </a:cubicBezTo>
                <a:cubicBezTo>
                  <a:pt x="303" y="2434"/>
                  <a:pt x="303" y="2451"/>
                  <a:pt x="292" y="2462"/>
                </a:cubicBezTo>
                <a:lnTo>
                  <a:pt x="49" y="2705"/>
                </a:lnTo>
                <a:cubicBezTo>
                  <a:pt x="39" y="2712"/>
                  <a:pt x="31" y="2712"/>
                  <a:pt x="28" y="2712"/>
                </a:cubicBezTo>
                <a:close/>
                <a:moveTo>
                  <a:pt x="23193" y="2229"/>
                </a:moveTo>
                <a:cubicBezTo>
                  <a:pt x="23186" y="2229"/>
                  <a:pt x="23180" y="2226"/>
                  <a:pt x="23176" y="2222"/>
                </a:cubicBezTo>
                <a:cubicBezTo>
                  <a:pt x="23166" y="2212"/>
                  <a:pt x="23165" y="2194"/>
                  <a:pt x="23176" y="2184"/>
                </a:cubicBezTo>
                <a:lnTo>
                  <a:pt x="23419" y="1941"/>
                </a:lnTo>
                <a:cubicBezTo>
                  <a:pt x="23430" y="1930"/>
                  <a:pt x="23447" y="1930"/>
                  <a:pt x="23458" y="1941"/>
                </a:cubicBezTo>
                <a:cubicBezTo>
                  <a:pt x="23468" y="1951"/>
                  <a:pt x="23468" y="1969"/>
                  <a:pt x="23458" y="1979"/>
                </a:cubicBezTo>
                <a:lnTo>
                  <a:pt x="23215" y="2219"/>
                </a:lnTo>
                <a:cubicBezTo>
                  <a:pt x="23208" y="2229"/>
                  <a:pt x="23201" y="2229"/>
                  <a:pt x="23193" y="2229"/>
                </a:cubicBezTo>
                <a:close/>
                <a:moveTo>
                  <a:pt x="22711" y="2229"/>
                </a:moveTo>
                <a:cubicBezTo>
                  <a:pt x="22704" y="2229"/>
                  <a:pt x="22697" y="2226"/>
                  <a:pt x="22693" y="2222"/>
                </a:cubicBezTo>
                <a:cubicBezTo>
                  <a:pt x="22683" y="2212"/>
                  <a:pt x="22683" y="2194"/>
                  <a:pt x="22693" y="2184"/>
                </a:cubicBezTo>
                <a:lnTo>
                  <a:pt x="22936" y="1941"/>
                </a:lnTo>
                <a:cubicBezTo>
                  <a:pt x="22947" y="1930"/>
                  <a:pt x="22964" y="1930"/>
                  <a:pt x="22975" y="1941"/>
                </a:cubicBezTo>
                <a:cubicBezTo>
                  <a:pt x="22986" y="1951"/>
                  <a:pt x="22986" y="1969"/>
                  <a:pt x="22975" y="1979"/>
                </a:cubicBezTo>
                <a:lnTo>
                  <a:pt x="22732" y="2222"/>
                </a:lnTo>
                <a:cubicBezTo>
                  <a:pt x="22725" y="2229"/>
                  <a:pt x="22718" y="2229"/>
                  <a:pt x="22711" y="2229"/>
                </a:cubicBezTo>
                <a:close/>
                <a:moveTo>
                  <a:pt x="22228" y="2229"/>
                </a:moveTo>
                <a:cubicBezTo>
                  <a:pt x="22221" y="2229"/>
                  <a:pt x="22215" y="2226"/>
                  <a:pt x="22211" y="2222"/>
                </a:cubicBezTo>
                <a:cubicBezTo>
                  <a:pt x="22201" y="2212"/>
                  <a:pt x="22200" y="2194"/>
                  <a:pt x="22211" y="2184"/>
                </a:cubicBezTo>
                <a:lnTo>
                  <a:pt x="22454" y="1941"/>
                </a:lnTo>
                <a:cubicBezTo>
                  <a:pt x="22464" y="1930"/>
                  <a:pt x="22482" y="1930"/>
                  <a:pt x="22492" y="1941"/>
                </a:cubicBezTo>
                <a:cubicBezTo>
                  <a:pt x="22503" y="1951"/>
                  <a:pt x="22503" y="1969"/>
                  <a:pt x="22492" y="1979"/>
                </a:cubicBezTo>
                <a:lnTo>
                  <a:pt x="22249" y="2219"/>
                </a:lnTo>
                <a:cubicBezTo>
                  <a:pt x="22242" y="2229"/>
                  <a:pt x="22235" y="2229"/>
                  <a:pt x="22228" y="2229"/>
                </a:cubicBezTo>
                <a:close/>
                <a:moveTo>
                  <a:pt x="21746" y="2229"/>
                </a:moveTo>
                <a:cubicBezTo>
                  <a:pt x="21739" y="2229"/>
                  <a:pt x="21732" y="2226"/>
                  <a:pt x="21728" y="2222"/>
                </a:cubicBezTo>
                <a:cubicBezTo>
                  <a:pt x="21718" y="2212"/>
                  <a:pt x="21717" y="2194"/>
                  <a:pt x="21728" y="2184"/>
                </a:cubicBezTo>
                <a:lnTo>
                  <a:pt x="21968" y="1941"/>
                </a:lnTo>
                <a:cubicBezTo>
                  <a:pt x="21978" y="1930"/>
                  <a:pt x="21996" y="1930"/>
                  <a:pt x="22006" y="1941"/>
                </a:cubicBezTo>
                <a:cubicBezTo>
                  <a:pt x="22017" y="1951"/>
                  <a:pt x="22017" y="1969"/>
                  <a:pt x="22006" y="1979"/>
                </a:cubicBezTo>
                <a:lnTo>
                  <a:pt x="21763" y="2222"/>
                </a:lnTo>
                <a:cubicBezTo>
                  <a:pt x="21760" y="2229"/>
                  <a:pt x="21753" y="2229"/>
                  <a:pt x="21746" y="2229"/>
                </a:cubicBezTo>
                <a:close/>
                <a:moveTo>
                  <a:pt x="21263" y="2229"/>
                </a:moveTo>
                <a:cubicBezTo>
                  <a:pt x="21256" y="2229"/>
                  <a:pt x="21249" y="2226"/>
                  <a:pt x="21245" y="2222"/>
                </a:cubicBezTo>
                <a:cubicBezTo>
                  <a:pt x="21235" y="2212"/>
                  <a:pt x="21235" y="2194"/>
                  <a:pt x="21245" y="2184"/>
                </a:cubicBezTo>
                <a:lnTo>
                  <a:pt x="21488" y="1941"/>
                </a:lnTo>
                <a:cubicBezTo>
                  <a:pt x="21499" y="1930"/>
                  <a:pt x="21517" y="1930"/>
                  <a:pt x="21527" y="1941"/>
                </a:cubicBezTo>
                <a:cubicBezTo>
                  <a:pt x="21538" y="1951"/>
                  <a:pt x="21538" y="1969"/>
                  <a:pt x="21527" y="1979"/>
                </a:cubicBezTo>
                <a:lnTo>
                  <a:pt x="21284" y="2219"/>
                </a:lnTo>
                <a:cubicBezTo>
                  <a:pt x="21277" y="2229"/>
                  <a:pt x="21270" y="2229"/>
                  <a:pt x="21263" y="2229"/>
                </a:cubicBezTo>
                <a:close/>
                <a:moveTo>
                  <a:pt x="20780" y="2229"/>
                </a:moveTo>
                <a:cubicBezTo>
                  <a:pt x="20773" y="2229"/>
                  <a:pt x="20767" y="2226"/>
                  <a:pt x="20763" y="2222"/>
                </a:cubicBezTo>
                <a:cubicBezTo>
                  <a:pt x="20753" y="2212"/>
                  <a:pt x="20752" y="2194"/>
                  <a:pt x="20763" y="2184"/>
                </a:cubicBezTo>
                <a:lnTo>
                  <a:pt x="21006" y="1941"/>
                </a:lnTo>
                <a:cubicBezTo>
                  <a:pt x="21016" y="1930"/>
                  <a:pt x="21034" y="1930"/>
                  <a:pt x="21045" y="1941"/>
                </a:cubicBezTo>
                <a:cubicBezTo>
                  <a:pt x="21055" y="1951"/>
                  <a:pt x="21055" y="1969"/>
                  <a:pt x="21045" y="1979"/>
                </a:cubicBezTo>
                <a:lnTo>
                  <a:pt x="20805" y="2222"/>
                </a:lnTo>
                <a:cubicBezTo>
                  <a:pt x="20794" y="2229"/>
                  <a:pt x="20787" y="2229"/>
                  <a:pt x="20780" y="2229"/>
                </a:cubicBezTo>
                <a:close/>
                <a:moveTo>
                  <a:pt x="20298" y="2229"/>
                </a:moveTo>
                <a:cubicBezTo>
                  <a:pt x="20291" y="2229"/>
                  <a:pt x="20284" y="2226"/>
                  <a:pt x="20280" y="2222"/>
                </a:cubicBezTo>
                <a:cubicBezTo>
                  <a:pt x="20269" y="2212"/>
                  <a:pt x="20269" y="2194"/>
                  <a:pt x="20280" y="2184"/>
                </a:cubicBezTo>
                <a:lnTo>
                  <a:pt x="20523" y="1941"/>
                </a:lnTo>
                <a:cubicBezTo>
                  <a:pt x="20534" y="1930"/>
                  <a:pt x="20551" y="1930"/>
                  <a:pt x="20562" y="1941"/>
                </a:cubicBezTo>
                <a:cubicBezTo>
                  <a:pt x="20572" y="1951"/>
                  <a:pt x="20572" y="1969"/>
                  <a:pt x="20562" y="1979"/>
                </a:cubicBezTo>
                <a:lnTo>
                  <a:pt x="20319" y="2222"/>
                </a:lnTo>
                <a:cubicBezTo>
                  <a:pt x="20312" y="2229"/>
                  <a:pt x="20305" y="2229"/>
                  <a:pt x="20298" y="2229"/>
                </a:cubicBezTo>
                <a:close/>
                <a:moveTo>
                  <a:pt x="19815" y="2229"/>
                </a:moveTo>
                <a:cubicBezTo>
                  <a:pt x="19808" y="2229"/>
                  <a:pt x="19801" y="2226"/>
                  <a:pt x="19797" y="2222"/>
                </a:cubicBezTo>
                <a:cubicBezTo>
                  <a:pt x="19787" y="2212"/>
                  <a:pt x="19787" y="2194"/>
                  <a:pt x="19797" y="2184"/>
                </a:cubicBezTo>
                <a:lnTo>
                  <a:pt x="20037" y="1941"/>
                </a:lnTo>
                <a:cubicBezTo>
                  <a:pt x="20048" y="1930"/>
                  <a:pt x="20065" y="1930"/>
                  <a:pt x="20076" y="1941"/>
                </a:cubicBezTo>
                <a:cubicBezTo>
                  <a:pt x="20086" y="1951"/>
                  <a:pt x="20086" y="1969"/>
                  <a:pt x="20076" y="1979"/>
                </a:cubicBezTo>
                <a:lnTo>
                  <a:pt x="19833" y="2222"/>
                </a:lnTo>
                <a:cubicBezTo>
                  <a:pt x="19829" y="2229"/>
                  <a:pt x="19822" y="2229"/>
                  <a:pt x="19815" y="2229"/>
                </a:cubicBezTo>
                <a:close/>
                <a:moveTo>
                  <a:pt x="19332" y="2229"/>
                </a:moveTo>
                <a:cubicBezTo>
                  <a:pt x="19325" y="2229"/>
                  <a:pt x="19319" y="2226"/>
                  <a:pt x="19315" y="2222"/>
                </a:cubicBezTo>
                <a:cubicBezTo>
                  <a:pt x="19305" y="2212"/>
                  <a:pt x="19304" y="2194"/>
                  <a:pt x="19315" y="2184"/>
                </a:cubicBezTo>
                <a:lnTo>
                  <a:pt x="19558" y="1941"/>
                </a:lnTo>
                <a:cubicBezTo>
                  <a:pt x="19568" y="1930"/>
                  <a:pt x="19586" y="1930"/>
                  <a:pt x="19597" y="1941"/>
                </a:cubicBezTo>
                <a:cubicBezTo>
                  <a:pt x="19607" y="1951"/>
                  <a:pt x="19607" y="1969"/>
                  <a:pt x="19597" y="1979"/>
                </a:cubicBezTo>
                <a:lnTo>
                  <a:pt x="19354" y="2222"/>
                </a:lnTo>
                <a:cubicBezTo>
                  <a:pt x="19346" y="2229"/>
                  <a:pt x="19339" y="2229"/>
                  <a:pt x="19332" y="2229"/>
                </a:cubicBezTo>
                <a:close/>
                <a:moveTo>
                  <a:pt x="18850" y="2229"/>
                </a:moveTo>
                <a:cubicBezTo>
                  <a:pt x="18843" y="2229"/>
                  <a:pt x="18836" y="2226"/>
                  <a:pt x="18832" y="2222"/>
                </a:cubicBezTo>
                <a:cubicBezTo>
                  <a:pt x="18822" y="2212"/>
                  <a:pt x="18822" y="2194"/>
                  <a:pt x="18832" y="2184"/>
                </a:cubicBezTo>
                <a:lnTo>
                  <a:pt x="19075" y="1941"/>
                </a:lnTo>
                <a:cubicBezTo>
                  <a:pt x="19086" y="1930"/>
                  <a:pt x="19103" y="1930"/>
                  <a:pt x="19114" y="1941"/>
                </a:cubicBezTo>
                <a:cubicBezTo>
                  <a:pt x="19125" y="1951"/>
                  <a:pt x="19125" y="1969"/>
                  <a:pt x="19114" y="1979"/>
                </a:cubicBezTo>
                <a:lnTo>
                  <a:pt x="18874" y="2222"/>
                </a:lnTo>
                <a:cubicBezTo>
                  <a:pt x="18864" y="2229"/>
                  <a:pt x="18857" y="2229"/>
                  <a:pt x="18850" y="2229"/>
                </a:cubicBezTo>
                <a:close/>
                <a:moveTo>
                  <a:pt x="18367" y="2229"/>
                </a:moveTo>
                <a:cubicBezTo>
                  <a:pt x="18360" y="2229"/>
                  <a:pt x="18354" y="2226"/>
                  <a:pt x="18350" y="2222"/>
                </a:cubicBezTo>
                <a:cubicBezTo>
                  <a:pt x="18340" y="2212"/>
                  <a:pt x="18339" y="2194"/>
                  <a:pt x="18350" y="2184"/>
                </a:cubicBezTo>
                <a:lnTo>
                  <a:pt x="18593" y="1941"/>
                </a:lnTo>
                <a:cubicBezTo>
                  <a:pt x="18603" y="1930"/>
                  <a:pt x="18621" y="1930"/>
                  <a:pt x="18631" y="1941"/>
                </a:cubicBezTo>
                <a:cubicBezTo>
                  <a:pt x="18642" y="1951"/>
                  <a:pt x="18642" y="1969"/>
                  <a:pt x="18631" y="1979"/>
                </a:cubicBezTo>
                <a:lnTo>
                  <a:pt x="18388" y="2222"/>
                </a:lnTo>
                <a:cubicBezTo>
                  <a:pt x="18381" y="2229"/>
                  <a:pt x="18374" y="2229"/>
                  <a:pt x="18367" y="2229"/>
                </a:cubicBezTo>
                <a:close/>
                <a:moveTo>
                  <a:pt x="17884" y="2229"/>
                </a:moveTo>
                <a:cubicBezTo>
                  <a:pt x="17877" y="2229"/>
                  <a:pt x="17871" y="2226"/>
                  <a:pt x="17867" y="2222"/>
                </a:cubicBezTo>
                <a:cubicBezTo>
                  <a:pt x="17857" y="2212"/>
                  <a:pt x="17856" y="2194"/>
                  <a:pt x="17867" y="2184"/>
                </a:cubicBezTo>
                <a:lnTo>
                  <a:pt x="18110" y="1941"/>
                </a:lnTo>
                <a:cubicBezTo>
                  <a:pt x="18121" y="1930"/>
                  <a:pt x="18138" y="1930"/>
                  <a:pt x="18149" y="1941"/>
                </a:cubicBezTo>
                <a:cubicBezTo>
                  <a:pt x="18159" y="1951"/>
                  <a:pt x="18159" y="1969"/>
                  <a:pt x="18149" y="1979"/>
                </a:cubicBezTo>
                <a:lnTo>
                  <a:pt x="17906" y="2219"/>
                </a:lnTo>
                <a:cubicBezTo>
                  <a:pt x="17899" y="2229"/>
                  <a:pt x="17892" y="2229"/>
                  <a:pt x="17884" y="2229"/>
                </a:cubicBezTo>
                <a:close/>
                <a:moveTo>
                  <a:pt x="17402" y="2229"/>
                </a:moveTo>
                <a:cubicBezTo>
                  <a:pt x="17395" y="2229"/>
                  <a:pt x="17388" y="2226"/>
                  <a:pt x="17384" y="2222"/>
                </a:cubicBezTo>
                <a:cubicBezTo>
                  <a:pt x="17374" y="2212"/>
                  <a:pt x="17374" y="2194"/>
                  <a:pt x="17384" y="2184"/>
                </a:cubicBezTo>
                <a:lnTo>
                  <a:pt x="17627" y="1941"/>
                </a:lnTo>
                <a:cubicBezTo>
                  <a:pt x="17638" y="1930"/>
                  <a:pt x="17655" y="1930"/>
                  <a:pt x="17666" y="1941"/>
                </a:cubicBezTo>
                <a:cubicBezTo>
                  <a:pt x="17677" y="1951"/>
                  <a:pt x="17677" y="1969"/>
                  <a:pt x="17666" y="1979"/>
                </a:cubicBezTo>
                <a:lnTo>
                  <a:pt x="17423" y="2222"/>
                </a:lnTo>
                <a:cubicBezTo>
                  <a:pt x="17416" y="2229"/>
                  <a:pt x="17409" y="2229"/>
                  <a:pt x="17402" y="2229"/>
                </a:cubicBezTo>
                <a:close/>
                <a:moveTo>
                  <a:pt x="16919" y="2229"/>
                </a:moveTo>
                <a:cubicBezTo>
                  <a:pt x="16912" y="2229"/>
                  <a:pt x="16905" y="2226"/>
                  <a:pt x="16902" y="2222"/>
                </a:cubicBezTo>
                <a:cubicBezTo>
                  <a:pt x="16891" y="2212"/>
                  <a:pt x="16891" y="2194"/>
                  <a:pt x="16902" y="2184"/>
                </a:cubicBezTo>
                <a:lnTo>
                  <a:pt x="17145" y="1941"/>
                </a:lnTo>
                <a:cubicBezTo>
                  <a:pt x="17155" y="1930"/>
                  <a:pt x="17173" y="1930"/>
                  <a:pt x="17183" y="1941"/>
                </a:cubicBezTo>
                <a:cubicBezTo>
                  <a:pt x="17194" y="1951"/>
                  <a:pt x="17194" y="1969"/>
                  <a:pt x="17183" y="1979"/>
                </a:cubicBezTo>
                <a:lnTo>
                  <a:pt x="16940" y="2219"/>
                </a:lnTo>
                <a:cubicBezTo>
                  <a:pt x="16933" y="2229"/>
                  <a:pt x="16926" y="2229"/>
                  <a:pt x="16919" y="2229"/>
                </a:cubicBezTo>
                <a:close/>
                <a:moveTo>
                  <a:pt x="16437" y="2229"/>
                </a:moveTo>
                <a:cubicBezTo>
                  <a:pt x="16430" y="2229"/>
                  <a:pt x="16422" y="2226"/>
                  <a:pt x="16419" y="2222"/>
                </a:cubicBezTo>
                <a:cubicBezTo>
                  <a:pt x="16408" y="2212"/>
                  <a:pt x="16408" y="2194"/>
                  <a:pt x="16419" y="2184"/>
                </a:cubicBezTo>
                <a:lnTo>
                  <a:pt x="16662" y="1941"/>
                </a:lnTo>
                <a:cubicBezTo>
                  <a:pt x="16673" y="1930"/>
                  <a:pt x="16691" y="1931"/>
                  <a:pt x="16701" y="1941"/>
                </a:cubicBezTo>
                <a:cubicBezTo>
                  <a:pt x="16712" y="1952"/>
                  <a:pt x="16711" y="1969"/>
                  <a:pt x="16701" y="1979"/>
                </a:cubicBezTo>
                <a:lnTo>
                  <a:pt x="16458" y="2222"/>
                </a:lnTo>
                <a:cubicBezTo>
                  <a:pt x="16451" y="2229"/>
                  <a:pt x="16444" y="2229"/>
                  <a:pt x="16437" y="2229"/>
                </a:cubicBezTo>
                <a:close/>
                <a:moveTo>
                  <a:pt x="15954" y="2229"/>
                </a:moveTo>
                <a:cubicBezTo>
                  <a:pt x="15947" y="2229"/>
                  <a:pt x="15940" y="2226"/>
                  <a:pt x="15936" y="2222"/>
                </a:cubicBezTo>
                <a:cubicBezTo>
                  <a:pt x="15926" y="2212"/>
                  <a:pt x="15926" y="2194"/>
                  <a:pt x="15936" y="2184"/>
                </a:cubicBezTo>
                <a:lnTo>
                  <a:pt x="16179" y="1941"/>
                </a:lnTo>
                <a:cubicBezTo>
                  <a:pt x="16190" y="1930"/>
                  <a:pt x="16208" y="1931"/>
                  <a:pt x="16218" y="1941"/>
                </a:cubicBezTo>
                <a:cubicBezTo>
                  <a:pt x="16229" y="1952"/>
                  <a:pt x="16229" y="1969"/>
                  <a:pt x="16218" y="1979"/>
                </a:cubicBezTo>
                <a:lnTo>
                  <a:pt x="15975" y="2219"/>
                </a:lnTo>
                <a:cubicBezTo>
                  <a:pt x="15968" y="2229"/>
                  <a:pt x="15961" y="2229"/>
                  <a:pt x="15954" y="2229"/>
                </a:cubicBezTo>
                <a:close/>
                <a:moveTo>
                  <a:pt x="15471" y="2229"/>
                </a:moveTo>
                <a:cubicBezTo>
                  <a:pt x="15464" y="2229"/>
                  <a:pt x="15457" y="2226"/>
                  <a:pt x="15454" y="2222"/>
                </a:cubicBezTo>
                <a:cubicBezTo>
                  <a:pt x="15443" y="2212"/>
                  <a:pt x="15443" y="2194"/>
                  <a:pt x="15454" y="2184"/>
                </a:cubicBezTo>
                <a:lnTo>
                  <a:pt x="15693" y="1941"/>
                </a:lnTo>
                <a:cubicBezTo>
                  <a:pt x="15704" y="1930"/>
                  <a:pt x="15721" y="1931"/>
                  <a:pt x="15732" y="1941"/>
                </a:cubicBezTo>
                <a:cubicBezTo>
                  <a:pt x="15743" y="1952"/>
                  <a:pt x="15743" y="1969"/>
                  <a:pt x="15732" y="1979"/>
                </a:cubicBezTo>
                <a:lnTo>
                  <a:pt x="15489" y="2222"/>
                </a:lnTo>
                <a:cubicBezTo>
                  <a:pt x="15485" y="2229"/>
                  <a:pt x="15478" y="2229"/>
                  <a:pt x="15471" y="2229"/>
                </a:cubicBezTo>
                <a:close/>
                <a:moveTo>
                  <a:pt x="14989" y="2229"/>
                </a:moveTo>
                <a:cubicBezTo>
                  <a:pt x="14982" y="2229"/>
                  <a:pt x="14975" y="2226"/>
                  <a:pt x="14971" y="2222"/>
                </a:cubicBezTo>
                <a:cubicBezTo>
                  <a:pt x="14960" y="2212"/>
                  <a:pt x="14960" y="2194"/>
                  <a:pt x="14971" y="2184"/>
                </a:cubicBezTo>
                <a:lnTo>
                  <a:pt x="15214" y="1941"/>
                </a:lnTo>
                <a:cubicBezTo>
                  <a:pt x="15225" y="1930"/>
                  <a:pt x="15243" y="1931"/>
                  <a:pt x="15253" y="1941"/>
                </a:cubicBezTo>
                <a:cubicBezTo>
                  <a:pt x="15264" y="1952"/>
                  <a:pt x="15263" y="1969"/>
                  <a:pt x="15253" y="1979"/>
                </a:cubicBezTo>
                <a:lnTo>
                  <a:pt x="15010" y="2222"/>
                </a:lnTo>
                <a:cubicBezTo>
                  <a:pt x="15003" y="2229"/>
                  <a:pt x="14996" y="2229"/>
                  <a:pt x="14989" y="2229"/>
                </a:cubicBezTo>
                <a:close/>
                <a:moveTo>
                  <a:pt x="14506" y="2229"/>
                </a:moveTo>
                <a:cubicBezTo>
                  <a:pt x="14499" y="2229"/>
                  <a:pt x="14492" y="2226"/>
                  <a:pt x="14488" y="2222"/>
                </a:cubicBezTo>
                <a:cubicBezTo>
                  <a:pt x="14478" y="2212"/>
                  <a:pt x="14478" y="2194"/>
                  <a:pt x="14488" y="2184"/>
                </a:cubicBezTo>
                <a:lnTo>
                  <a:pt x="14731" y="1941"/>
                </a:lnTo>
                <a:cubicBezTo>
                  <a:pt x="14742" y="1930"/>
                  <a:pt x="14760" y="1931"/>
                  <a:pt x="14770" y="1941"/>
                </a:cubicBezTo>
                <a:cubicBezTo>
                  <a:pt x="14781" y="1952"/>
                  <a:pt x="14781" y="1969"/>
                  <a:pt x="14770" y="1979"/>
                </a:cubicBezTo>
                <a:lnTo>
                  <a:pt x="14531" y="2222"/>
                </a:lnTo>
                <a:cubicBezTo>
                  <a:pt x="14520" y="2229"/>
                  <a:pt x="14513" y="2229"/>
                  <a:pt x="14506" y="2229"/>
                </a:cubicBezTo>
                <a:close/>
                <a:moveTo>
                  <a:pt x="14023" y="2229"/>
                </a:moveTo>
                <a:cubicBezTo>
                  <a:pt x="14016" y="2229"/>
                  <a:pt x="14009" y="2226"/>
                  <a:pt x="14006" y="2222"/>
                </a:cubicBezTo>
                <a:cubicBezTo>
                  <a:pt x="13995" y="2212"/>
                  <a:pt x="13995" y="2194"/>
                  <a:pt x="14006" y="2184"/>
                </a:cubicBezTo>
                <a:lnTo>
                  <a:pt x="14249" y="1941"/>
                </a:lnTo>
                <a:cubicBezTo>
                  <a:pt x="14259" y="1930"/>
                  <a:pt x="14278" y="1931"/>
                  <a:pt x="14288" y="1941"/>
                </a:cubicBezTo>
                <a:cubicBezTo>
                  <a:pt x="14299" y="1952"/>
                  <a:pt x="14298" y="1969"/>
                  <a:pt x="14288" y="1979"/>
                </a:cubicBezTo>
                <a:lnTo>
                  <a:pt x="14045" y="2222"/>
                </a:lnTo>
                <a:cubicBezTo>
                  <a:pt x="14037" y="2229"/>
                  <a:pt x="14030" y="2229"/>
                  <a:pt x="14023" y="2229"/>
                </a:cubicBezTo>
                <a:close/>
                <a:moveTo>
                  <a:pt x="13541" y="2229"/>
                </a:moveTo>
                <a:cubicBezTo>
                  <a:pt x="13534" y="2229"/>
                  <a:pt x="13527" y="2226"/>
                  <a:pt x="13523" y="2222"/>
                </a:cubicBezTo>
                <a:cubicBezTo>
                  <a:pt x="13513" y="2212"/>
                  <a:pt x="13513" y="2194"/>
                  <a:pt x="13523" y="2184"/>
                </a:cubicBezTo>
                <a:lnTo>
                  <a:pt x="13763" y="1941"/>
                </a:lnTo>
                <a:cubicBezTo>
                  <a:pt x="13773" y="1930"/>
                  <a:pt x="13791" y="1931"/>
                  <a:pt x="13801" y="1941"/>
                </a:cubicBezTo>
                <a:cubicBezTo>
                  <a:pt x="13812" y="1952"/>
                  <a:pt x="13812" y="1969"/>
                  <a:pt x="13801" y="1979"/>
                </a:cubicBezTo>
                <a:lnTo>
                  <a:pt x="13558" y="2222"/>
                </a:lnTo>
                <a:cubicBezTo>
                  <a:pt x="13555" y="2229"/>
                  <a:pt x="13548" y="2229"/>
                  <a:pt x="13541" y="2229"/>
                </a:cubicBezTo>
                <a:close/>
                <a:moveTo>
                  <a:pt x="13058" y="2229"/>
                </a:moveTo>
                <a:cubicBezTo>
                  <a:pt x="13051" y="2229"/>
                  <a:pt x="13044" y="2226"/>
                  <a:pt x="13041" y="2222"/>
                </a:cubicBezTo>
                <a:cubicBezTo>
                  <a:pt x="13030" y="2212"/>
                  <a:pt x="13030" y="2194"/>
                  <a:pt x="13041" y="2184"/>
                </a:cubicBezTo>
                <a:lnTo>
                  <a:pt x="13284" y="1941"/>
                </a:lnTo>
                <a:cubicBezTo>
                  <a:pt x="13294" y="1930"/>
                  <a:pt x="13312" y="1931"/>
                  <a:pt x="13322" y="1941"/>
                </a:cubicBezTo>
                <a:cubicBezTo>
                  <a:pt x="13333" y="1952"/>
                  <a:pt x="13333" y="1969"/>
                  <a:pt x="13322" y="1979"/>
                </a:cubicBezTo>
                <a:lnTo>
                  <a:pt x="13079" y="2222"/>
                </a:lnTo>
                <a:cubicBezTo>
                  <a:pt x="13072" y="2229"/>
                  <a:pt x="13065" y="2229"/>
                  <a:pt x="13058" y="2229"/>
                </a:cubicBezTo>
                <a:close/>
                <a:moveTo>
                  <a:pt x="12575" y="2229"/>
                </a:moveTo>
                <a:cubicBezTo>
                  <a:pt x="12568" y="2229"/>
                  <a:pt x="12561" y="2226"/>
                  <a:pt x="12558" y="2222"/>
                </a:cubicBezTo>
                <a:cubicBezTo>
                  <a:pt x="12547" y="2212"/>
                  <a:pt x="12547" y="2194"/>
                  <a:pt x="12558" y="2184"/>
                </a:cubicBezTo>
                <a:lnTo>
                  <a:pt x="12801" y="1941"/>
                </a:lnTo>
                <a:cubicBezTo>
                  <a:pt x="12812" y="1930"/>
                  <a:pt x="12830" y="1931"/>
                  <a:pt x="12840" y="1941"/>
                </a:cubicBezTo>
                <a:cubicBezTo>
                  <a:pt x="12851" y="1952"/>
                  <a:pt x="12850" y="1969"/>
                  <a:pt x="12840" y="1979"/>
                </a:cubicBezTo>
                <a:lnTo>
                  <a:pt x="12597" y="2219"/>
                </a:lnTo>
                <a:cubicBezTo>
                  <a:pt x="12590" y="2229"/>
                  <a:pt x="12583" y="2229"/>
                  <a:pt x="12575" y="2229"/>
                </a:cubicBezTo>
                <a:close/>
                <a:moveTo>
                  <a:pt x="12093" y="2229"/>
                </a:moveTo>
                <a:cubicBezTo>
                  <a:pt x="12086" y="2229"/>
                  <a:pt x="12079" y="2226"/>
                  <a:pt x="12075" y="2222"/>
                </a:cubicBezTo>
                <a:cubicBezTo>
                  <a:pt x="12065" y="2212"/>
                  <a:pt x="12065" y="2194"/>
                  <a:pt x="12075" y="2184"/>
                </a:cubicBezTo>
                <a:lnTo>
                  <a:pt x="12318" y="1941"/>
                </a:lnTo>
                <a:cubicBezTo>
                  <a:pt x="12329" y="1930"/>
                  <a:pt x="12347" y="1931"/>
                  <a:pt x="12357" y="1941"/>
                </a:cubicBezTo>
                <a:cubicBezTo>
                  <a:pt x="12368" y="1952"/>
                  <a:pt x="12368" y="1969"/>
                  <a:pt x="12357" y="1979"/>
                </a:cubicBezTo>
                <a:lnTo>
                  <a:pt x="12114" y="2222"/>
                </a:lnTo>
                <a:cubicBezTo>
                  <a:pt x="12107" y="2229"/>
                  <a:pt x="12100" y="2229"/>
                  <a:pt x="12093" y="2229"/>
                </a:cubicBezTo>
                <a:close/>
                <a:moveTo>
                  <a:pt x="11611" y="2229"/>
                </a:moveTo>
                <a:cubicBezTo>
                  <a:pt x="11604" y="2229"/>
                  <a:pt x="11597" y="2226"/>
                  <a:pt x="11594" y="2222"/>
                </a:cubicBezTo>
                <a:cubicBezTo>
                  <a:pt x="11583" y="2212"/>
                  <a:pt x="11583" y="2194"/>
                  <a:pt x="11594" y="2184"/>
                </a:cubicBezTo>
                <a:lnTo>
                  <a:pt x="11836" y="1941"/>
                </a:lnTo>
                <a:cubicBezTo>
                  <a:pt x="11846" y="1930"/>
                  <a:pt x="11864" y="1931"/>
                  <a:pt x="11874" y="1941"/>
                </a:cubicBezTo>
                <a:cubicBezTo>
                  <a:pt x="11885" y="1952"/>
                  <a:pt x="11885" y="1969"/>
                  <a:pt x="11874" y="1979"/>
                </a:cubicBezTo>
                <a:lnTo>
                  <a:pt x="11632" y="2219"/>
                </a:lnTo>
                <a:cubicBezTo>
                  <a:pt x="11625" y="2229"/>
                  <a:pt x="11618" y="2229"/>
                  <a:pt x="11611" y="2229"/>
                </a:cubicBezTo>
                <a:close/>
                <a:moveTo>
                  <a:pt x="11129" y="2229"/>
                </a:moveTo>
                <a:cubicBezTo>
                  <a:pt x="11122" y="2229"/>
                  <a:pt x="11114" y="2226"/>
                  <a:pt x="11111" y="2222"/>
                </a:cubicBezTo>
                <a:cubicBezTo>
                  <a:pt x="11100" y="2212"/>
                  <a:pt x="11100" y="2194"/>
                  <a:pt x="11111" y="2184"/>
                </a:cubicBezTo>
                <a:lnTo>
                  <a:pt x="11354" y="1941"/>
                </a:lnTo>
                <a:cubicBezTo>
                  <a:pt x="11365" y="1930"/>
                  <a:pt x="11382" y="1931"/>
                  <a:pt x="11393" y="1941"/>
                </a:cubicBezTo>
                <a:cubicBezTo>
                  <a:pt x="11403" y="1952"/>
                  <a:pt x="11403" y="1969"/>
                  <a:pt x="11393" y="1979"/>
                </a:cubicBezTo>
                <a:lnTo>
                  <a:pt x="11150" y="2222"/>
                </a:lnTo>
                <a:cubicBezTo>
                  <a:pt x="11143" y="2229"/>
                  <a:pt x="11136" y="2229"/>
                  <a:pt x="11129" y="2229"/>
                </a:cubicBezTo>
                <a:close/>
                <a:moveTo>
                  <a:pt x="10646" y="2229"/>
                </a:moveTo>
                <a:cubicBezTo>
                  <a:pt x="10639" y="2229"/>
                  <a:pt x="10632" y="2226"/>
                  <a:pt x="10628" y="2222"/>
                </a:cubicBezTo>
                <a:cubicBezTo>
                  <a:pt x="10618" y="2212"/>
                  <a:pt x="10618" y="2194"/>
                  <a:pt x="10628" y="2184"/>
                </a:cubicBezTo>
                <a:lnTo>
                  <a:pt x="10871" y="1941"/>
                </a:lnTo>
                <a:cubicBezTo>
                  <a:pt x="10882" y="1930"/>
                  <a:pt x="10899" y="1931"/>
                  <a:pt x="10910" y="1941"/>
                </a:cubicBezTo>
                <a:cubicBezTo>
                  <a:pt x="10920" y="1952"/>
                  <a:pt x="10921" y="1969"/>
                  <a:pt x="10910" y="1979"/>
                </a:cubicBezTo>
                <a:lnTo>
                  <a:pt x="10667" y="2219"/>
                </a:lnTo>
                <a:cubicBezTo>
                  <a:pt x="10660" y="2229"/>
                  <a:pt x="10653" y="2229"/>
                  <a:pt x="10646" y="2229"/>
                </a:cubicBezTo>
                <a:close/>
                <a:moveTo>
                  <a:pt x="10163" y="2229"/>
                </a:moveTo>
                <a:cubicBezTo>
                  <a:pt x="10156" y="2229"/>
                  <a:pt x="10149" y="2226"/>
                  <a:pt x="10146" y="2222"/>
                </a:cubicBezTo>
                <a:cubicBezTo>
                  <a:pt x="10135" y="2212"/>
                  <a:pt x="10135" y="2194"/>
                  <a:pt x="10146" y="2184"/>
                </a:cubicBezTo>
                <a:lnTo>
                  <a:pt x="10389" y="1941"/>
                </a:lnTo>
                <a:cubicBezTo>
                  <a:pt x="10399" y="1930"/>
                  <a:pt x="10417" y="1931"/>
                  <a:pt x="10428" y="1941"/>
                </a:cubicBezTo>
                <a:cubicBezTo>
                  <a:pt x="10438" y="1952"/>
                  <a:pt x="10438" y="1969"/>
                  <a:pt x="10428" y="1979"/>
                </a:cubicBezTo>
                <a:lnTo>
                  <a:pt x="10184" y="2222"/>
                </a:lnTo>
                <a:cubicBezTo>
                  <a:pt x="10177" y="2229"/>
                  <a:pt x="10170" y="2229"/>
                  <a:pt x="10163" y="2229"/>
                </a:cubicBezTo>
                <a:close/>
                <a:moveTo>
                  <a:pt x="9681" y="2229"/>
                </a:moveTo>
                <a:cubicBezTo>
                  <a:pt x="9674" y="2229"/>
                  <a:pt x="9667" y="2226"/>
                  <a:pt x="9663" y="2222"/>
                </a:cubicBezTo>
                <a:cubicBezTo>
                  <a:pt x="9652" y="2212"/>
                  <a:pt x="9652" y="2194"/>
                  <a:pt x="9663" y="2184"/>
                </a:cubicBezTo>
                <a:lnTo>
                  <a:pt x="9906" y="1941"/>
                </a:lnTo>
                <a:cubicBezTo>
                  <a:pt x="9917" y="1930"/>
                  <a:pt x="9934" y="1931"/>
                  <a:pt x="9945" y="1941"/>
                </a:cubicBezTo>
                <a:cubicBezTo>
                  <a:pt x="9955" y="1952"/>
                  <a:pt x="9955" y="1969"/>
                  <a:pt x="9945" y="1979"/>
                </a:cubicBezTo>
                <a:lnTo>
                  <a:pt x="9702" y="2222"/>
                </a:lnTo>
                <a:cubicBezTo>
                  <a:pt x="9695" y="2229"/>
                  <a:pt x="9688" y="2229"/>
                  <a:pt x="9681" y="2229"/>
                </a:cubicBezTo>
                <a:close/>
                <a:moveTo>
                  <a:pt x="9198" y="2229"/>
                </a:moveTo>
                <a:cubicBezTo>
                  <a:pt x="9191" y="2229"/>
                  <a:pt x="9184" y="2226"/>
                  <a:pt x="9180" y="2222"/>
                </a:cubicBezTo>
                <a:cubicBezTo>
                  <a:pt x="9170" y="2212"/>
                  <a:pt x="9170" y="2194"/>
                  <a:pt x="9180" y="2184"/>
                </a:cubicBezTo>
                <a:lnTo>
                  <a:pt x="9420" y="1941"/>
                </a:lnTo>
                <a:cubicBezTo>
                  <a:pt x="9431" y="1930"/>
                  <a:pt x="9448" y="1931"/>
                  <a:pt x="9459" y="1941"/>
                </a:cubicBezTo>
                <a:cubicBezTo>
                  <a:pt x="9469" y="1952"/>
                  <a:pt x="9469" y="1969"/>
                  <a:pt x="9459" y="1979"/>
                </a:cubicBezTo>
                <a:lnTo>
                  <a:pt x="9216" y="2222"/>
                </a:lnTo>
                <a:cubicBezTo>
                  <a:pt x="9212" y="2229"/>
                  <a:pt x="9205" y="2229"/>
                  <a:pt x="9198" y="2229"/>
                </a:cubicBezTo>
                <a:close/>
                <a:moveTo>
                  <a:pt x="8715" y="2229"/>
                </a:moveTo>
                <a:cubicBezTo>
                  <a:pt x="8708" y="2229"/>
                  <a:pt x="8701" y="2226"/>
                  <a:pt x="8698" y="2222"/>
                </a:cubicBezTo>
                <a:cubicBezTo>
                  <a:pt x="8687" y="2212"/>
                  <a:pt x="8687" y="2194"/>
                  <a:pt x="8698" y="2184"/>
                </a:cubicBezTo>
                <a:lnTo>
                  <a:pt x="8941" y="1941"/>
                </a:lnTo>
                <a:cubicBezTo>
                  <a:pt x="8951" y="1930"/>
                  <a:pt x="8969" y="1931"/>
                  <a:pt x="8980" y="1941"/>
                </a:cubicBezTo>
                <a:cubicBezTo>
                  <a:pt x="8990" y="1952"/>
                  <a:pt x="8990" y="1969"/>
                  <a:pt x="8980" y="1979"/>
                </a:cubicBezTo>
                <a:lnTo>
                  <a:pt x="8737" y="2222"/>
                </a:lnTo>
                <a:cubicBezTo>
                  <a:pt x="8730" y="2229"/>
                  <a:pt x="8722" y="2229"/>
                  <a:pt x="8715" y="2229"/>
                </a:cubicBezTo>
                <a:close/>
                <a:moveTo>
                  <a:pt x="8233" y="2229"/>
                </a:moveTo>
                <a:cubicBezTo>
                  <a:pt x="8226" y="2229"/>
                  <a:pt x="8219" y="2226"/>
                  <a:pt x="8215" y="2222"/>
                </a:cubicBezTo>
                <a:cubicBezTo>
                  <a:pt x="8205" y="2212"/>
                  <a:pt x="8205" y="2194"/>
                  <a:pt x="8215" y="2184"/>
                </a:cubicBezTo>
                <a:lnTo>
                  <a:pt x="8458" y="1941"/>
                </a:lnTo>
                <a:cubicBezTo>
                  <a:pt x="8469" y="1930"/>
                  <a:pt x="8486" y="1931"/>
                  <a:pt x="8497" y="1941"/>
                </a:cubicBezTo>
                <a:cubicBezTo>
                  <a:pt x="8508" y="1952"/>
                  <a:pt x="8508" y="1969"/>
                  <a:pt x="8497" y="1979"/>
                </a:cubicBezTo>
                <a:lnTo>
                  <a:pt x="8257" y="2222"/>
                </a:lnTo>
                <a:cubicBezTo>
                  <a:pt x="8247" y="2229"/>
                  <a:pt x="8240" y="2229"/>
                  <a:pt x="8233" y="2229"/>
                </a:cubicBezTo>
                <a:close/>
                <a:moveTo>
                  <a:pt x="7750" y="2229"/>
                </a:moveTo>
                <a:cubicBezTo>
                  <a:pt x="7743" y="2229"/>
                  <a:pt x="7736" y="2226"/>
                  <a:pt x="7733" y="2222"/>
                </a:cubicBezTo>
                <a:cubicBezTo>
                  <a:pt x="7722" y="2212"/>
                  <a:pt x="7722" y="2194"/>
                  <a:pt x="7733" y="2184"/>
                </a:cubicBezTo>
                <a:lnTo>
                  <a:pt x="7976" y="1941"/>
                </a:lnTo>
                <a:cubicBezTo>
                  <a:pt x="7986" y="1930"/>
                  <a:pt x="8004" y="1930"/>
                  <a:pt x="8014" y="1941"/>
                </a:cubicBezTo>
                <a:cubicBezTo>
                  <a:pt x="8025" y="1951"/>
                  <a:pt x="8025" y="1969"/>
                  <a:pt x="8014" y="1979"/>
                </a:cubicBezTo>
                <a:lnTo>
                  <a:pt x="7771" y="2222"/>
                </a:lnTo>
                <a:cubicBezTo>
                  <a:pt x="7764" y="2229"/>
                  <a:pt x="7757" y="2229"/>
                  <a:pt x="7750" y="2229"/>
                </a:cubicBezTo>
                <a:close/>
                <a:moveTo>
                  <a:pt x="7268" y="2229"/>
                </a:moveTo>
                <a:cubicBezTo>
                  <a:pt x="7260" y="2229"/>
                  <a:pt x="7253" y="2226"/>
                  <a:pt x="7250" y="2222"/>
                </a:cubicBezTo>
                <a:cubicBezTo>
                  <a:pt x="7239" y="2212"/>
                  <a:pt x="7239" y="2194"/>
                  <a:pt x="7250" y="2184"/>
                </a:cubicBezTo>
                <a:lnTo>
                  <a:pt x="7493" y="1941"/>
                </a:lnTo>
                <a:cubicBezTo>
                  <a:pt x="7504" y="1930"/>
                  <a:pt x="7521" y="1930"/>
                  <a:pt x="7532" y="1941"/>
                </a:cubicBezTo>
                <a:cubicBezTo>
                  <a:pt x="7542" y="1951"/>
                  <a:pt x="7542" y="1969"/>
                  <a:pt x="7532" y="1979"/>
                </a:cubicBezTo>
                <a:lnTo>
                  <a:pt x="7289" y="2219"/>
                </a:lnTo>
                <a:cubicBezTo>
                  <a:pt x="7282" y="2229"/>
                  <a:pt x="7275" y="2229"/>
                  <a:pt x="7268" y="2229"/>
                </a:cubicBezTo>
                <a:close/>
                <a:moveTo>
                  <a:pt x="6785" y="2229"/>
                </a:moveTo>
                <a:cubicBezTo>
                  <a:pt x="6778" y="2229"/>
                  <a:pt x="6771" y="2226"/>
                  <a:pt x="6767" y="2222"/>
                </a:cubicBezTo>
                <a:cubicBezTo>
                  <a:pt x="6757" y="2212"/>
                  <a:pt x="6757" y="2194"/>
                  <a:pt x="6767" y="2184"/>
                </a:cubicBezTo>
                <a:lnTo>
                  <a:pt x="7010" y="1941"/>
                </a:lnTo>
                <a:cubicBezTo>
                  <a:pt x="7021" y="1930"/>
                  <a:pt x="7039" y="1930"/>
                  <a:pt x="7049" y="1941"/>
                </a:cubicBezTo>
                <a:cubicBezTo>
                  <a:pt x="7060" y="1951"/>
                  <a:pt x="7060" y="1969"/>
                  <a:pt x="7049" y="1979"/>
                </a:cubicBezTo>
                <a:lnTo>
                  <a:pt x="6806" y="2222"/>
                </a:lnTo>
                <a:cubicBezTo>
                  <a:pt x="6799" y="2229"/>
                  <a:pt x="6792" y="2229"/>
                  <a:pt x="6785" y="2229"/>
                </a:cubicBezTo>
                <a:close/>
                <a:moveTo>
                  <a:pt x="6302" y="2229"/>
                </a:moveTo>
                <a:cubicBezTo>
                  <a:pt x="6295" y="2229"/>
                  <a:pt x="6288" y="2226"/>
                  <a:pt x="6285" y="2222"/>
                </a:cubicBezTo>
                <a:cubicBezTo>
                  <a:pt x="6274" y="2212"/>
                  <a:pt x="6274" y="2194"/>
                  <a:pt x="6285" y="2184"/>
                </a:cubicBezTo>
                <a:lnTo>
                  <a:pt x="6528" y="1941"/>
                </a:lnTo>
                <a:cubicBezTo>
                  <a:pt x="6538" y="1930"/>
                  <a:pt x="6556" y="1930"/>
                  <a:pt x="6566" y="1941"/>
                </a:cubicBezTo>
                <a:cubicBezTo>
                  <a:pt x="6577" y="1951"/>
                  <a:pt x="6577" y="1969"/>
                  <a:pt x="6566" y="1979"/>
                </a:cubicBezTo>
                <a:lnTo>
                  <a:pt x="6323" y="2222"/>
                </a:lnTo>
                <a:cubicBezTo>
                  <a:pt x="6316" y="2229"/>
                  <a:pt x="6309" y="2229"/>
                  <a:pt x="6302" y="2229"/>
                </a:cubicBezTo>
                <a:close/>
                <a:moveTo>
                  <a:pt x="5820" y="2229"/>
                </a:moveTo>
                <a:cubicBezTo>
                  <a:pt x="5813" y="2229"/>
                  <a:pt x="5806" y="2226"/>
                  <a:pt x="5802" y="2222"/>
                </a:cubicBezTo>
                <a:cubicBezTo>
                  <a:pt x="5791" y="2212"/>
                  <a:pt x="5791" y="2194"/>
                  <a:pt x="5802" y="2184"/>
                </a:cubicBezTo>
                <a:lnTo>
                  <a:pt x="6045" y="1941"/>
                </a:lnTo>
                <a:cubicBezTo>
                  <a:pt x="6056" y="1930"/>
                  <a:pt x="6073" y="1930"/>
                  <a:pt x="6084" y="1941"/>
                </a:cubicBezTo>
                <a:cubicBezTo>
                  <a:pt x="6094" y="1951"/>
                  <a:pt x="6094" y="1969"/>
                  <a:pt x="6084" y="1979"/>
                </a:cubicBezTo>
                <a:lnTo>
                  <a:pt x="5841" y="2222"/>
                </a:lnTo>
                <a:cubicBezTo>
                  <a:pt x="5834" y="2229"/>
                  <a:pt x="5827" y="2229"/>
                  <a:pt x="5820" y="2229"/>
                </a:cubicBezTo>
                <a:close/>
                <a:moveTo>
                  <a:pt x="5337" y="2229"/>
                </a:moveTo>
                <a:cubicBezTo>
                  <a:pt x="5330" y="2229"/>
                  <a:pt x="5323" y="2226"/>
                  <a:pt x="5319" y="2222"/>
                </a:cubicBezTo>
                <a:cubicBezTo>
                  <a:pt x="5309" y="2212"/>
                  <a:pt x="5309" y="2194"/>
                  <a:pt x="5319" y="2184"/>
                </a:cubicBezTo>
                <a:lnTo>
                  <a:pt x="5562" y="1941"/>
                </a:lnTo>
                <a:cubicBezTo>
                  <a:pt x="5573" y="1930"/>
                  <a:pt x="5591" y="1930"/>
                  <a:pt x="5601" y="1941"/>
                </a:cubicBezTo>
                <a:cubicBezTo>
                  <a:pt x="5612" y="1951"/>
                  <a:pt x="5612" y="1969"/>
                  <a:pt x="5601" y="1979"/>
                </a:cubicBezTo>
                <a:lnTo>
                  <a:pt x="5358" y="2222"/>
                </a:lnTo>
                <a:cubicBezTo>
                  <a:pt x="5351" y="2229"/>
                  <a:pt x="5344" y="2229"/>
                  <a:pt x="5337" y="2229"/>
                </a:cubicBezTo>
                <a:close/>
                <a:moveTo>
                  <a:pt x="4854" y="2229"/>
                </a:moveTo>
                <a:cubicBezTo>
                  <a:pt x="4847" y="2229"/>
                  <a:pt x="4840" y="2226"/>
                  <a:pt x="4837" y="2222"/>
                </a:cubicBezTo>
                <a:cubicBezTo>
                  <a:pt x="4826" y="2212"/>
                  <a:pt x="4826" y="2194"/>
                  <a:pt x="4837" y="2184"/>
                </a:cubicBezTo>
                <a:lnTo>
                  <a:pt x="5080" y="1941"/>
                </a:lnTo>
                <a:cubicBezTo>
                  <a:pt x="5090" y="1930"/>
                  <a:pt x="5108" y="1930"/>
                  <a:pt x="5119" y="1941"/>
                </a:cubicBezTo>
                <a:cubicBezTo>
                  <a:pt x="5129" y="1951"/>
                  <a:pt x="5129" y="1969"/>
                  <a:pt x="5119" y="1979"/>
                </a:cubicBezTo>
                <a:lnTo>
                  <a:pt x="4875" y="2222"/>
                </a:lnTo>
                <a:cubicBezTo>
                  <a:pt x="4865" y="2229"/>
                  <a:pt x="4861" y="2229"/>
                  <a:pt x="4854" y="2229"/>
                </a:cubicBezTo>
                <a:close/>
                <a:moveTo>
                  <a:pt x="4372" y="2229"/>
                </a:moveTo>
                <a:cubicBezTo>
                  <a:pt x="4365" y="2229"/>
                  <a:pt x="4358" y="2226"/>
                  <a:pt x="4354" y="2222"/>
                </a:cubicBezTo>
                <a:cubicBezTo>
                  <a:pt x="4344" y="2212"/>
                  <a:pt x="4344" y="2194"/>
                  <a:pt x="4354" y="2184"/>
                </a:cubicBezTo>
                <a:lnTo>
                  <a:pt x="4597" y="1941"/>
                </a:lnTo>
                <a:cubicBezTo>
                  <a:pt x="4608" y="1930"/>
                  <a:pt x="4625" y="1930"/>
                  <a:pt x="4636" y="1941"/>
                </a:cubicBezTo>
                <a:cubicBezTo>
                  <a:pt x="4646" y="1951"/>
                  <a:pt x="4646" y="1969"/>
                  <a:pt x="4636" y="1979"/>
                </a:cubicBezTo>
                <a:lnTo>
                  <a:pt x="4393" y="2222"/>
                </a:lnTo>
                <a:cubicBezTo>
                  <a:pt x="4382" y="2229"/>
                  <a:pt x="4379" y="2229"/>
                  <a:pt x="4372" y="2229"/>
                </a:cubicBezTo>
                <a:close/>
                <a:moveTo>
                  <a:pt x="3889" y="2229"/>
                </a:moveTo>
                <a:cubicBezTo>
                  <a:pt x="3882" y="2229"/>
                  <a:pt x="3875" y="2226"/>
                  <a:pt x="3871" y="2222"/>
                </a:cubicBezTo>
                <a:cubicBezTo>
                  <a:pt x="3861" y="2212"/>
                  <a:pt x="3861" y="2194"/>
                  <a:pt x="3871" y="2184"/>
                </a:cubicBezTo>
                <a:lnTo>
                  <a:pt x="4115" y="1941"/>
                </a:lnTo>
                <a:cubicBezTo>
                  <a:pt x="4125" y="1930"/>
                  <a:pt x="4143" y="1930"/>
                  <a:pt x="4153" y="1941"/>
                </a:cubicBezTo>
                <a:cubicBezTo>
                  <a:pt x="4164" y="1951"/>
                  <a:pt x="4164" y="1969"/>
                  <a:pt x="4153" y="1979"/>
                </a:cubicBezTo>
                <a:lnTo>
                  <a:pt x="3910" y="2222"/>
                </a:lnTo>
                <a:cubicBezTo>
                  <a:pt x="3900" y="2229"/>
                  <a:pt x="3896" y="2229"/>
                  <a:pt x="3889" y="2229"/>
                </a:cubicBezTo>
                <a:close/>
                <a:moveTo>
                  <a:pt x="3406" y="2229"/>
                </a:moveTo>
                <a:cubicBezTo>
                  <a:pt x="3399" y="2229"/>
                  <a:pt x="3392" y="2226"/>
                  <a:pt x="3389" y="2222"/>
                </a:cubicBezTo>
                <a:cubicBezTo>
                  <a:pt x="3378" y="2212"/>
                  <a:pt x="3378" y="2194"/>
                  <a:pt x="3389" y="2184"/>
                </a:cubicBezTo>
                <a:lnTo>
                  <a:pt x="3632" y="1941"/>
                </a:lnTo>
                <a:cubicBezTo>
                  <a:pt x="3642" y="1930"/>
                  <a:pt x="3660" y="1930"/>
                  <a:pt x="3671" y="1941"/>
                </a:cubicBezTo>
                <a:cubicBezTo>
                  <a:pt x="3681" y="1951"/>
                  <a:pt x="3681" y="1969"/>
                  <a:pt x="3671" y="1979"/>
                </a:cubicBezTo>
                <a:lnTo>
                  <a:pt x="3428" y="2222"/>
                </a:lnTo>
                <a:cubicBezTo>
                  <a:pt x="3417" y="2229"/>
                  <a:pt x="3413" y="2229"/>
                  <a:pt x="3406" y="2229"/>
                </a:cubicBezTo>
                <a:close/>
                <a:moveTo>
                  <a:pt x="2924" y="2229"/>
                </a:moveTo>
                <a:cubicBezTo>
                  <a:pt x="2917" y="2229"/>
                  <a:pt x="2910" y="2226"/>
                  <a:pt x="2906" y="2222"/>
                </a:cubicBezTo>
                <a:cubicBezTo>
                  <a:pt x="2896" y="2212"/>
                  <a:pt x="2896" y="2194"/>
                  <a:pt x="2906" y="2184"/>
                </a:cubicBezTo>
                <a:lnTo>
                  <a:pt x="3149" y="1941"/>
                </a:lnTo>
                <a:cubicBezTo>
                  <a:pt x="3160" y="1930"/>
                  <a:pt x="3177" y="1931"/>
                  <a:pt x="3188" y="1941"/>
                </a:cubicBezTo>
                <a:cubicBezTo>
                  <a:pt x="3199" y="1952"/>
                  <a:pt x="3199" y="1969"/>
                  <a:pt x="3188" y="1979"/>
                </a:cubicBezTo>
                <a:lnTo>
                  <a:pt x="2945" y="2222"/>
                </a:lnTo>
                <a:cubicBezTo>
                  <a:pt x="2934" y="2229"/>
                  <a:pt x="2931" y="2229"/>
                  <a:pt x="2924" y="2229"/>
                </a:cubicBezTo>
                <a:close/>
                <a:moveTo>
                  <a:pt x="2441" y="2229"/>
                </a:moveTo>
                <a:cubicBezTo>
                  <a:pt x="2434" y="2229"/>
                  <a:pt x="2427" y="2226"/>
                  <a:pt x="2424" y="2222"/>
                </a:cubicBezTo>
                <a:cubicBezTo>
                  <a:pt x="2413" y="2212"/>
                  <a:pt x="2413" y="2194"/>
                  <a:pt x="2424" y="2184"/>
                </a:cubicBezTo>
                <a:lnTo>
                  <a:pt x="2667" y="1941"/>
                </a:lnTo>
                <a:cubicBezTo>
                  <a:pt x="2677" y="1930"/>
                  <a:pt x="2694" y="1931"/>
                  <a:pt x="2705" y="1941"/>
                </a:cubicBezTo>
                <a:cubicBezTo>
                  <a:pt x="2715" y="1952"/>
                  <a:pt x="2716" y="1969"/>
                  <a:pt x="2705" y="1979"/>
                </a:cubicBezTo>
                <a:lnTo>
                  <a:pt x="2462" y="2222"/>
                </a:lnTo>
                <a:cubicBezTo>
                  <a:pt x="2452" y="2229"/>
                  <a:pt x="2448" y="2229"/>
                  <a:pt x="2441" y="2229"/>
                </a:cubicBezTo>
                <a:close/>
                <a:moveTo>
                  <a:pt x="1959" y="2229"/>
                </a:moveTo>
                <a:cubicBezTo>
                  <a:pt x="1951" y="2229"/>
                  <a:pt x="1944" y="2226"/>
                  <a:pt x="1941" y="2222"/>
                </a:cubicBezTo>
                <a:cubicBezTo>
                  <a:pt x="1930" y="2212"/>
                  <a:pt x="1930" y="2194"/>
                  <a:pt x="1941" y="2184"/>
                </a:cubicBezTo>
                <a:lnTo>
                  <a:pt x="2184" y="1941"/>
                </a:lnTo>
                <a:cubicBezTo>
                  <a:pt x="2195" y="1930"/>
                  <a:pt x="2212" y="1931"/>
                  <a:pt x="2223" y="1941"/>
                </a:cubicBezTo>
                <a:cubicBezTo>
                  <a:pt x="2233" y="1952"/>
                  <a:pt x="2233" y="1969"/>
                  <a:pt x="2223" y="1979"/>
                </a:cubicBezTo>
                <a:lnTo>
                  <a:pt x="1980" y="2222"/>
                </a:lnTo>
                <a:cubicBezTo>
                  <a:pt x="1969" y="2229"/>
                  <a:pt x="1966" y="2229"/>
                  <a:pt x="1959" y="2229"/>
                </a:cubicBezTo>
                <a:close/>
                <a:moveTo>
                  <a:pt x="1476" y="2229"/>
                </a:moveTo>
                <a:cubicBezTo>
                  <a:pt x="1469" y="2229"/>
                  <a:pt x="1462" y="2226"/>
                  <a:pt x="1458" y="2222"/>
                </a:cubicBezTo>
                <a:cubicBezTo>
                  <a:pt x="1448" y="2212"/>
                  <a:pt x="1448" y="2194"/>
                  <a:pt x="1458" y="2184"/>
                </a:cubicBezTo>
                <a:lnTo>
                  <a:pt x="1701" y="1941"/>
                </a:lnTo>
                <a:cubicBezTo>
                  <a:pt x="1712" y="1930"/>
                  <a:pt x="1729" y="1931"/>
                  <a:pt x="1740" y="1941"/>
                </a:cubicBezTo>
                <a:cubicBezTo>
                  <a:pt x="1750" y="1952"/>
                  <a:pt x="1751" y="1969"/>
                  <a:pt x="1740" y="1979"/>
                </a:cubicBezTo>
                <a:lnTo>
                  <a:pt x="1497" y="2222"/>
                </a:lnTo>
                <a:cubicBezTo>
                  <a:pt x="1486" y="2229"/>
                  <a:pt x="1483" y="2229"/>
                  <a:pt x="1476" y="2229"/>
                </a:cubicBezTo>
                <a:close/>
                <a:moveTo>
                  <a:pt x="993" y="2229"/>
                </a:moveTo>
                <a:cubicBezTo>
                  <a:pt x="986" y="2229"/>
                  <a:pt x="979" y="2226"/>
                  <a:pt x="976" y="2222"/>
                </a:cubicBezTo>
                <a:cubicBezTo>
                  <a:pt x="965" y="2212"/>
                  <a:pt x="965" y="2194"/>
                  <a:pt x="976" y="2184"/>
                </a:cubicBezTo>
                <a:lnTo>
                  <a:pt x="1219" y="1941"/>
                </a:lnTo>
                <a:cubicBezTo>
                  <a:pt x="1229" y="1930"/>
                  <a:pt x="1247" y="1930"/>
                  <a:pt x="1257" y="1941"/>
                </a:cubicBezTo>
                <a:cubicBezTo>
                  <a:pt x="1268" y="1951"/>
                  <a:pt x="1268" y="1969"/>
                  <a:pt x="1257" y="1979"/>
                </a:cubicBezTo>
                <a:lnTo>
                  <a:pt x="1014" y="2222"/>
                </a:lnTo>
                <a:cubicBezTo>
                  <a:pt x="1004" y="2229"/>
                  <a:pt x="1000" y="2229"/>
                  <a:pt x="993" y="2229"/>
                </a:cubicBezTo>
                <a:close/>
                <a:moveTo>
                  <a:pt x="511" y="2229"/>
                </a:moveTo>
                <a:cubicBezTo>
                  <a:pt x="504" y="2229"/>
                  <a:pt x="497" y="2226"/>
                  <a:pt x="493" y="2222"/>
                </a:cubicBezTo>
                <a:cubicBezTo>
                  <a:pt x="482" y="2212"/>
                  <a:pt x="482" y="2194"/>
                  <a:pt x="493" y="2184"/>
                </a:cubicBezTo>
                <a:lnTo>
                  <a:pt x="736" y="1941"/>
                </a:lnTo>
                <a:cubicBezTo>
                  <a:pt x="747" y="1930"/>
                  <a:pt x="764" y="1930"/>
                  <a:pt x="775" y="1941"/>
                </a:cubicBezTo>
                <a:cubicBezTo>
                  <a:pt x="785" y="1951"/>
                  <a:pt x="785" y="1969"/>
                  <a:pt x="775" y="1979"/>
                </a:cubicBezTo>
                <a:lnTo>
                  <a:pt x="532" y="2222"/>
                </a:lnTo>
                <a:cubicBezTo>
                  <a:pt x="521" y="2229"/>
                  <a:pt x="514" y="2229"/>
                  <a:pt x="511" y="2229"/>
                </a:cubicBezTo>
                <a:close/>
                <a:moveTo>
                  <a:pt x="28" y="2229"/>
                </a:moveTo>
                <a:cubicBezTo>
                  <a:pt x="21" y="2229"/>
                  <a:pt x="14" y="2226"/>
                  <a:pt x="10" y="2222"/>
                </a:cubicBezTo>
                <a:cubicBezTo>
                  <a:pt x="0" y="2212"/>
                  <a:pt x="0" y="2194"/>
                  <a:pt x="10" y="2184"/>
                </a:cubicBezTo>
                <a:lnTo>
                  <a:pt x="253" y="1941"/>
                </a:lnTo>
                <a:cubicBezTo>
                  <a:pt x="264" y="1930"/>
                  <a:pt x="282" y="1930"/>
                  <a:pt x="292" y="1941"/>
                </a:cubicBezTo>
                <a:cubicBezTo>
                  <a:pt x="303" y="1951"/>
                  <a:pt x="303" y="1969"/>
                  <a:pt x="292" y="1979"/>
                </a:cubicBezTo>
                <a:lnTo>
                  <a:pt x="49" y="2222"/>
                </a:lnTo>
                <a:cubicBezTo>
                  <a:pt x="39" y="2229"/>
                  <a:pt x="31" y="2229"/>
                  <a:pt x="28" y="2229"/>
                </a:cubicBezTo>
                <a:close/>
                <a:moveTo>
                  <a:pt x="22711" y="1747"/>
                </a:moveTo>
                <a:cubicBezTo>
                  <a:pt x="22704" y="1747"/>
                  <a:pt x="22697" y="1743"/>
                  <a:pt x="22693" y="1740"/>
                </a:cubicBezTo>
                <a:cubicBezTo>
                  <a:pt x="22683" y="1729"/>
                  <a:pt x="22683" y="1712"/>
                  <a:pt x="22693" y="1701"/>
                </a:cubicBezTo>
                <a:lnTo>
                  <a:pt x="22936" y="1458"/>
                </a:lnTo>
                <a:cubicBezTo>
                  <a:pt x="22947" y="1448"/>
                  <a:pt x="22964" y="1448"/>
                  <a:pt x="22975" y="1458"/>
                </a:cubicBezTo>
                <a:cubicBezTo>
                  <a:pt x="22986" y="1469"/>
                  <a:pt x="22986" y="1486"/>
                  <a:pt x="22975" y="1497"/>
                </a:cubicBezTo>
                <a:lnTo>
                  <a:pt x="22732" y="1740"/>
                </a:lnTo>
                <a:cubicBezTo>
                  <a:pt x="22725" y="1747"/>
                  <a:pt x="22718" y="1747"/>
                  <a:pt x="22711" y="1747"/>
                </a:cubicBezTo>
                <a:close/>
                <a:moveTo>
                  <a:pt x="21746" y="1747"/>
                </a:moveTo>
                <a:cubicBezTo>
                  <a:pt x="21739" y="1747"/>
                  <a:pt x="21731" y="1743"/>
                  <a:pt x="21728" y="1740"/>
                </a:cubicBezTo>
                <a:cubicBezTo>
                  <a:pt x="21717" y="1729"/>
                  <a:pt x="21717" y="1712"/>
                  <a:pt x="21728" y="1701"/>
                </a:cubicBezTo>
                <a:lnTo>
                  <a:pt x="21968" y="1458"/>
                </a:lnTo>
                <a:cubicBezTo>
                  <a:pt x="21978" y="1448"/>
                  <a:pt x="21996" y="1448"/>
                  <a:pt x="22006" y="1458"/>
                </a:cubicBezTo>
                <a:cubicBezTo>
                  <a:pt x="22017" y="1469"/>
                  <a:pt x="22017" y="1486"/>
                  <a:pt x="22006" y="1497"/>
                </a:cubicBezTo>
                <a:lnTo>
                  <a:pt x="21763" y="1740"/>
                </a:lnTo>
                <a:cubicBezTo>
                  <a:pt x="21760" y="1747"/>
                  <a:pt x="21753" y="1747"/>
                  <a:pt x="21746" y="1747"/>
                </a:cubicBezTo>
                <a:close/>
                <a:moveTo>
                  <a:pt x="20780" y="1747"/>
                </a:moveTo>
                <a:cubicBezTo>
                  <a:pt x="20773" y="1747"/>
                  <a:pt x="20766" y="1743"/>
                  <a:pt x="20763" y="1740"/>
                </a:cubicBezTo>
                <a:cubicBezTo>
                  <a:pt x="20752" y="1729"/>
                  <a:pt x="20752" y="1712"/>
                  <a:pt x="20763" y="1701"/>
                </a:cubicBezTo>
                <a:lnTo>
                  <a:pt x="21006" y="1458"/>
                </a:lnTo>
                <a:cubicBezTo>
                  <a:pt x="21016" y="1448"/>
                  <a:pt x="21034" y="1448"/>
                  <a:pt x="21045" y="1458"/>
                </a:cubicBezTo>
                <a:cubicBezTo>
                  <a:pt x="21055" y="1469"/>
                  <a:pt x="21055" y="1486"/>
                  <a:pt x="21045" y="1497"/>
                </a:cubicBezTo>
                <a:lnTo>
                  <a:pt x="20805" y="1740"/>
                </a:lnTo>
                <a:cubicBezTo>
                  <a:pt x="20794" y="1747"/>
                  <a:pt x="20787" y="1747"/>
                  <a:pt x="20780" y="1747"/>
                </a:cubicBezTo>
                <a:close/>
                <a:moveTo>
                  <a:pt x="20298" y="1747"/>
                </a:moveTo>
                <a:cubicBezTo>
                  <a:pt x="20291" y="1747"/>
                  <a:pt x="20284" y="1743"/>
                  <a:pt x="20280" y="1740"/>
                </a:cubicBezTo>
                <a:cubicBezTo>
                  <a:pt x="20269" y="1729"/>
                  <a:pt x="20269" y="1712"/>
                  <a:pt x="20280" y="1701"/>
                </a:cubicBezTo>
                <a:lnTo>
                  <a:pt x="20523" y="1458"/>
                </a:lnTo>
                <a:cubicBezTo>
                  <a:pt x="20534" y="1448"/>
                  <a:pt x="20551" y="1448"/>
                  <a:pt x="20562" y="1458"/>
                </a:cubicBezTo>
                <a:cubicBezTo>
                  <a:pt x="20572" y="1469"/>
                  <a:pt x="20572" y="1486"/>
                  <a:pt x="20562" y="1497"/>
                </a:cubicBezTo>
                <a:lnTo>
                  <a:pt x="20319" y="1740"/>
                </a:lnTo>
                <a:cubicBezTo>
                  <a:pt x="20312" y="1747"/>
                  <a:pt x="20305" y="1747"/>
                  <a:pt x="20298" y="1747"/>
                </a:cubicBezTo>
                <a:close/>
                <a:moveTo>
                  <a:pt x="19815" y="1747"/>
                </a:moveTo>
                <a:cubicBezTo>
                  <a:pt x="19808" y="1747"/>
                  <a:pt x="19801" y="1743"/>
                  <a:pt x="19797" y="1740"/>
                </a:cubicBezTo>
                <a:cubicBezTo>
                  <a:pt x="19787" y="1729"/>
                  <a:pt x="19787" y="1712"/>
                  <a:pt x="19797" y="1701"/>
                </a:cubicBezTo>
                <a:lnTo>
                  <a:pt x="20037" y="1458"/>
                </a:lnTo>
                <a:cubicBezTo>
                  <a:pt x="20048" y="1448"/>
                  <a:pt x="20065" y="1448"/>
                  <a:pt x="20076" y="1458"/>
                </a:cubicBezTo>
                <a:cubicBezTo>
                  <a:pt x="20086" y="1469"/>
                  <a:pt x="20086" y="1486"/>
                  <a:pt x="20076" y="1497"/>
                </a:cubicBezTo>
                <a:lnTo>
                  <a:pt x="19833" y="1740"/>
                </a:lnTo>
                <a:cubicBezTo>
                  <a:pt x="19829" y="1747"/>
                  <a:pt x="19822" y="1747"/>
                  <a:pt x="19815" y="1747"/>
                </a:cubicBezTo>
                <a:close/>
                <a:moveTo>
                  <a:pt x="19332" y="1747"/>
                </a:moveTo>
                <a:cubicBezTo>
                  <a:pt x="19325" y="1747"/>
                  <a:pt x="19318" y="1743"/>
                  <a:pt x="19315" y="1740"/>
                </a:cubicBezTo>
                <a:cubicBezTo>
                  <a:pt x="19304" y="1729"/>
                  <a:pt x="19304" y="1712"/>
                  <a:pt x="19315" y="1701"/>
                </a:cubicBezTo>
                <a:lnTo>
                  <a:pt x="19558" y="1458"/>
                </a:lnTo>
                <a:cubicBezTo>
                  <a:pt x="19568" y="1448"/>
                  <a:pt x="19586" y="1448"/>
                  <a:pt x="19597" y="1458"/>
                </a:cubicBezTo>
                <a:cubicBezTo>
                  <a:pt x="19607" y="1469"/>
                  <a:pt x="19607" y="1486"/>
                  <a:pt x="19597" y="1497"/>
                </a:cubicBezTo>
                <a:lnTo>
                  <a:pt x="19354" y="1740"/>
                </a:lnTo>
                <a:cubicBezTo>
                  <a:pt x="19346" y="1747"/>
                  <a:pt x="19339" y="1747"/>
                  <a:pt x="19332" y="1747"/>
                </a:cubicBezTo>
                <a:close/>
                <a:moveTo>
                  <a:pt x="18850" y="1747"/>
                </a:moveTo>
                <a:cubicBezTo>
                  <a:pt x="18843" y="1747"/>
                  <a:pt x="18836" y="1743"/>
                  <a:pt x="18832" y="1740"/>
                </a:cubicBezTo>
                <a:cubicBezTo>
                  <a:pt x="18822" y="1729"/>
                  <a:pt x="18822" y="1712"/>
                  <a:pt x="18832" y="1701"/>
                </a:cubicBezTo>
                <a:lnTo>
                  <a:pt x="19075" y="1458"/>
                </a:lnTo>
                <a:cubicBezTo>
                  <a:pt x="19086" y="1448"/>
                  <a:pt x="19103" y="1448"/>
                  <a:pt x="19114" y="1458"/>
                </a:cubicBezTo>
                <a:cubicBezTo>
                  <a:pt x="19125" y="1469"/>
                  <a:pt x="19125" y="1486"/>
                  <a:pt x="19114" y="1497"/>
                </a:cubicBezTo>
                <a:lnTo>
                  <a:pt x="18874" y="1740"/>
                </a:lnTo>
                <a:cubicBezTo>
                  <a:pt x="18864" y="1747"/>
                  <a:pt x="18857" y="1747"/>
                  <a:pt x="18850" y="1747"/>
                </a:cubicBezTo>
                <a:close/>
                <a:moveTo>
                  <a:pt x="18367" y="1747"/>
                </a:moveTo>
                <a:cubicBezTo>
                  <a:pt x="18360" y="1747"/>
                  <a:pt x="18353" y="1743"/>
                  <a:pt x="18350" y="1740"/>
                </a:cubicBezTo>
                <a:cubicBezTo>
                  <a:pt x="18339" y="1729"/>
                  <a:pt x="18339" y="1712"/>
                  <a:pt x="18350" y="1701"/>
                </a:cubicBezTo>
                <a:lnTo>
                  <a:pt x="18593" y="1458"/>
                </a:lnTo>
                <a:cubicBezTo>
                  <a:pt x="18603" y="1448"/>
                  <a:pt x="18621" y="1448"/>
                  <a:pt x="18631" y="1458"/>
                </a:cubicBezTo>
                <a:cubicBezTo>
                  <a:pt x="18642" y="1469"/>
                  <a:pt x="18642" y="1486"/>
                  <a:pt x="18631" y="1497"/>
                </a:cubicBezTo>
                <a:lnTo>
                  <a:pt x="18388" y="1740"/>
                </a:lnTo>
                <a:cubicBezTo>
                  <a:pt x="18381" y="1747"/>
                  <a:pt x="18374" y="1747"/>
                  <a:pt x="18367" y="1747"/>
                </a:cubicBezTo>
                <a:close/>
                <a:moveTo>
                  <a:pt x="17402" y="1747"/>
                </a:moveTo>
                <a:cubicBezTo>
                  <a:pt x="17395" y="1747"/>
                  <a:pt x="17388" y="1743"/>
                  <a:pt x="17384" y="1740"/>
                </a:cubicBezTo>
                <a:cubicBezTo>
                  <a:pt x="17374" y="1729"/>
                  <a:pt x="17374" y="1712"/>
                  <a:pt x="17384" y="1701"/>
                </a:cubicBezTo>
                <a:lnTo>
                  <a:pt x="17627" y="1458"/>
                </a:lnTo>
                <a:cubicBezTo>
                  <a:pt x="17638" y="1448"/>
                  <a:pt x="17655" y="1448"/>
                  <a:pt x="17666" y="1458"/>
                </a:cubicBezTo>
                <a:cubicBezTo>
                  <a:pt x="17677" y="1469"/>
                  <a:pt x="17677" y="1486"/>
                  <a:pt x="17666" y="1497"/>
                </a:cubicBezTo>
                <a:lnTo>
                  <a:pt x="17423" y="1740"/>
                </a:lnTo>
                <a:cubicBezTo>
                  <a:pt x="17416" y="1747"/>
                  <a:pt x="17409" y="1747"/>
                  <a:pt x="17402" y="1747"/>
                </a:cubicBezTo>
                <a:close/>
                <a:moveTo>
                  <a:pt x="16437" y="1747"/>
                </a:moveTo>
                <a:cubicBezTo>
                  <a:pt x="16430" y="1747"/>
                  <a:pt x="16422" y="1743"/>
                  <a:pt x="16419" y="1740"/>
                </a:cubicBezTo>
                <a:cubicBezTo>
                  <a:pt x="16408" y="1729"/>
                  <a:pt x="16408" y="1712"/>
                  <a:pt x="16419" y="1701"/>
                </a:cubicBezTo>
                <a:lnTo>
                  <a:pt x="16662" y="1458"/>
                </a:lnTo>
                <a:cubicBezTo>
                  <a:pt x="16673" y="1448"/>
                  <a:pt x="16691" y="1448"/>
                  <a:pt x="16701" y="1458"/>
                </a:cubicBezTo>
                <a:cubicBezTo>
                  <a:pt x="16712" y="1469"/>
                  <a:pt x="16711" y="1486"/>
                  <a:pt x="16701" y="1497"/>
                </a:cubicBezTo>
                <a:lnTo>
                  <a:pt x="16458" y="1740"/>
                </a:lnTo>
                <a:cubicBezTo>
                  <a:pt x="16451" y="1747"/>
                  <a:pt x="16444" y="1747"/>
                  <a:pt x="16437" y="1747"/>
                </a:cubicBezTo>
                <a:close/>
                <a:moveTo>
                  <a:pt x="15471" y="1747"/>
                </a:moveTo>
                <a:cubicBezTo>
                  <a:pt x="15464" y="1747"/>
                  <a:pt x="15457" y="1743"/>
                  <a:pt x="15454" y="1740"/>
                </a:cubicBezTo>
                <a:cubicBezTo>
                  <a:pt x="15443" y="1729"/>
                  <a:pt x="15443" y="1712"/>
                  <a:pt x="15454" y="1701"/>
                </a:cubicBezTo>
                <a:lnTo>
                  <a:pt x="15693" y="1458"/>
                </a:lnTo>
                <a:cubicBezTo>
                  <a:pt x="15704" y="1448"/>
                  <a:pt x="15721" y="1448"/>
                  <a:pt x="15732" y="1458"/>
                </a:cubicBezTo>
                <a:cubicBezTo>
                  <a:pt x="15743" y="1469"/>
                  <a:pt x="15743" y="1486"/>
                  <a:pt x="15732" y="1497"/>
                </a:cubicBezTo>
                <a:lnTo>
                  <a:pt x="15489" y="1740"/>
                </a:lnTo>
                <a:cubicBezTo>
                  <a:pt x="15485" y="1747"/>
                  <a:pt x="15478" y="1747"/>
                  <a:pt x="15471" y="1747"/>
                </a:cubicBezTo>
                <a:close/>
                <a:moveTo>
                  <a:pt x="14989" y="1747"/>
                </a:moveTo>
                <a:cubicBezTo>
                  <a:pt x="14982" y="1747"/>
                  <a:pt x="14975" y="1743"/>
                  <a:pt x="14971" y="1740"/>
                </a:cubicBezTo>
                <a:cubicBezTo>
                  <a:pt x="14960" y="1729"/>
                  <a:pt x="14960" y="1712"/>
                  <a:pt x="14971" y="1701"/>
                </a:cubicBezTo>
                <a:lnTo>
                  <a:pt x="15214" y="1458"/>
                </a:lnTo>
                <a:cubicBezTo>
                  <a:pt x="15225" y="1448"/>
                  <a:pt x="15243" y="1448"/>
                  <a:pt x="15253" y="1458"/>
                </a:cubicBezTo>
                <a:cubicBezTo>
                  <a:pt x="15264" y="1469"/>
                  <a:pt x="15263" y="1486"/>
                  <a:pt x="15253" y="1497"/>
                </a:cubicBezTo>
                <a:lnTo>
                  <a:pt x="15010" y="1740"/>
                </a:lnTo>
                <a:cubicBezTo>
                  <a:pt x="15003" y="1747"/>
                  <a:pt x="14996" y="1747"/>
                  <a:pt x="14989" y="1747"/>
                </a:cubicBezTo>
                <a:close/>
                <a:moveTo>
                  <a:pt x="14506" y="1747"/>
                </a:moveTo>
                <a:cubicBezTo>
                  <a:pt x="14499" y="1747"/>
                  <a:pt x="14492" y="1743"/>
                  <a:pt x="14488" y="1740"/>
                </a:cubicBezTo>
                <a:cubicBezTo>
                  <a:pt x="14478" y="1729"/>
                  <a:pt x="14478" y="1712"/>
                  <a:pt x="14488" y="1701"/>
                </a:cubicBezTo>
                <a:lnTo>
                  <a:pt x="14731" y="1458"/>
                </a:lnTo>
                <a:cubicBezTo>
                  <a:pt x="14742" y="1448"/>
                  <a:pt x="14760" y="1448"/>
                  <a:pt x="14770" y="1458"/>
                </a:cubicBezTo>
                <a:cubicBezTo>
                  <a:pt x="14781" y="1469"/>
                  <a:pt x="14781" y="1486"/>
                  <a:pt x="14770" y="1497"/>
                </a:cubicBezTo>
                <a:lnTo>
                  <a:pt x="14531" y="1740"/>
                </a:lnTo>
                <a:cubicBezTo>
                  <a:pt x="14520" y="1747"/>
                  <a:pt x="14513" y="1747"/>
                  <a:pt x="14506" y="1747"/>
                </a:cubicBezTo>
                <a:close/>
                <a:moveTo>
                  <a:pt x="14023" y="1747"/>
                </a:moveTo>
                <a:cubicBezTo>
                  <a:pt x="14016" y="1747"/>
                  <a:pt x="14009" y="1743"/>
                  <a:pt x="14006" y="1740"/>
                </a:cubicBezTo>
                <a:cubicBezTo>
                  <a:pt x="13995" y="1729"/>
                  <a:pt x="13995" y="1712"/>
                  <a:pt x="14006" y="1701"/>
                </a:cubicBezTo>
                <a:lnTo>
                  <a:pt x="14249" y="1458"/>
                </a:lnTo>
                <a:cubicBezTo>
                  <a:pt x="14259" y="1448"/>
                  <a:pt x="14278" y="1448"/>
                  <a:pt x="14288" y="1458"/>
                </a:cubicBezTo>
                <a:cubicBezTo>
                  <a:pt x="14299" y="1469"/>
                  <a:pt x="14298" y="1486"/>
                  <a:pt x="14288" y="1497"/>
                </a:cubicBezTo>
                <a:lnTo>
                  <a:pt x="14045" y="1740"/>
                </a:lnTo>
                <a:cubicBezTo>
                  <a:pt x="14037" y="1747"/>
                  <a:pt x="14030" y="1747"/>
                  <a:pt x="14023" y="1747"/>
                </a:cubicBezTo>
                <a:close/>
                <a:moveTo>
                  <a:pt x="13541" y="1747"/>
                </a:moveTo>
                <a:cubicBezTo>
                  <a:pt x="13534" y="1747"/>
                  <a:pt x="13527" y="1743"/>
                  <a:pt x="13523" y="1740"/>
                </a:cubicBezTo>
                <a:cubicBezTo>
                  <a:pt x="13513" y="1729"/>
                  <a:pt x="13513" y="1712"/>
                  <a:pt x="13523" y="1701"/>
                </a:cubicBezTo>
                <a:lnTo>
                  <a:pt x="13763" y="1458"/>
                </a:lnTo>
                <a:cubicBezTo>
                  <a:pt x="13773" y="1448"/>
                  <a:pt x="13791" y="1448"/>
                  <a:pt x="13801" y="1458"/>
                </a:cubicBezTo>
                <a:cubicBezTo>
                  <a:pt x="13812" y="1469"/>
                  <a:pt x="13812" y="1486"/>
                  <a:pt x="13801" y="1497"/>
                </a:cubicBezTo>
                <a:lnTo>
                  <a:pt x="13558" y="1740"/>
                </a:lnTo>
                <a:cubicBezTo>
                  <a:pt x="13555" y="1747"/>
                  <a:pt x="13548" y="1747"/>
                  <a:pt x="13541" y="1747"/>
                </a:cubicBezTo>
                <a:close/>
                <a:moveTo>
                  <a:pt x="13058" y="1747"/>
                </a:moveTo>
                <a:cubicBezTo>
                  <a:pt x="13051" y="1747"/>
                  <a:pt x="13044" y="1743"/>
                  <a:pt x="13041" y="1740"/>
                </a:cubicBezTo>
                <a:cubicBezTo>
                  <a:pt x="13030" y="1729"/>
                  <a:pt x="13030" y="1712"/>
                  <a:pt x="13041" y="1701"/>
                </a:cubicBezTo>
                <a:lnTo>
                  <a:pt x="13284" y="1458"/>
                </a:lnTo>
                <a:cubicBezTo>
                  <a:pt x="13294" y="1448"/>
                  <a:pt x="13312" y="1448"/>
                  <a:pt x="13322" y="1458"/>
                </a:cubicBezTo>
                <a:cubicBezTo>
                  <a:pt x="13333" y="1469"/>
                  <a:pt x="13333" y="1486"/>
                  <a:pt x="13322" y="1497"/>
                </a:cubicBezTo>
                <a:lnTo>
                  <a:pt x="13079" y="1740"/>
                </a:lnTo>
                <a:cubicBezTo>
                  <a:pt x="13072" y="1747"/>
                  <a:pt x="13065" y="1747"/>
                  <a:pt x="13058" y="1747"/>
                </a:cubicBezTo>
                <a:close/>
                <a:moveTo>
                  <a:pt x="12093" y="1747"/>
                </a:moveTo>
                <a:cubicBezTo>
                  <a:pt x="12086" y="1747"/>
                  <a:pt x="12079" y="1743"/>
                  <a:pt x="12075" y="1740"/>
                </a:cubicBezTo>
                <a:cubicBezTo>
                  <a:pt x="12065" y="1729"/>
                  <a:pt x="12065" y="1712"/>
                  <a:pt x="12075" y="1701"/>
                </a:cubicBezTo>
                <a:lnTo>
                  <a:pt x="12318" y="1458"/>
                </a:lnTo>
                <a:cubicBezTo>
                  <a:pt x="12329" y="1448"/>
                  <a:pt x="12347" y="1448"/>
                  <a:pt x="12357" y="1458"/>
                </a:cubicBezTo>
                <a:cubicBezTo>
                  <a:pt x="12368" y="1469"/>
                  <a:pt x="12368" y="1486"/>
                  <a:pt x="12357" y="1497"/>
                </a:cubicBezTo>
                <a:lnTo>
                  <a:pt x="12114" y="1740"/>
                </a:lnTo>
                <a:cubicBezTo>
                  <a:pt x="12107" y="1747"/>
                  <a:pt x="12100" y="1747"/>
                  <a:pt x="12093" y="1747"/>
                </a:cubicBezTo>
                <a:close/>
                <a:moveTo>
                  <a:pt x="11129" y="1747"/>
                </a:moveTo>
                <a:cubicBezTo>
                  <a:pt x="11122" y="1747"/>
                  <a:pt x="11114" y="1743"/>
                  <a:pt x="11111" y="1740"/>
                </a:cubicBezTo>
                <a:cubicBezTo>
                  <a:pt x="11100" y="1729"/>
                  <a:pt x="11100" y="1712"/>
                  <a:pt x="11111" y="1701"/>
                </a:cubicBezTo>
                <a:lnTo>
                  <a:pt x="11354" y="1458"/>
                </a:lnTo>
                <a:cubicBezTo>
                  <a:pt x="11365" y="1448"/>
                  <a:pt x="11382" y="1448"/>
                  <a:pt x="11393" y="1458"/>
                </a:cubicBezTo>
                <a:cubicBezTo>
                  <a:pt x="11403" y="1469"/>
                  <a:pt x="11403" y="1486"/>
                  <a:pt x="11393" y="1497"/>
                </a:cubicBezTo>
                <a:lnTo>
                  <a:pt x="11150" y="1740"/>
                </a:lnTo>
                <a:cubicBezTo>
                  <a:pt x="11143" y="1747"/>
                  <a:pt x="11136" y="1747"/>
                  <a:pt x="11129" y="1747"/>
                </a:cubicBezTo>
                <a:close/>
                <a:moveTo>
                  <a:pt x="10163" y="1747"/>
                </a:moveTo>
                <a:cubicBezTo>
                  <a:pt x="10156" y="1747"/>
                  <a:pt x="10149" y="1743"/>
                  <a:pt x="10146" y="1740"/>
                </a:cubicBezTo>
                <a:cubicBezTo>
                  <a:pt x="10135" y="1729"/>
                  <a:pt x="10135" y="1712"/>
                  <a:pt x="10146" y="1701"/>
                </a:cubicBezTo>
                <a:lnTo>
                  <a:pt x="10389" y="1458"/>
                </a:lnTo>
                <a:cubicBezTo>
                  <a:pt x="10399" y="1448"/>
                  <a:pt x="10417" y="1448"/>
                  <a:pt x="10428" y="1458"/>
                </a:cubicBezTo>
                <a:cubicBezTo>
                  <a:pt x="10438" y="1469"/>
                  <a:pt x="10438" y="1486"/>
                  <a:pt x="10428" y="1497"/>
                </a:cubicBezTo>
                <a:lnTo>
                  <a:pt x="10184" y="1740"/>
                </a:lnTo>
                <a:cubicBezTo>
                  <a:pt x="10177" y="1747"/>
                  <a:pt x="10170" y="1747"/>
                  <a:pt x="10163" y="1747"/>
                </a:cubicBezTo>
                <a:close/>
                <a:moveTo>
                  <a:pt x="9681" y="1747"/>
                </a:moveTo>
                <a:cubicBezTo>
                  <a:pt x="9674" y="1747"/>
                  <a:pt x="9667" y="1743"/>
                  <a:pt x="9663" y="1740"/>
                </a:cubicBezTo>
                <a:cubicBezTo>
                  <a:pt x="9652" y="1729"/>
                  <a:pt x="9652" y="1712"/>
                  <a:pt x="9663" y="1701"/>
                </a:cubicBezTo>
                <a:lnTo>
                  <a:pt x="9906" y="1458"/>
                </a:lnTo>
                <a:cubicBezTo>
                  <a:pt x="9917" y="1448"/>
                  <a:pt x="9934" y="1448"/>
                  <a:pt x="9945" y="1458"/>
                </a:cubicBezTo>
                <a:cubicBezTo>
                  <a:pt x="9955" y="1469"/>
                  <a:pt x="9955" y="1486"/>
                  <a:pt x="9945" y="1497"/>
                </a:cubicBezTo>
                <a:lnTo>
                  <a:pt x="9702" y="1740"/>
                </a:lnTo>
                <a:cubicBezTo>
                  <a:pt x="9695" y="1747"/>
                  <a:pt x="9688" y="1747"/>
                  <a:pt x="9681" y="1747"/>
                </a:cubicBezTo>
                <a:close/>
                <a:moveTo>
                  <a:pt x="9198" y="1747"/>
                </a:moveTo>
                <a:cubicBezTo>
                  <a:pt x="9191" y="1747"/>
                  <a:pt x="9184" y="1743"/>
                  <a:pt x="9180" y="1740"/>
                </a:cubicBezTo>
                <a:cubicBezTo>
                  <a:pt x="9170" y="1729"/>
                  <a:pt x="9170" y="1712"/>
                  <a:pt x="9180" y="1701"/>
                </a:cubicBezTo>
                <a:lnTo>
                  <a:pt x="9420" y="1458"/>
                </a:lnTo>
                <a:cubicBezTo>
                  <a:pt x="9431" y="1448"/>
                  <a:pt x="9448" y="1448"/>
                  <a:pt x="9459" y="1458"/>
                </a:cubicBezTo>
                <a:cubicBezTo>
                  <a:pt x="9469" y="1469"/>
                  <a:pt x="9469" y="1486"/>
                  <a:pt x="9459" y="1497"/>
                </a:cubicBezTo>
                <a:lnTo>
                  <a:pt x="9216" y="1740"/>
                </a:lnTo>
                <a:cubicBezTo>
                  <a:pt x="9212" y="1747"/>
                  <a:pt x="9205" y="1747"/>
                  <a:pt x="9198" y="1747"/>
                </a:cubicBezTo>
                <a:close/>
                <a:moveTo>
                  <a:pt x="8715" y="1747"/>
                </a:moveTo>
                <a:cubicBezTo>
                  <a:pt x="8708" y="1747"/>
                  <a:pt x="8701" y="1743"/>
                  <a:pt x="8698" y="1740"/>
                </a:cubicBezTo>
                <a:cubicBezTo>
                  <a:pt x="8687" y="1729"/>
                  <a:pt x="8687" y="1712"/>
                  <a:pt x="8698" y="1701"/>
                </a:cubicBezTo>
                <a:lnTo>
                  <a:pt x="8941" y="1458"/>
                </a:lnTo>
                <a:cubicBezTo>
                  <a:pt x="8951" y="1448"/>
                  <a:pt x="8969" y="1448"/>
                  <a:pt x="8980" y="1458"/>
                </a:cubicBezTo>
                <a:cubicBezTo>
                  <a:pt x="8990" y="1469"/>
                  <a:pt x="8990" y="1486"/>
                  <a:pt x="8980" y="1497"/>
                </a:cubicBezTo>
                <a:lnTo>
                  <a:pt x="8737" y="1740"/>
                </a:lnTo>
                <a:cubicBezTo>
                  <a:pt x="8730" y="1747"/>
                  <a:pt x="8722" y="1747"/>
                  <a:pt x="8715" y="1747"/>
                </a:cubicBezTo>
                <a:close/>
                <a:moveTo>
                  <a:pt x="8233" y="1747"/>
                </a:moveTo>
                <a:cubicBezTo>
                  <a:pt x="8226" y="1747"/>
                  <a:pt x="8219" y="1743"/>
                  <a:pt x="8215" y="1740"/>
                </a:cubicBezTo>
                <a:cubicBezTo>
                  <a:pt x="8205" y="1729"/>
                  <a:pt x="8205" y="1712"/>
                  <a:pt x="8215" y="1701"/>
                </a:cubicBezTo>
                <a:lnTo>
                  <a:pt x="8458" y="1458"/>
                </a:lnTo>
                <a:cubicBezTo>
                  <a:pt x="8469" y="1448"/>
                  <a:pt x="8486" y="1448"/>
                  <a:pt x="8497" y="1458"/>
                </a:cubicBezTo>
                <a:cubicBezTo>
                  <a:pt x="8508" y="1469"/>
                  <a:pt x="8508" y="1486"/>
                  <a:pt x="8497" y="1497"/>
                </a:cubicBezTo>
                <a:lnTo>
                  <a:pt x="8257" y="1740"/>
                </a:lnTo>
                <a:cubicBezTo>
                  <a:pt x="8247" y="1747"/>
                  <a:pt x="8240" y="1747"/>
                  <a:pt x="8233" y="1747"/>
                </a:cubicBezTo>
                <a:close/>
                <a:moveTo>
                  <a:pt x="7750" y="1747"/>
                </a:moveTo>
                <a:cubicBezTo>
                  <a:pt x="7743" y="1747"/>
                  <a:pt x="7736" y="1743"/>
                  <a:pt x="7733" y="1740"/>
                </a:cubicBezTo>
                <a:cubicBezTo>
                  <a:pt x="7722" y="1729"/>
                  <a:pt x="7722" y="1712"/>
                  <a:pt x="7733" y="1701"/>
                </a:cubicBezTo>
                <a:lnTo>
                  <a:pt x="7976" y="1458"/>
                </a:lnTo>
                <a:cubicBezTo>
                  <a:pt x="7986" y="1448"/>
                  <a:pt x="8004" y="1448"/>
                  <a:pt x="8014" y="1458"/>
                </a:cubicBezTo>
                <a:cubicBezTo>
                  <a:pt x="8025" y="1469"/>
                  <a:pt x="8025" y="1486"/>
                  <a:pt x="8014" y="1497"/>
                </a:cubicBezTo>
                <a:lnTo>
                  <a:pt x="7771" y="1740"/>
                </a:lnTo>
                <a:cubicBezTo>
                  <a:pt x="7764" y="1747"/>
                  <a:pt x="7757" y="1747"/>
                  <a:pt x="7750" y="1747"/>
                </a:cubicBezTo>
                <a:close/>
                <a:moveTo>
                  <a:pt x="6785" y="1747"/>
                </a:moveTo>
                <a:cubicBezTo>
                  <a:pt x="6778" y="1747"/>
                  <a:pt x="6771" y="1743"/>
                  <a:pt x="6767" y="1740"/>
                </a:cubicBezTo>
                <a:cubicBezTo>
                  <a:pt x="6757" y="1729"/>
                  <a:pt x="6757" y="1712"/>
                  <a:pt x="6767" y="1701"/>
                </a:cubicBezTo>
                <a:lnTo>
                  <a:pt x="7010" y="1458"/>
                </a:lnTo>
                <a:cubicBezTo>
                  <a:pt x="7021" y="1448"/>
                  <a:pt x="7039" y="1448"/>
                  <a:pt x="7049" y="1458"/>
                </a:cubicBezTo>
                <a:cubicBezTo>
                  <a:pt x="7060" y="1469"/>
                  <a:pt x="7060" y="1486"/>
                  <a:pt x="7049" y="1497"/>
                </a:cubicBezTo>
                <a:lnTo>
                  <a:pt x="6806" y="1740"/>
                </a:lnTo>
                <a:cubicBezTo>
                  <a:pt x="6799" y="1747"/>
                  <a:pt x="6792" y="1747"/>
                  <a:pt x="6785" y="1747"/>
                </a:cubicBezTo>
                <a:close/>
                <a:moveTo>
                  <a:pt x="6302" y="1747"/>
                </a:moveTo>
                <a:cubicBezTo>
                  <a:pt x="6295" y="1747"/>
                  <a:pt x="6288" y="1743"/>
                  <a:pt x="6285" y="1740"/>
                </a:cubicBezTo>
                <a:cubicBezTo>
                  <a:pt x="6274" y="1729"/>
                  <a:pt x="6274" y="1712"/>
                  <a:pt x="6285" y="1701"/>
                </a:cubicBezTo>
                <a:lnTo>
                  <a:pt x="6528" y="1458"/>
                </a:lnTo>
                <a:cubicBezTo>
                  <a:pt x="6538" y="1448"/>
                  <a:pt x="6556" y="1448"/>
                  <a:pt x="6566" y="1458"/>
                </a:cubicBezTo>
                <a:cubicBezTo>
                  <a:pt x="6577" y="1469"/>
                  <a:pt x="6577" y="1486"/>
                  <a:pt x="6566" y="1497"/>
                </a:cubicBezTo>
                <a:lnTo>
                  <a:pt x="6323" y="1740"/>
                </a:lnTo>
                <a:cubicBezTo>
                  <a:pt x="6316" y="1747"/>
                  <a:pt x="6309" y="1747"/>
                  <a:pt x="6302" y="1747"/>
                </a:cubicBezTo>
                <a:close/>
                <a:moveTo>
                  <a:pt x="5820" y="1747"/>
                </a:moveTo>
                <a:cubicBezTo>
                  <a:pt x="5813" y="1747"/>
                  <a:pt x="5806" y="1743"/>
                  <a:pt x="5802" y="1740"/>
                </a:cubicBezTo>
                <a:cubicBezTo>
                  <a:pt x="5791" y="1729"/>
                  <a:pt x="5791" y="1712"/>
                  <a:pt x="5802" y="1701"/>
                </a:cubicBezTo>
                <a:lnTo>
                  <a:pt x="6045" y="1458"/>
                </a:lnTo>
                <a:cubicBezTo>
                  <a:pt x="6056" y="1448"/>
                  <a:pt x="6073" y="1448"/>
                  <a:pt x="6084" y="1458"/>
                </a:cubicBezTo>
                <a:cubicBezTo>
                  <a:pt x="6094" y="1469"/>
                  <a:pt x="6094" y="1486"/>
                  <a:pt x="6084" y="1497"/>
                </a:cubicBezTo>
                <a:lnTo>
                  <a:pt x="5841" y="1740"/>
                </a:lnTo>
                <a:cubicBezTo>
                  <a:pt x="5834" y="1747"/>
                  <a:pt x="5827" y="1747"/>
                  <a:pt x="5820" y="1747"/>
                </a:cubicBezTo>
                <a:close/>
                <a:moveTo>
                  <a:pt x="5337" y="1747"/>
                </a:moveTo>
                <a:cubicBezTo>
                  <a:pt x="5330" y="1747"/>
                  <a:pt x="5323" y="1743"/>
                  <a:pt x="5319" y="1740"/>
                </a:cubicBezTo>
                <a:cubicBezTo>
                  <a:pt x="5309" y="1729"/>
                  <a:pt x="5309" y="1712"/>
                  <a:pt x="5319" y="1701"/>
                </a:cubicBezTo>
                <a:lnTo>
                  <a:pt x="5562" y="1458"/>
                </a:lnTo>
                <a:cubicBezTo>
                  <a:pt x="5573" y="1448"/>
                  <a:pt x="5591" y="1448"/>
                  <a:pt x="5601" y="1458"/>
                </a:cubicBezTo>
                <a:cubicBezTo>
                  <a:pt x="5612" y="1469"/>
                  <a:pt x="5612" y="1486"/>
                  <a:pt x="5601" y="1497"/>
                </a:cubicBezTo>
                <a:lnTo>
                  <a:pt x="5358" y="1740"/>
                </a:lnTo>
                <a:cubicBezTo>
                  <a:pt x="5351" y="1747"/>
                  <a:pt x="5344" y="1747"/>
                  <a:pt x="5337" y="1747"/>
                </a:cubicBezTo>
                <a:close/>
                <a:moveTo>
                  <a:pt x="1959" y="1747"/>
                </a:moveTo>
                <a:cubicBezTo>
                  <a:pt x="1951" y="1747"/>
                  <a:pt x="1944" y="1743"/>
                  <a:pt x="1941" y="1740"/>
                </a:cubicBezTo>
                <a:cubicBezTo>
                  <a:pt x="1930" y="1729"/>
                  <a:pt x="1930" y="1712"/>
                  <a:pt x="1941" y="1701"/>
                </a:cubicBezTo>
                <a:lnTo>
                  <a:pt x="2184" y="1458"/>
                </a:lnTo>
                <a:cubicBezTo>
                  <a:pt x="2195" y="1448"/>
                  <a:pt x="2212" y="1448"/>
                  <a:pt x="2223" y="1458"/>
                </a:cubicBezTo>
                <a:cubicBezTo>
                  <a:pt x="2233" y="1469"/>
                  <a:pt x="2233" y="1486"/>
                  <a:pt x="2223" y="1497"/>
                </a:cubicBezTo>
                <a:lnTo>
                  <a:pt x="1980" y="1740"/>
                </a:lnTo>
                <a:cubicBezTo>
                  <a:pt x="1969" y="1747"/>
                  <a:pt x="1966" y="1747"/>
                  <a:pt x="1959" y="1747"/>
                </a:cubicBezTo>
                <a:close/>
                <a:moveTo>
                  <a:pt x="1476" y="1747"/>
                </a:moveTo>
                <a:cubicBezTo>
                  <a:pt x="1469" y="1747"/>
                  <a:pt x="1462" y="1743"/>
                  <a:pt x="1458" y="1740"/>
                </a:cubicBezTo>
                <a:cubicBezTo>
                  <a:pt x="1448" y="1729"/>
                  <a:pt x="1448" y="1712"/>
                  <a:pt x="1458" y="1701"/>
                </a:cubicBezTo>
                <a:lnTo>
                  <a:pt x="1701" y="1458"/>
                </a:lnTo>
                <a:cubicBezTo>
                  <a:pt x="1712" y="1448"/>
                  <a:pt x="1729" y="1448"/>
                  <a:pt x="1740" y="1458"/>
                </a:cubicBezTo>
                <a:cubicBezTo>
                  <a:pt x="1750" y="1469"/>
                  <a:pt x="1751" y="1486"/>
                  <a:pt x="1740" y="1497"/>
                </a:cubicBezTo>
                <a:lnTo>
                  <a:pt x="1497" y="1740"/>
                </a:lnTo>
                <a:cubicBezTo>
                  <a:pt x="1486" y="1747"/>
                  <a:pt x="1483" y="1747"/>
                  <a:pt x="1476" y="1747"/>
                </a:cubicBezTo>
                <a:close/>
                <a:moveTo>
                  <a:pt x="993" y="1747"/>
                </a:moveTo>
                <a:cubicBezTo>
                  <a:pt x="986" y="1747"/>
                  <a:pt x="979" y="1743"/>
                  <a:pt x="976" y="1740"/>
                </a:cubicBezTo>
                <a:cubicBezTo>
                  <a:pt x="965" y="1729"/>
                  <a:pt x="965" y="1712"/>
                  <a:pt x="976" y="1701"/>
                </a:cubicBezTo>
                <a:lnTo>
                  <a:pt x="1219" y="1458"/>
                </a:lnTo>
                <a:cubicBezTo>
                  <a:pt x="1229" y="1448"/>
                  <a:pt x="1247" y="1448"/>
                  <a:pt x="1257" y="1458"/>
                </a:cubicBezTo>
                <a:cubicBezTo>
                  <a:pt x="1268" y="1469"/>
                  <a:pt x="1268" y="1486"/>
                  <a:pt x="1257" y="1497"/>
                </a:cubicBezTo>
                <a:lnTo>
                  <a:pt x="1014" y="1740"/>
                </a:lnTo>
                <a:cubicBezTo>
                  <a:pt x="1004" y="1747"/>
                  <a:pt x="1000" y="1747"/>
                  <a:pt x="993" y="1747"/>
                </a:cubicBezTo>
                <a:close/>
                <a:moveTo>
                  <a:pt x="511" y="1747"/>
                </a:moveTo>
                <a:cubicBezTo>
                  <a:pt x="504" y="1747"/>
                  <a:pt x="497" y="1743"/>
                  <a:pt x="493" y="1740"/>
                </a:cubicBezTo>
                <a:cubicBezTo>
                  <a:pt x="482" y="1729"/>
                  <a:pt x="482" y="1712"/>
                  <a:pt x="493" y="1701"/>
                </a:cubicBezTo>
                <a:lnTo>
                  <a:pt x="736" y="1458"/>
                </a:lnTo>
                <a:cubicBezTo>
                  <a:pt x="747" y="1448"/>
                  <a:pt x="764" y="1448"/>
                  <a:pt x="775" y="1458"/>
                </a:cubicBezTo>
                <a:cubicBezTo>
                  <a:pt x="785" y="1469"/>
                  <a:pt x="785" y="1486"/>
                  <a:pt x="775" y="1497"/>
                </a:cubicBezTo>
                <a:lnTo>
                  <a:pt x="532" y="1740"/>
                </a:lnTo>
                <a:cubicBezTo>
                  <a:pt x="521" y="1747"/>
                  <a:pt x="514" y="1747"/>
                  <a:pt x="511" y="1747"/>
                </a:cubicBezTo>
                <a:close/>
                <a:moveTo>
                  <a:pt x="28" y="1747"/>
                </a:moveTo>
                <a:cubicBezTo>
                  <a:pt x="21" y="1747"/>
                  <a:pt x="14" y="1743"/>
                  <a:pt x="10" y="1740"/>
                </a:cubicBezTo>
                <a:cubicBezTo>
                  <a:pt x="0" y="1729"/>
                  <a:pt x="0" y="1712"/>
                  <a:pt x="10" y="1701"/>
                </a:cubicBezTo>
                <a:lnTo>
                  <a:pt x="253" y="1458"/>
                </a:lnTo>
                <a:cubicBezTo>
                  <a:pt x="264" y="1448"/>
                  <a:pt x="282" y="1448"/>
                  <a:pt x="292" y="1458"/>
                </a:cubicBezTo>
                <a:cubicBezTo>
                  <a:pt x="303" y="1469"/>
                  <a:pt x="303" y="1486"/>
                  <a:pt x="292" y="1497"/>
                </a:cubicBezTo>
                <a:lnTo>
                  <a:pt x="49" y="1740"/>
                </a:lnTo>
                <a:cubicBezTo>
                  <a:pt x="39" y="1747"/>
                  <a:pt x="31" y="1747"/>
                  <a:pt x="28" y="1747"/>
                </a:cubicBezTo>
                <a:close/>
                <a:moveTo>
                  <a:pt x="23193" y="1747"/>
                </a:moveTo>
                <a:cubicBezTo>
                  <a:pt x="23186" y="1747"/>
                  <a:pt x="23179" y="1743"/>
                  <a:pt x="23176" y="1740"/>
                </a:cubicBezTo>
                <a:cubicBezTo>
                  <a:pt x="23165" y="1729"/>
                  <a:pt x="23165" y="1712"/>
                  <a:pt x="23176" y="1701"/>
                </a:cubicBezTo>
                <a:lnTo>
                  <a:pt x="23419" y="1458"/>
                </a:lnTo>
                <a:cubicBezTo>
                  <a:pt x="23430" y="1448"/>
                  <a:pt x="23447" y="1448"/>
                  <a:pt x="23458" y="1458"/>
                </a:cubicBezTo>
                <a:cubicBezTo>
                  <a:pt x="23468" y="1469"/>
                  <a:pt x="23468" y="1486"/>
                  <a:pt x="23458" y="1497"/>
                </a:cubicBezTo>
                <a:lnTo>
                  <a:pt x="23215" y="1740"/>
                </a:lnTo>
                <a:cubicBezTo>
                  <a:pt x="23208" y="1747"/>
                  <a:pt x="23201" y="1747"/>
                  <a:pt x="23193" y="1747"/>
                </a:cubicBezTo>
                <a:close/>
                <a:moveTo>
                  <a:pt x="22228" y="1747"/>
                </a:moveTo>
                <a:cubicBezTo>
                  <a:pt x="22221" y="1747"/>
                  <a:pt x="22214" y="1743"/>
                  <a:pt x="22211" y="1740"/>
                </a:cubicBezTo>
                <a:cubicBezTo>
                  <a:pt x="22200" y="1729"/>
                  <a:pt x="22200" y="1712"/>
                  <a:pt x="22211" y="1701"/>
                </a:cubicBezTo>
                <a:lnTo>
                  <a:pt x="22454" y="1458"/>
                </a:lnTo>
                <a:cubicBezTo>
                  <a:pt x="22464" y="1448"/>
                  <a:pt x="22482" y="1448"/>
                  <a:pt x="22492" y="1458"/>
                </a:cubicBezTo>
                <a:cubicBezTo>
                  <a:pt x="22503" y="1469"/>
                  <a:pt x="22503" y="1486"/>
                  <a:pt x="22492" y="1497"/>
                </a:cubicBezTo>
                <a:lnTo>
                  <a:pt x="22249" y="1740"/>
                </a:lnTo>
                <a:cubicBezTo>
                  <a:pt x="22242" y="1747"/>
                  <a:pt x="22235" y="1747"/>
                  <a:pt x="22228" y="1747"/>
                </a:cubicBezTo>
                <a:close/>
                <a:moveTo>
                  <a:pt x="21263" y="1747"/>
                </a:moveTo>
                <a:cubicBezTo>
                  <a:pt x="21256" y="1747"/>
                  <a:pt x="21249" y="1743"/>
                  <a:pt x="21245" y="1740"/>
                </a:cubicBezTo>
                <a:cubicBezTo>
                  <a:pt x="21235" y="1729"/>
                  <a:pt x="21235" y="1712"/>
                  <a:pt x="21245" y="1701"/>
                </a:cubicBezTo>
                <a:lnTo>
                  <a:pt x="21488" y="1458"/>
                </a:lnTo>
                <a:cubicBezTo>
                  <a:pt x="21499" y="1448"/>
                  <a:pt x="21517" y="1448"/>
                  <a:pt x="21527" y="1458"/>
                </a:cubicBezTo>
                <a:cubicBezTo>
                  <a:pt x="21538" y="1469"/>
                  <a:pt x="21538" y="1486"/>
                  <a:pt x="21527" y="1497"/>
                </a:cubicBezTo>
                <a:lnTo>
                  <a:pt x="21284" y="1740"/>
                </a:lnTo>
                <a:cubicBezTo>
                  <a:pt x="21277" y="1747"/>
                  <a:pt x="21270" y="1747"/>
                  <a:pt x="21263" y="1747"/>
                </a:cubicBezTo>
                <a:close/>
                <a:moveTo>
                  <a:pt x="17884" y="1747"/>
                </a:moveTo>
                <a:cubicBezTo>
                  <a:pt x="17877" y="1747"/>
                  <a:pt x="17870" y="1743"/>
                  <a:pt x="17867" y="1740"/>
                </a:cubicBezTo>
                <a:cubicBezTo>
                  <a:pt x="17856" y="1729"/>
                  <a:pt x="17856" y="1712"/>
                  <a:pt x="17867" y="1701"/>
                </a:cubicBezTo>
                <a:lnTo>
                  <a:pt x="18110" y="1458"/>
                </a:lnTo>
                <a:cubicBezTo>
                  <a:pt x="18121" y="1448"/>
                  <a:pt x="18138" y="1448"/>
                  <a:pt x="18149" y="1458"/>
                </a:cubicBezTo>
                <a:cubicBezTo>
                  <a:pt x="18159" y="1469"/>
                  <a:pt x="18159" y="1486"/>
                  <a:pt x="18149" y="1497"/>
                </a:cubicBezTo>
                <a:lnTo>
                  <a:pt x="17906" y="1740"/>
                </a:lnTo>
                <a:cubicBezTo>
                  <a:pt x="17899" y="1747"/>
                  <a:pt x="17892" y="1747"/>
                  <a:pt x="17884" y="1747"/>
                </a:cubicBezTo>
                <a:close/>
                <a:moveTo>
                  <a:pt x="16919" y="1747"/>
                </a:moveTo>
                <a:cubicBezTo>
                  <a:pt x="16912" y="1747"/>
                  <a:pt x="16905" y="1743"/>
                  <a:pt x="16902" y="1740"/>
                </a:cubicBezTo>
                <a:cubicBezTo>
                  <a:pt x="16891" y="1729"/>
                  <a:pt x="16891" y="1712"/>
                  <a:pt x="16902" y="1701"/>
                </a:cubicBezTo>
                <a:lnTo>
                  <a:pt x="17145" y="1458"/>
                </a:lnTo>
                <a:cubicBezTo>
                  <a:pt x="17155" y="1448"/>
                  <a:pt x="17173" y="1448"/>
                  <a:pt x="17183" y="1458"/>
                </a:cubicBezTo>
                <a:cubicBezTo>
                  <a:pt x="17194" y="1469"/>
                  <a:pt x="17194" y="1486"/>
                  <a:pt x="17183" y="1497"/>
                </a:cubicBezTo>
                <a:lnTo>
                  <a:pt x="16940" y="1740"/>
                </a:lnTo>
                <a:cubicBezTo>
                  <a:pt x="16933" y="1747"/>
                  <a:pt x="16926" y="1747"/>
                  <a:pt x="16919" y="1747"/>
                </a:cubicBezTo>
                <a:close/>
                <a:moveTo>
                  <a:pt x="15954" y="1747"/>
                </a:moveTo>
                <a:cubicBezTo>
                  <a:pt x="15947" y="1747"/>
                  <a:pt x="15940" y="1743"/>
                  <a:pt x="15936" y="1740"/>
                </a:cubicBezTo>
                <a:cubicBezTo>
                  <a:pt x="15926" y="1729"/>
                  <a:pt x="15926" y="1712"/>
                  <a:pt x="15936" y="1701"/>
                </a:cubicBezTo>
                <a:lnTo>
                  <a:pt x="16179" y="1458"/>
                </a:lnTo>
                <a:cubicBezTo>
                  <a:pt x="16190" y="1448"/>
                  <a:pt x="16208" y="1448"/>
                  <a:pt x="16218" y="1458"/>
                </a:cubicBezTo>
                <a:cubicBezTo>
                  <a:pt x="16229" y="1469"/>
                  <a:pt x="16229" y="1486"/>
                  <a:pt x="16218" y="1497"/>
                </a:cubicBezTo>
                <a:lnTo>
                  <a:pt x="15975" y="1740"/>
                </a:lnTo>
                <a:cubicBezTo>
                  <a:pt x="15968" y="1747"/>
                  <a:pt x="15961" y="1747"/>
                  <a:pt x="15954" y="1747"/>
                </a:cubicBezTo>
                <a:close/>
                <a:moveTo>
                  <a:pt x="12575" y="1747"/>
                </a:moveTo>
                <a:cubicBezTo>
                  <a:pt x="12568" y="1747"/>
                  <a:pt x="12561" y="1743"/>
                  <a:pt x="12558" y="1740"/>
                </a:cubicBezTo>
                <a:cubicBezTo>
                  <a:pt x="12547" y="1729"/>
                  <a:pt x="12547" y="1712"/>
                  <a:pt x="12558" y="1701"/>
                </a:cubicBezTo>
                <a:lnTo>
                  <a:pt x="12801" y="1458"/>
                </a:lnTo>
                <a:cubicBezTo>
                  <a:pt x="12812" y="1448"/>
                  <a:pt x="12830" y="1448"/>
                  <a:pt x="12840" y="1458"/>
                </a:cubicBezTo>
                <a:cubicBezTo>
                  <a:pt x="12851" y="1469"/>
                  <a:pt x="12850" y="1486"/>
                  <a:pt x="12840" y="1497"/>
                </a:cubicBezTo>
                <a:lnTo>
                  <a:pt x="12597" y="1740"/>
                </a:lnTo>
                <a:cubicBezTo>
                  <a:pt x="12590" y="1747"/>
                  <a:pt x="12583" y="1747"/>
                  <a:pt x="12575" y="1747"/>
                </a:cubicBezTo>
                <a:close/>
                <a:moveTo>
                  <a:pt x="11611" y="1747"/>
                </a:moveTo>
                <a:cubicBezTo>
                  <a:pt x="11604" y="1747"/>
                  <a:pt x="11597" y="1743"/>
                  <a:pt x="11594" y="1740"/>
                </a:cubicBezTo>
                <a:cubicBezTo>
                  <a:pt x="11583" y="1729"/>
                  <a:pt x="11583" y="1712"/>
                  <a:pt x="11594" y="1701"/>
                </a:cubicBezTo>
                <a:lnTo>
                  <a:pt x="11836" y="1458"/>
                </a:lnTo>
                <a:cubicBezTo>
                  <a:pt x="11846" y="1448"/>
                  <a:pt x="11864" y="1448"/>
                  <a:pt x="11874" y="1458"/>
                </a:cubicBezTo>
                <a:cubicBezTo>
                  <a:pt x="11885" y="1469"/>
                  <a:pt x="11885" y="1486"/>
                  <a:pt x="11874" y="1497"/>
                </a:cubicBezTo>
                <a:lnTo>
                  <a:pt x="11632" y="1740"/>
                </a:lnTo>
                <a:cubicBezTo>
                  <a:pt x="11625" y="1747"/>
                  <a:pt x="11618" y="1747"/>
                  <a:pt x="11611" y="1747"/>
                </a:cubicBezTo>
                <a:close/>
                <a:moveTo>
                  <a:pt x="10646" y="1747"/>
                </a:moveTo>
                <a:cubicBezTo>
                  <a:pt x="10639" y="1747"/>
                  <a:pt x="10632" y="1743"/>
                  <a:pt x="10628" y="1740"/>
                </a:cubicBezTo>
                <a:cubicBezTo>
                  <a:pt x="10618" y="1729"/>
                  <a:pt x="10618" y="1712"/>
                  <a:pt x="10628" y="1701"/>
                </a:cubicBezTo>
                <a:lnTo>
                  <a:pt x="10871" y="1458"/>
                </a:lnTo>
                <a:cubicBezTo>
                  <a:pt x="10882" y="1448"/>
                  <a:pt x="10899" y="1448"/>
                  <a:pt x="10910" y="1458"/>
                </a:cubicBezTo>
                <a:cubicBezTo>
                  <a:pt x="10920" y="1469"/>
                  <a:pt x="10921" y="1486"/>
                  <a:pt x="10910" y="1497"/>
                </a:cubicBezTo>
                <a:lnTo>
                  <a:pt x="10667" y="1740"/>
                </a:lnTo>
                <a:cubicBezTo>
                  <a:pt x="10660" y="1747"/>
                  <a:pt x="10653" y="1747"/>
                  <a:pt x="10646" y="1747"/>
                </a:cubicBezTo>
                <a:close/>
                <a:moveTo>
                  <a:pt x="7268" y="1747"/>
                </a:moveTo>
                <a:cubicBezTo>
                  <a:pt x="7260" y="1747"/>
                  <a:pt x="7253" y="1743"/>
                  <a:pt x="7250" y="1740"/>
                </a:cubicBezTo>
                <a:cubicBezTo>
                  <a:pt x="7239" y="1729"/>
                  <a:pt x="7239" y="1712"/>
                  <a:pt x="7250" y="1701"/>
                </a:cubicBezTo>
                <a:lnTo>
                  <a:pt x="7493" y="1458"/>
                </a:lnTo>
                <a:cubicBezTo>
                  <a:pt x="7504" y="1448"/>
                  <a:pt x="7521" y="1448"/>
                  <a:pt x="7532" y="1458"/>
                </a:cubicBezTo>
                <a:cubicBezTo>
                  <a:pt x="7542" y="1469"/>
                  <a:pt x="7542" y="1486"/>
                  <a:pt x="7532" y="1497"/>
                </a:cubicBezTo>
                <a:lnTo>
                  <a:pt x="7289" y="1740"/>
                </a:lnTo>
                <a:cubicBezTo>
                  <a:pt x="7282" y="1747"/>
                  <a:pt x="7275" y="1747"/>
                  <a:pt x="7268" y="1747"/>
                </a:cubicBezTo>
                <a:close/>
                <a:moveTo>
                  <a:pt x="4854" y="1747"/>
                </a:moveTo>
                <a:cubicBezTo>
                  <a:pt x="4847" y="1747"/>
                  <a:pt x="4840" y="1743"/>
                  <a:pt x="4837" y="1740"/>
                </a:cubicBezTo>
                <a:cubicBezTo>
                  <a:pt x="4826" y="1729"/>
                  <a:pt x="4826" y="1712"/>
                  <a:pt x="4837" y="1701"/>
                </a:cubicBezTo>
                <a:lnTo>
                  <a:pt x="5080" y="1458"/>
                </a:lnTo>
                <a:cubicBezTo>
                  <a:pt x="5090" y="1448"/>
                  <a:pt x="5108" y="1448"/>
                  <a:pt x="5119" y="1458"/>
                </a:cubicBezTo>
                <a:cubicBezTo>
                  <a:pt x="5129" y="1469"/>
                  <a:pt x="5129" y="1486"/>
                  <a:pt x="5119" y="1497"/>
                </a:cubicBezTo>
                <a:lnTo>
                  <a:pt x="4875" y="1740"/>
                </a:lnTo>
                <a:cubicBezTo>
                  <a:pt x="4865" y="1747"/>
                  <a:pt x="4861" y="1747"/>
                  <a:pt x="4854" y="1747"/>
                </a:cubicBezTo>
                <a:close/>
                <a:moveTo>
                  <a:pt x="4372" y="1747"/>
                </a:moveTo>
                <a:cubicBezTo>
                  <a:pt x="4365" y="1747"/>
                  <a:pt x="4358" y="1743"/>
                  <a:pt x="4354" y="1740"/>
                </a:cubicBezTo>
                <a:cubicBezTo>
                  <a:pt x="4344" y="1729"/>
                  <a:pt x="4344" y="1712"/>
                  <a:pt x="4354" y="1701"/>
                </a:cubicBezTo>
                <a:lnTo>
                  <a:pt x="4597" y="1458"/>
                </a:lnTo>
                <a:cubicBezTo>
                  <a:pt x="4608" y="1448"/>
                  <a:pt x="4625" y="1448"/>
                  <a:pt x="4636" y="1458"/>
                </a:cubicBezTo>
                <a:cubicBezTo>
                  <a:pt x="4646" y="1469"/>
                  <a:pt x="4646" y="1486"/>
                  <a:pt x="4636" y="1497"/>
                </a:cubicBezTo>
                <a:lnTo>
                  <a:pt x="4393" y="1740"/>
                </a:lnTo>
                <a:cubicBezTo>
                  <a:pt x="4382" y="1747"/>
                  <a:pt x="4379" y="1747"/>
                  <a:pt x="4372" y="1747"/>
                </a:cubicBezTo>
                <a:close/>
                <a:moveTo>
                  <a:pt x="3889" y="1747"/>
                </a:moveTo>
                <a:cubicBezTo>
                  <a:pt x="3882" y="1747"/>
                  <a:pt x="3875" y="1743"/>
                  <a:pt x="3871" y="1740"/>
                </a:cubicBezTo>
                <a:cubicBezTo>
                  <a:pt x="3861" y="1729"/>
                  <a:pt x="3861" y="1712"/>
                  <a:pt x="3871" y="1701"/>
                </a:cubicBezTo>
                <a:lnTo>
                  <a:pt x="4115" y="1458"/>
                </a:lnTo>
                <a:cubicBezTo>
                  <a:pt x="4125" y="1448"/>
                  <a:pt x="4143" y="1448"/>
                  <a:pt x="4153" y="1458"/>
                </a:cubicBezTo>
                <a:cubicBezTo>
                  <a:pt x="4164" y="1469"/>
                  <a:pt x="4164" y="1486"/>
                  <a:pt x="4153" y="1497"/>
                </a:cubicBezTo>
                <a:lnTo>
                  <a:pt x="3910" y="1740"/>
                </a:lnTo>
                <a:cubicBezTo>
                  <a:pt x="3900" y="1747"/>
                  <a:pt x="3896" y="1747"/>
                  <a:pt x="3889" y="1747"/>
                </a:cubicBezTo>
                <a:close/>
                <a:moveTo>
                  <a:pt x="3406" y="1747"/>
                </a:moveTo>
                <a:cubicBezTo>
                  <a:pt x="3399" y="1747"/>
                  <a:pt x="3392" y="1743"/>
                  <a:pt x="3389" y="1740"/>
                </a:cubicBezTo>
                <a:cubicBezTo>
                  <a:pt x="3378" y="1729"/>
                  <a:pt x="3378" y="1712"/>
                  <a:pt x="3389" y="1701"/>
                </a:cubicBezTo>
                <a:lnTo>
                  <a:pt x="3632" y="1458"/>
                </a:lnTo>
                <a:cubicBezTo>
                  <a:pt x="3642" y="1448"/>
                  <a:pt x="3660" y="1448"/>
                  <a:pt x="3671" y="1458"/>
                </a:cubicBezTo>
                <a:cubicBezTo>
                  <a:pt x="3681" y="1469"/>
                  <a:pt x="3681" y="1486"/>
                  <a:pt x="3671" y="1497"/>
                </a:cubicBezTo>
                <a:lnTo>
                  <a:pt x="3428" y="1740"/>
                </a:lnTo>
                <a:cubicBezTo>
                  <a:pt x="3417" y="1747"/>
                  <a:pt x="3413" y="1747"/>
                  <a:pt x="3406" y="1747"/>
                </a:cubicBezTo>
                <a:close/>
                <a:moveTo>
                  <a:pt x="2924" y="1747"/>
                </a:moveTo>
                <a:cubicBezTo>
                  <a:pt x="2917" y="1747"/>
                  <a:pt x="2910" y="1743"/>
                  <a:pt x="2906" y="1740"/>
                </a:cubicBezTo>
                <a:cubicBezTo>
                  <a:pt x="2896" y="1729"/>
                  <a:pt x="2896" y="1712"/>
                  <a:pt x="2906" y="1701"/>
                </a:cubicBezTo>
                <a:lnTo>
                  <a:pt x="3149" y="1458"/>
                </a:lnTo>
                <a:cubicBezTo>
                  <a:pt x="3160" y="1448"/>
                  <a:pt x="3177" y="1448"/>
                  <a:pt x="3188" y="1458"/>
                </a:cubicBezTo>
                <a:cubicBezTo>
                  <a:pt x="3199" y="1469"/>
                  <a:pt x="3199" y="1486"/>
                  <a:pt x="3188" y="1497"/>
                </a:cubicBezTo>
                <a:lnTo>
                  <a:pt x="2945" y="1740"/>
                </a:lnTo>
                <a:cubicBezTo>
                  <a:pt x="2934" y="1747"/>
                  <a:pt x="2931" y="1747"/>
                  <a:pt x="2924" y="1747"/>
                </a:cubicBezTo>
                <a:close/>
                <a:moveTo>
                  <a:pt x="2441" y="1747"/>
                </a:moveTo>
                <a:cubicBezTo>
                  <a:pt x="2434" y="1747"/>
                  <a:pt x="2427" y="1743"/>
                  <a:pt x="2424" y="1740"/>
                </a:cubicBezTo>
                <a:cubicBezTo>
                  <a:pt x="2413" y="1729"/>
                  <a:pt x="2413" y="1712"/>
                  <a:pt x="2424" y="1701"/>
                </a:cubicBezTo>
                <a:lnTo>
                  <a:pt x="2667" y="1458"/>
                </a:lnTo>
                <a:cubicBezTo>
                  <a:pt x="2677" y="1448"/>
                  <a:pt x="2694" y="1448"/>
                  <a:pt x="2705" y="1458"/>
                </a:cubicBezTo>
                <a:cubicBezTo>
                  <a:pt x="2715" y="1469"/>
                  <a:pt x="2716" y="1486"/>
                  <a:pt x="2705" y="1497"/>
                </a:cubicBezTo>
                <a:lnTo>
                  <a:pt x="2462" y="1740"/>
                </a:lnTo>
                <a:cubicBezTo>
                  <a:pt x="2452" y="1747"/>
                  <a:pt x="2448" y="1747"/>
                  <a:pt x="2441" y="1747"/>
                </a:cubicBezTo>
                <a:close/>
                <a:moveTo>
                  <a:pt x="23193" y="1264"/>
                </a:moveTo>
                <a:cubicBezTo>
                  <a:pt x="23186" y="1264"/>
                  <a:pt x="23179" y="1261"/>
                  <a:pt x="23176" y="1257"/>
                </a:cubicBezTo>
                <a:cubicBezTo>
                  <a:pt x="23165" y="1247"/>
                  <a:pt x="23165" y="1229"/>
                  <a:pt x="23176" y="1219"/>
                </a:cubicBezTo>
                <a:lnTo>
                  <a:pt x="23419" y="976"/>
                </a:lnTo>
                <a:cubicBezTo>
                  <a:pt x="23430" y="965"/>
                  <a:pt x="23447" y="965"/>
                  <a:pt x="23458" y="976"/>
                </a:cubicBezTo>
                <a:cubicBezTo>
                  <a:pt x="23468" y="986"/>
                  <a:pt x="23468" y="1004"/>
                  <a:pt x="23458" y="1014"/>
                </a:cubicBezTo>
                <a:lnTo>
                  <a:pt x="23215" y="1257"/>
                </a:lnTo>
                <a:cubicBezTo>
                  <a:pt x="23208" y="1261"/>
                  <a:pt x="23201" y="1264"/>
                  <a:pt x="23193" y="1264"/>
                </a:cubicBezTo>
                <a:close/>
                <a:moveTo>
                  <a:pt x="22228" y="1264"/>
                </a:moveTo>
                <a:cubicBezTo>
                  <a:pt x="22221" y="1264"/>
                  <a:pt x="22214" y="1261"/>
                  <a:pt x="22211" y="1257"/>
                </a:cubicBezTo>
                <a:cubicBezTo>
                  <a:pt x="22200" y="1247"/>
                  <a:pt x="22200" y="1229"/>
                  <a:pt x="22211" y="1219"/>
                </a:cubicBezTo>
                <a:lnTo>
                  <a:pt x="22454" y="976"/>
                </a:lnTo>
                <a:cubicBezTo>
                  <a:pt x="22464" y="965"/>
                  <a:pt x="22482" y="965"/>
                  <a:pt x="22492" y="976"/>
                </a:cubicBezTo>
                <a:cubicBezTo>
                  <a:pt x="22503" y="986"/>
                  <a:pt x="22503" y="1004"/>
                  <a:pt x="22492" y="1014"/>
                </a:cubicBezTo>
                <a:lnTo>
                  <a:pt x="22249" y="1257"/>
                </a:lnTo>
                <a:cubicBezTo>
                  <a:pt x="22242" y="1261"/>
                  <a:pt x="22235" y="1264"/>
                  <a:pt x="22228" y="1264"/>
                </a:cubicBezTo>
                <a:close/>
                <a:moveTo>
                  <a:pt x="21263" y="1264"/>
                </a:moveTo>
                <a:cubicBezTo>
                  <a:pt x="21256" y="1264"/>
                  <a:pt x="21249" y="1261"/>
                  <a:pt x="21245" y="1257"/>
                </a:cubicBezTo>
                <a:cubicBezTo>
                  <a:pt x="21235" y="1247"/>
                  <a:pt x="21235" y="1229"/>
                  <a:pt x="21245" y="1219"/>
                </a:cubicBezTo>
                <a:lnTo>
                  <a:pt x="21488" y="976"/>
                </a:lnTo>
                <a:cubicBezTo>
                  <a:pt x="21499" y="965"/>
                  <a:pt x="21517" y="965"/>
                  <a:pt x="21527" y="976"/>
                </a:cubicBezTo>
                <a:cubicBezTo>
                  <a:pt x="21538" y="986"/>
                  <a:pt x="21538" y="1004"/>
                  <a:pt x="21527" y="1014"/>
                </a:cubicBezTo>
                <a:lnTo>
                  <a:pt x="21284" y="1257"/>
                </a:lnTo>
                <a:cubicBezTo>
                  <a:pt x="21277" y="1261"/>
                  <a:pt x="21270" y="1264"/>
                  <a:pt x="21263" y="1264"/>
                </a:cubicBezTo>
                <a:close/>
                <a:moveTo>
                  <a:pt x="17884" y="1264"/>
                </a:moveTo>
                <a:cubicBezTo>
                  <a:pt x="17877" y="1264"/>
                  <a:pt x="17870" y="1261"/>
                  <a:pt x="17867" y="1257"/>
                </a:cubicBezTo>
                <a:cubicBezTo>
                  <a:pt x="17856" y="1247"/>
                  <a:pt x="17856" y="1229"/>
                  <a:pt x="17867" y="1219"/>
                </a:cubicBezTo>
                <a:lnTo>
                  <a:pt x="18110" y="976"/>
                </a:lnTo>
                <a:cubicBezTo>
                  <a:pt x="18121" y="965"/>
                  <a:pt x="18138" y="965"/>
                  <a:pt x="18149" y="976"/>
                </a:cubicBezTo>
                <a:cubicBezTo>
                  <a:pt x="18159" y="986"/>
                  <a:pt x="18159" y="1004"/>
                  <a:pt x="18149" y="1014"/>
                </a:cubicBezTo>
                <a:lnTo>
                  <a:pt x="17906" y="1257"/>
                </a:lnTo>
                <a:cubicBezTo>
                  <a:pt x="17899" y="1261"/>
                  <a:pt x="17892" y="1264"/>
                  <a:pt x="17884" y="1264"/>
                </a:cubicBezTo>
                <a:close/>
                <a:moveTo>
                  <a:pt x="16919" y="1264"/>
                </a:moveTo>
                <a:cubicBezTo>
                  <a:pt x="16912" y="1264"/>
                  <a:pt x="16905" y="1261"/>
                  <a:pt x="16902" y="1257"/>
                </a:cubicBezTo>
                <a:cubicBezTo>
                  <a:pt x="16891" y="1247"/>
                  <a:pt x="16891" y="1229"/>
                  <a:pt x="16902" y="1219"/>
                </a:cubicBezTo>
                <a:lnTo>
                  <a:pt x="17145" y="976"/>
                </a:lnTo>
                <a:cubicBezTo>
                  <a:pt x="17155" y="965"/>
                  <a:pt x="17173" y="965"/>
                  <a:pt x="17183" y="976"/>
                </a:cubicBezTo>
                <a:cubicBezTo>
                  <a:pt x="17194" y="986"/>
                  <a:pt x="17194" y="1004"/>
                  <a:pt x="17183" y="1014"/>
                </a:cubicBezTo>
                <a:lnTo>
                  <a:pt x="16940" y="1257"/>
                </a:lnTo>
                <a:cubicBezTo>
                  <a:pt x="16933" y="1261"/>
                  <a:pt x="16926" y="1264"/>
                  <a:pt x="16919" y="1264"/>
                </a:cubicBezTo>
                <a:close/>
                <a:moveTo>
                  <a:pt x="15954" y="1264"/>
                </a:moveTo>
                <a:cubicBezTo>
                  <a:pt x="15947" y="1264"/>
                  <a:pt x="15940" y="1261"/>
                  <a:pt x="15936" y="1257"/>
                </a:cubicBezTo>
                <a:cubicBezTo>
                  <a:pt x="15926" y="1247"/>
                  <a:pt x="15926" y="1229"/>
                  <a:pt x="15936" y="1219"/>
                </a:cubicBezTo>
                <a:lnTo>
                  <a:pt x="16179" y="976"/>
                </a:lnTo>
                <a:cubicBezTo>
                  <a:pt x="16190" y="965"/>
                  <a:pt x="16208" y="966"/>
                  <a:pt x="16218" y="976"/>
                </a:cubicBezTo>
                <a:cubicBezTo>
                  <a:pt x="16229" y="987"/>
                  <a:pt x="16229" y="1004"/>
                  <a:pt x="16218" y="1014"/>
                </a:cubicBezTo>
                <a:lnTo>
                  <a:pt x="15975" y="1257"/>
                </a:lnTo>
                <a:cubicBezTo>
                  <a:pt x="15968" y="1261"/>
                  <a:pt x="15961" y="1264"/>
                  <a:pt x="15954" y="1264"/>
                </a:cubicBezTo>
                <a:close/>
                <a:moveTo>
                  <a:pt x="12575" y="1264"/>
                </a:moveTo>
                <a:cubicBezTo>
                  <a:pt x="12568" y="1264"/>
                  <a:pt x="12561" y="1261"/>
                  <a:pt x="12558" y="1257"/>
                </a:cubicBezTo>
                <a:cubicBezTo>
                  <a:pt x="12547" y="1247"/>
                  <a:pt x="12547" y="1229"/>
                  <a:pt x="12558" y="1219"/>
                </a:cubicBezTo>
                <a:lnTo>
                  <a:pt x="12801" y="976"/>
                </a:lnTo>
                <a:cubicBezTo>
                  <a:pt x="12812" y="965"/>
                  <a:pt x="12830" y="966"/>
                  <a:pt x="12840" y="976"/>
                </a:cubicBezTo>
                <a:cubicBezTo>
                  <a:pt x="12851" y="987"/>
                  <a:pt x="12850" y="1004"/>
                  <a:pt x="12840" y="1014"/>
                </a:cubicBezTo>
                <a:lnTo>
                  <a:pt x="12597" y="1257"/>
                </a:lnTo>
                <a:cubicBezTo>
                  <a:pt x="12590" y="1261"/>
                  <a:pt x="12583" y="1264"/>
                  <a:pt x="12575" y="1264"/>
                </a:cubicBezTo>
                <a:close/>
                <a:moveTo>
                  <a:pt x="11611" y="1264"/>
                </a:moveTo>
                <a:cubicBezTo>
                  <a:pt x="11604" y="1264"/>
                  <a:pt x="11597" y="1261"/>
                  <a:pt x="11594" y="1257"/>
                </a:cubicBezTo>
                <a:cubicBezTo>
                  <a:pt x="11583" y="1247"/>
                  <a:pt x="11583" y="1229"/>
                  <a:pt x="11594" y="1219"/>
                </a:cubicBezTo>
                <a:lnTo>
                  <a:pt x="11836" y="976"/>
                </a:lnTo>
                <a:cubicBezTo>
                  <a:pt x="11846" y="965"/>
                  <a:pt x="11864" y="966"/>
                  <a:pt x="11874" y="976"/>
                </a:cubicBezTo>
                <a:cubicBezTo>
                  <a:pt x="11885" y="987"/>
                  <a:pt x="11885" y="1004"/>
                  <a:pt x="11874" y="1014"/>
                </a:cubicBezTo>
                <a:lnTo>
                  <a:pt x="11632" y="1257"/>
                </a:lnTo>
                <a:cubicBezTo>
                  <a:pt x="11625" y="1261"/>
                  <a:pt x="11618" y="1264"/>
                  <a:pt x="11611" y="1264"/>
                </a:cubicBezTo>
                <a:close/>
                <a:moveTo>
                  <a:pt x="10646" y="1264"/>
                </a:moveTo>
                <a:cubicBezTo>
                  <a:pt x="10639" y="1264"/>
                  <a:pt x="10632" y="1261"/>
                  <a:pt x="10628" y="1257"/>
                </a:cubicBezTo>
                <a:cubicBezTo>
                  <a:pt x="10618" y="1247"/>
                  <a:pt x="10618" y="1229"/>
                  <a:pt x="10628" y="1219"/>
                </a:cubicBezTo>
                <a:lnTo>
                  <a:pt x="10871" y="976"/>
                </a:lnTo>
                <a:cubicBezTo>
                  <a:pt x="10882" y="965"/>
                  <a:pt x="10899" y="966"/>
                  <a:pt x="10910" y="976"/>
                </a:cubicBezTo>
                <a:cubicBezTo>
                  <a:pt x="10920" y="987"/>
                  <a:pt x="10921" y="1004"/>
                  <a:pt x="10910" y="1014"/>
                </a:cubicBezTo>
                <a:lnTo>
                  <a:pt x="10667" y="1257"/>
                </a:lnTo>
                <a:cubicBezTo>
                  <a:pt x="10660" y="1261"/>
                  <a:pt x="10653" y="1264"/>
                  <a:pt x="10646" y="1264"/>
                </a:cubicBezTo>
                <a:close/>
                <a:moveTo>
                  <a:pt x="7268" y="1264"/>
                </a:moveTo>
                <a:cubicBezTo>
                  <a:pt x="7260" y="1264"/>
                  <a:pt x="7253" y="1261"/>
                  <a:pt x="7250" y="1257"/>
                </a:cubicBezTo>
                <a:cubicBezTo>
                  <a:pt x="7239" y="1247"/>
                  <a:pt x="7239" y="1229"/>
                  <a:pt x="7250" y="1219"/>
                </a:cubicBezTo>
                <a:lnTo>
                  <a:pt x="7493" y="976"/>
                </a:lnTo>
                <a:cubicBezTo>
                  <a:pt x="7504" y="965"/>
                  <a:pt x="7521" y="965"/>
                  <a:pt x="7532" y="976"/>
                </a:cubicBezTo>
                <a:cubicBezTo>
                  <a:pt x="7542" y="986"/>
                  <a:pt x="7542" y="1004"/>
                  <a:pt x="7532" y="1014"/>
                </a:cubicBezTo>
                <a:lnTo>
                  <a:pt x="7289" y="1257"/>
                </a:lnTo>
                <a:cubicBezTo>
                  <a:pt x="7282" y="1261"/>
                  <a:pt x="7275" y="1264"/>
                  <a:pt x="7268" y="1264"/>
                </a:cubicBezTo>
                <a:close/>
                <a:moveTo>
                  <a:pt x="4854" y="1264"/>
                </a:moveTo>
                <a:cubicBezTo>
                  <a:pt x="4847" y="1264"/>
                  <a:pt x="4840" y="1261"/>
                  <a:pt x="4837" y="1257"/>
                </a:cubicBezTo>
                <a:cubicBezTo>
                  <a:pt x="4826" y="1247"/>
                  <a:pt x="4826" y="1229"/>
                  <a:pt x="4837" y="1219"/>
                </a:cubicBezTo>
                <a:lnTo>
                  <a:pt x="5080" y="976"/>
                </a:lnTo>
                <a:cubicBezTo>
                  <a:pt x="5090" y="965"/>
                  <a:pt x="5108" y="965"/>
                  <a:pt x="5119" y="976"/>
                </a:cubicBezTo>
                <a:cubicBezTo>
                  <a:pt x="5129" y="986"/>
                  <a:pt x="5129" y="1004"/>
                  <a:pt x="5119" y="1014"/>
                </a:cubicBezTo>
                <a:lnTo>
                  <a:pt x="4875" y="1257"/>
                </a:lnTo>
                <a:cubicBezTo>
                  <a:pt x="4865" y="1261"/>
                  <a:pt x="4861" y="1264"/>
                  <a:pt x="4854" y="1264"/>
                </a:cubicBezTo>
                <a:close/>
                <a:moveTo>
                  <a:pt x="4372" y="1264"/>
                </a:moveTo>
                <a:cubicBezTo>
                  <a:pt x="4365" y="1264"/>
                  <a:pt x="4358" y="1261"/>
                  <a:pt x="4354" y="1257"/>
                </a:cubicBezTo>
                <a:cubicBezTo>
                  <a:pt x="4344" y="1247"/>
                  <a:pt x="4344" y="1229"/>
                  <a:pt x="4354" y="1219"/>
                </a:cubicBezTo>
                <a:lnTo>
                  <a:pt x="4597" y="976"/>
                </a:lnTo>
                <a:cubicBezTo>
                  <a:pt x="4608" y="965"/>
                  <a:pt x="4625" y="965"/>
                  <a:pt x="4636" y="976"/>
                </a:cubicBezTo>
                <a:cubicBezTo>
                  <a:pt x="4646" y="986"/>
                  <a:pt x="4646" y="1004"/>
                  <a:pt x="4636" y="1014"/>
                </a:cubicBezTo>
                <a:lnTo>
                  <a:pt x="4393" y="1257"/>
                </a:lnTo>
                <a:cubicBezTo>
                  <a:pt x="4382" y="1261"/>
                  <a:pt x="4379" y="1264"/>
                  <a:pt x="4372" y="1264"/>
                </a:cubicBezTo>
                <a:close/>
                <a:moveTo>
                  <a:pt x="3889" y="1264"/>
                </a:moveTo>
                <a:cubicBezTo>
                  <a:pt x="3882" y="1264"/>
                  <a:pt x="3875" y="1261"/>
                  <a:pt x="3871" y="1257"/>
                </a:cubicBezTo>
                <a:cubicBezTo>
                  <a:pt x="3861" y="1247"/>
                  <a:pt x="3861" y="1229"/>
                  <a:pt x="3871" y="1219"/>
                </a:cubicBezTo>
                <a:lnTo>
                  <a:pt x="4115" y="976"/>
                </a:lnTo>
                <a:cubicBezTo>
                  <a:pt x="4125" y="965"/>
                  <a:pt x="4143" y="965"/>
                  <a:pt x="4153" y="976"/>
                </a:cubicBezTo>
                <a:cubicBezTo>
                  <a:pt x="4164" y="986"/>
                  <a:pt x="4164" y="1004"/>
                  <a:pt x="4153" y="1014"/>
                </a:cubicBezTo>
                <a:lnTo>
                  <a:pt x="3910" y="1257"/>
                </a:lnTo>
                <a:cubicBezTo>
                  <a:pt x="3900" y="1261"/>
                  <a:pt x="3896" y="1264"/>
                  <a:pt x="3889" y="1264"/>
                </a:cubicBezTo>
                <a:close/>
                <a:moveTo>
                  <a:pt x="3406" y="1264"/>
                </a:moveTo>
                <a:cubicBezTo>
                  <a:pt x="3399" y="1264"/>
                  <a:pt x="3392" y="1261"/>
                  <a:pt x="3389" y="1257"/>
                </a:cubicBezTo>
                <a:cubicBezTo>
                  <a:pt x="3378" y="1247"/>
                  <a:pt x="3378" y="1229"/>
                  <a:pt x="3389" y="1219"/>
                </a:cubicBezTo>
                <a:lnTo>
                  <a:pt x="3632" y="976"/>
                </a:lnTo>
                <a:cubicBezTo>
                  <a:pt x="3642" y="965"/>
                  <a:pt x="3660" y="965"/>
                  <a:pt x="3671" y="976"/>
                </a:cubicBezTo>
                <a:cubicBezTo>
                  <a:pt x="3681" y="986"/>
                  <a:pt x="3681" y="1004"/>
                  <a:pt x="3671" y="1014"/>
                </a:cubicBezTo>
                <a:lnTo>
                  <a:pt x="3428" y="1257"/>
                </a:lnTo>
                <a:cubicBezTo>
                  <a:pt x="3417" y="1261"/>
                  <a:pt x="3413" y="1264"/>
                  <a:pt x="3406" y="1264"/>
                </a:cubicBezTo>
                <a:close/>
                <a:moveTo>
                  <a:pt x="2924" y="1264"/>
                </a:moveTo>
                <a:cubicBezTo>
                  <a:pt x="2917" y="1264"/>
                  <a:pt x="2910" y="1261"/>
                  <a:pt x="2906" y="1257"/>
                </a:cubicBezTo>
                <a:cubicBezTo>
                  <a:pt x="2896" y="1247"/>
                  <a:pt x="2896" y="1229"/>
                  <a:pt x="2906" y="1219"/>
                </a:cubicBezTo>
                <a:lnTo>
                  <a:pt x="3149" y="976"/>
                </a:lnTo>
                <a:cubicBezTo>
                  <a:pt x="3160" y="965"/>
                  <a:pt x="3177" y="966"/>
                  <a:pt x="3188" y="976"/>
                </a:cubicBezTo>
                <a:cubicBezTo>
                  <a:pt x="3199" y="987"/>
                  <a:pt x="3199" y="1004"/>
                  <a:pt x="3188" y="1014"/>
                </a:cubicBezTo>
                <a:lnTo>
                  <a:pt x="2945" y="1257"/>
                </a:lnTo>
                <a:cubicBezTo>
                  <a:pt x="2934" y="1261"/>
                  <a:pt x="2931" y="1264"/>
                  <a:pt x="2924" y="1264"/>
                </a:cubicBezTo>
                <a:close/>
                <a:moveTo>
                  <a:pt x="2441" y="1264"/>
                </a:moveTo>
                <a:cubicBezTo>
                  <a:pt x="2434" y="1264"/>
                  <a:pt x="2427" y="1261"/>
                  <a:pt x="2424" y="1257"/>
                </a:cubicBezTo>
                <a:cubicBezTo>
                  <a:pt x="2413" y="1247"/>
                  <a:pt x="2413" y="1229"/>
                  <a:pt x="2424" y="1219"/>
                </a:cubicBezTo>
                <a:lnTo>
                  <a:pt x="2667" y="976"/>
                </a:lnTo>
                <a:cubicBezTo>
                  <a:pt x="2677" y="965"/>
                  <a:pt x="2694" y="966"/>
                  <a:pt x="2705" y="976"/>
                </a:cubicBezTo>
                <a:cubicBezTo>
                  <a:pt x="2715" y="987"/>
                  <a:pt x="2716" y="1004"/>
                  <a:pt x="2705" y="1014"/>
                </a:cubicBezTo>
                <a:lnTo>
                  <a:pt x="2462" y="1257"/>
                </a:lnTo>
                <a:cubicBezTo>
                  <a:pt x="2452" y="1261"/>
                  <a:pt x="2448" y="1264"/>
                  <a:pt x="2441" y="1264"/>
                </a:cubicBezTo>
                <a:close/>
                <a:moveTo>
                  <a:pt x="22711" y="1264"/>
                </a:moveTo>
                <a:cubicBezTo>
                  <a:pt x="22704" y="1264"/>
                  <a:pt x="22697" y="1261"/>
                  <a:pt x="22693" y="1257"/>
                </a:cubicBezTo>
                <a:cubicBezTo>
                  <a:pt x="22683" y="1247"/>
                  <a:pt x="22683" y="1229"/>
                  <a:pt x="22693" y="1219"/>
                </a:cubicBezTo>
                <a:lnTo>
                  <a:pt x="22936" y="976"/>
                </a:lnTo>
                <a:cubicBezTo>
                  <a:pt x="22947" y="965"/>
                  <a:pt x="22964" y="965"/>
                  <a:pt x="22975" y="976"/>
                </a:cubicBezTo>
                <a:cubicBezTo>
                  <a:pt x="22986" y="986"/>
                  <a:pt x="22986" y="1004"/>
                  <a:pt x="22975" y="1014"/>
                </a:cubicBezTo>
                <a:lnTo>
                  <a:pt x="22732" y="1257"/>
                </a:lnTo>
                <a:cubicBezTo>
                  <a:pt x="22725" y="1261"/>
                  <a:pt x="22718" y="1264"/>
                  <a:pt x="22711" y="1264"/>
                </a:cubicBezTo>
                <a:close/>
                <a:moveTo>
                  <a:pt x="21746" y="1264"/>
                </a:moveTo>
                <a:cubicBezTo>
                  <a:pt x="21739" y="1264"/>
                  <a:pt x="21731" y="1261"/>
                  <a:pt x="21728" y="1257"/>
                </a:cubicBezTo>
                <a:cubicBezTo>
                  <a:pt x="21717" y="1247"/>
                  <a:pt x="21717" y="1229"/>
                  <a:pt x="21728" y="1219"/>
                </a:cubicBezTo>
                <a:lnTo>
                  <a:pt x="21968" y="976"/>
                </a:lnTo>
                <a:cubicBezTo>
                  <a:pt x="21978" y="965"/>
                  <a:pt x="21996" y="965"/>
                  <a:pt x="22006" y="976"/>
                </a:cubicBezTo>
                <a:cubicBezTo>
                  <a:pt x="22017" y="986"/>
                  <a:pt x="22017" y="1004"/>
                  <a:pt x="22006" y="1014"/>
                </a:cubicBezTo>
                <a:lnTo>
                  <a:pt x="21763" y="1257"/>
                </a:lnTo>
                <a:cubicBezTo>
                  <a:pt x="21760" y="1261"/>
                  <a:pt x="21753" y="1264"/>
                  <a:pt x="21746" y="1264"/>
                </a:cubicBezTo>
                <a:close/>
                <a:moveTo>
                  <a:pt x="20780" y="1264"/>
                </a:moveTo>
                <a:cubicBezTo>
                  <a:pt x="20773" y="1264"/>
                  <a:pt x="20766" y="1261"/>
                  <a:pt x="20763" y="1257"/>
                </a:cubicBezTo>
                <a:cubicBezTo>
                  <a:pt x="20752" y="1247"/>
                  <a:pt x="20752" y="1229"/>
                  <a:pt x="20763" y="1219"/>
                </a:cubicBezTo>
                <a:lnTo>
                  <a:pt x="21006" y="976"/>
                </a:lnTo>
                <a:cubicBezTo>
                  <a:pt x="21016" y="965"/>
                  <a:pt x="21034" y="965"/>
                  <a:pt x="21045" y="976"/>
                </a:cubicBezTo>
                <a:cubicBezTo>
                  <a:pt x="21055" y="986"/>
                  <a:pt x="21055" y="1004"/>
                  <a:pt x="21045" y="1014"/>
                </a:cubicBezTo>
                <a:lnTo>
                  <a:pt x="20805" y="1257"/>
                </a:lnTo>
                <a:cubicBezTo>
                  <a:pt x="20794" y="1261"/>
                  <a:pt x="20787" y="1264"/>
                  <a:pt x="20780" y="1264"/>
                </a:cubicBezTo>
                <a:close/>
                <a:moveTo>
                  <a:pt x="20298" y="1264"/>
                </a:moveTo>
                <a:cubicBezTo>
                  <a:pt x="20291" y="1264"/>
                  <a:pt x="20284" y="1261"/>
                  <a:pt x="20280" y="1257"/>
                </a:cubicBezTo>
                <a:cubicBezTo>
                  <a:pt x="20269" y="1247"/>
                  <a:pt x="20269" y="1229"/>
                  <a:pt x="20280" y="1219"/>
                </a:cubicBezTo>
                <a:lnTo>
                  <a:pt x="20523" y="976"/>
                </a:lnTo>
                <a:cubicBezTo>
                  <a:pt x="20534" y="965"/>
                  <a:pt x="20551" y="965"/>
                  <a:pt x="20562" y="976"/>
                </a:cubicBezTo>
                <a:cubicBezTo>
                  <a:pt x="20572" y="986"/>
                  <a:pt x="20572" y="1004"/>
                  <a:pt x="20562" y="1014"/>
                </a:cubicBezTo>
                <a:lnTo>
                  <a:pt x="20319" y="1257"/>
                </a:lnTo>
                <a:cubicBezTo>
                  <a:pt x="20312" y="1261"/>
                  <a:pt x="20305" y="1264"/>
                  <a:pt x="20298" y="1264"/>
                </a:cubicBezTo>
                <a:close/>
                <a:moveTo>
                  <a:pt x="19815" y="1264"/>
                </a:moveTo>
                <a:cubicBezTo>
                  <a:pt x="19808" y="1264"/>
                  <a:pt x="19801" y="1261"/>
                  <a:pt x="19797" y="1257"/>
                </a:cubicBezTo>
                <a:cubicBezTo>
                  <a:pt x="19787" y="1247"/>
                  <a:pt x="19787" y="1229"/>
                  <a:pt x="19797" y="1219"/>
                </a:cubicBezTo>
                <a:lnTo>
                  <a:pt x="20037" y="976"/>
                </a:lnTo>
                <a:cubicBezTo>
                  <a:pt x="20048" y="965"/>
                  <a:pt x="20065" y="965"/>
                  <a:pt x="20076" y="976"/>
                </a:cubicBezTo>
                <a:cubicBezTo>
                  <a:pt x="20086" y="986"/>
                  <a:pt x="20086" y="1004"/>
                  <a:pt x="20076" y="1014"/>
                </a:cubicBezTo>
                <a:lnTo>
                  <a:pt x="19833" y="1257"/>
                </a:lnTo>
                <a:cubicBezTo>
                  <a:pt x="19829" y="1261"/>
                  <a:pt x="19822" y="1264"/>
                  <a:pt x="19815" y="1264"/>
                </a:cubicBezTo>
                <a:close/>
                <a:moveTo>
                  <a:pt x="19332" y="1264"/>
                </a:moveTo>
                <a:cubicBezTo>
                  <a:pt x="19325" y="1264"/>
                  <a:pt x="19318" y="1261"/>
                  <a:pt x="19315" y="1257"/>
                </a:cubicBezTo>
                <a:cubicBezTo>
                  <a:pt x="19304" y="1247"/>
                  <a:pt x="19304" y="1229"/>
                  <a:pt x="19315" y="1219"/>
                </a:cubicBezTo>
                <a:lnTo>
                  <a:pt x="19558" y="976"/>
                </a:lnTo>
                <a:cubicBezTo>
                  <a:pt x="19568" y="965"/>
                  <a:pt x="19586" y="965"/>
                  <a:pt x="19597" y="976"/>
                </a:cubicBezTo>
                <a:cubicBezTo>
                  <a:pt x="19607" y="986"/>
                  <a:pt x="19607" y="1004"/>
                  <a:pt x="19597" y="1014"/>
                </a:cubicBezTo>
                <a:lnTo>
                  <a:pt x="19354" y="1257"/>
                </a:lnTo>
                <a:cubicBezTo>
                  <a:pt x="19346" y="1261"/>
                  <a:pt x="19339" y="1264"/>
                  <a:pt x="19332" y="1264"/>
                </a:cubicBezTo>
                <a:close/>
                <a:moveTo>
                  <a:pt x="18850" y="1264"/>
                </a:moveTo>
                <a:cubicBezTo>
                  <a:pt x="18843" y="1264"/>
                  <a:pt x="18836" y="1261"/>
                  <a:pt x="18832" y="1257"/>
                </a:cubicBezTo>
                <a:cubicBezTo>
                  <a:pt x="18822" y="1247"/>
                  <a:pt x="18822" y="1229"/>
                  <a:pt x="18832" y="1219"/>
                </a:cubicBezTo>
                <a:lnTo>
                  <a:pt x="19075" y="976"/>
                </a:lnTo>
                <a:cubicBezTo>
                  <a:pt x="19086" y="965"/>
                  <a:pt x="19103" y="965"/>
                  <a:pt x="19114" y="976"/>
                </a:cubicBezTo>
                <a:cubicBezTo>
                  <a:pt x="19125" y="986"/>
                  <a:pt x="19125" y="1004"/>
                  <a:pt x="19114" y="1014"/>
                </a:cubicBezTo>
                <a:lnTo>
                  <a:pt x="18874" y="1257"/>
                </a:lnTo>
                <a:cubicBezTo>
                  <a:pt x="18864" y="1261"/>
                  <a:pt x="18857" y="1264"/>
                  <a:pt x="18850" y="1264"/>
                </a:cubicBezTo>
                <a:close/>
                <a:moveTo>
                  <a:pt x="18367" y="1264"/>
                </a:moveTo>
                <a:cubicBezTo>
                  <a:pt x="18360" y="1264"/>
                  <a:pt x="18353" y="1261"/>
                  <a:pt x="18350" y="1257"/>
                </a:cubicBezTo>
                <a:cubicBezTo>
                  <a:pt x="18339" y="1247"/>
                  <a:pt x="18339" y="1229"/>
                  <a:pt x="18350" y="1219"/>
                </a:cubicBezTo>
                <a:lnTo>
                  <a:pt x="18593" y="976"/>
                </a:lnTo>
                <a:cubicBezTo>
                  <a:pt x="18603" y="965"/>
                  <a:pt x="18621" y="965"/>
                  <a:pt x="18631" y="976"/>
                </a:cubicBezTo>
                <a:cubicBezTo>
                  <a:pt x="18642" y="986"/>
                  <a:pt x="18642" y="1004"/>
                  <a:pt x="18631" y="1014"/>
                </a:cubicBezTo>
                <a:lnTo>
                  <a:pt x="18388" y="1257"/>
                </a:lnTo>
                <a:cubicBezTo>
                  <a:pt x="18381" y="1261"/>
                  <a:pt x="18374" y="1264"/>
                  <a:pt x="18367" y="1264"/>
                </a:cubicBezTo>
                <a:close/>
                <a:moveTo>
                  <a:pt x="17402" y="1264"/>
                </a:moveTo>
                <a:cubicBezTo>
                  <a:pt x="17395" y="1264"/>
                  <a:pt x="17388" y="1261"/>
                  <a:pt x="17384" y="1257"/>
                </a:cubicBezTo>
                <a:cubicBezTo>
                  <a:pt x="17374" y="1247"/>
                  <a:pt x="17374" y="1229"/>
                  <a:pt x="17384" y="1219"/>
                </a:cubicBezTo>
                <a:lnTo>
                  <a:pt x="17627" y="976"/>
                </a:lnTo>
                <a:cubicBezTo>
                  <a:pt x="17638" y="965"/>
                  <a:pt x="17655" y="965"/>
                  <a:pt x="17666" y="976"/>
                </a:cubicBezTo>
                <a:cubicBezTo>
                  <a:pt x="17677" y="986"/>
                  <a:pt x="17677" y="1004"/>
                  <a:pt x="17666" y="1014"/>
                </a:cubicBezTo>
                <a:lnTo>
                  <a:pt x="17423" y="1257"/>
                </a:lnTo>
                <a:cubicBezTo>
                  <a:pt x="17416" y="1261"/>
                  <a:pt x="17409" y="1264"/>
                  <a:pt x="17402" y="1264"/>
                </a:cubicBezTo>
                <a:close/>
                <a:moveTo>
                  <a:pt x="16437" y="1264"/>
                </a:moveTo>
                <a:cubicBezTo>
                  <a:pt x="16430" y="1264"/>
                  <a:pt x="16422" y="1261"/>
                  <a:pt x="16419" y="1257"/>
                </a:cubicBezTo>
                <a:cubicBezTo>
                  <a:pt x="16408" y="1247"/>
                  <a:pt x="16408" y="1229"/>
                  <a:pt x="16419" y="1219"/>
                </a:cubicBezTo>
                <a:lnTo>
                  <a:pt x="16662" y="976"/>
                </a:lnTo>
                <a:cubicBezTo>
                  <a:pt x="16673" y="965"/>
                  <a:pt x="16691" y="966"/>
                  <a:pt x="16701" y="976"/>
                </a:cubicBezTo>
                <a:cubicBezTo>
                  <a:pt x="16712" y="987"/>
                  <a:pt x="16711" y="1004"/>
                  <a:pt x="16701" y="1014"/>
                </a:cubicBezTo>
                <a:lnTo>
                  <a:pt x="16458" y="1257"/>
                </a:lnTo>
                <a:cubicBezTo>
                  <a:pt x="16451" y="1261"/>
                  <a:pt x="16444" y="1264"/>
                  <a:pt x="16437" y="1264"/>
                </a:cubicBezTo>
                <a:close/>
                <a:moveTo>
                  <a:pt x="15471" y="1264"/>
                </a:moveTo>
                <a:cubicBezTo>
                  <a:pt x="15464" y="1264"/>
                  <a:pt x="15457" y="1261"/>
                  <a:pt x="15454" y="1257"/>
                </a:cubicBezTo>
                <a:cubicBezTo>
                  <a:pt x="15443" y="1247"/>
                  <a:pt x="15443" y="1229"/>
                  <a:pt x="15454" y="1219"/>
                </a:cubicBezTo>
                <a:lnTo>
                  <a:pt x="15693" y="976"/>
                </a:lnTo>
                <a:cubicBezTo>
                  <a:pt x="15704" y="965"/>
                  <a:pt x="15721" y="966"/>
                  <a:pt x="15732" y="976"/>
                </a:cubicBezTo>
                <a:cubicBezTo>
                  <a:pt x="15743" y="987"/>
                  <a:pt x="15743" y="1004"/>
                  <a:pt x="15732" y="1014"/>
                </a:cubicBezTo>
                <a:lnTo>
                  <a:pt x="15489" y="1257"/>
                </a:lnTo>
                <a:cubicBezTo>
                  <a:pt x="15485" y="1261"/>
                  <a:pt x="15478" y="1264"/>
                  <a:pt x="15471" y="1264"/>
                </a:cubicBezTo>
                <a:close/>
                <a:moveTo>
                  <a:pt x="14989" y="1264"/>
                </a:moveTo>
                <a:cubicBezTo>
                  <a:pt x="14982" y="1264"/>
                  <a:pt x="14975" y="1261"/>
                  <a:pt x="14971" y="1257"/>
                </a:cubicBezTo>
                <a:cubicBezTo>
                  <a:pt x="14960" y="1247"/>
                  <a:pt x="14960" y="1229"/>
                  <a:pt x="14971" y="1219"/>
                </a:cubicBezTo>
                <a:lnTo>
                  <a:pt x="15214" y="976"/>
                </a:lnTo>
                <a:cubicBezTo>
                  <a:pt x="15225" y="965"/>
                  <a:pt x="15243" y="966"/>
                  <a:pt x="15253" y="976"/>
                </a:cubicBezTo>
                <a:cubicBezTo>
                  <a:pt x="15264" y="987"/>
                  <a:pt x="15263" y="1004"/>
                  <a:pt x="15253" y="1014"/>
                </a:cubicBezTo>
                <a:lnTo>
                  <a:pt x="15010" y="1257"/>
                </a:lnTo>
                <a:cubicBezTo>
                  <a:pt x="15003" y="1261"/>
                  <a:pt x="14996" y="1264"/>
                  <a:pt x="14989" y="1264"/>
                </a:cubicBezTo>
                <a:close/>
                <a:moveTo>
                  <a:pt x="14506" y="1264"/>
                </a:moveTo>
                <a:cubicBezTo>
                  <a:pt x="14499" y="1264"/>
                  <a:pt x="14492" y="1261"/>
                  <a:pt x="14488" y="1257"/>
                </a:cubicBezTo>
                <a:cubicBezTo>
                  <a:pt x="14478" y="1247"/>
                  <a:pt x="14478" y="1229"/>
                  <a:pt x="14488" y="1219"/>
                </a:cubicBezTo>
                <a:lnTo>
                  <a:pt x="14731" y="976"/>
                </a:lnTo>
                <a:cubicBezTo>
                  <a:pt x="14742" y="965"/>
                  <a:pt x="14760" y="966"/>
                  <a:pt x="14770" y="976"/>
                </a:cubicBezTo>
                <a:cubicBezTo>
                  <a:pt x="14781" y="987"/>
                  <a:pt x="14781" y="1004"/>
                  <a:pt x="14770" y="1014"/>
                </a:cubicBezTo>
                <a:lnTo>
                  <a:pt x="14531" y="1257"/>
                </a:lnTo>
                <a:cubicBezTo>
                  <a:pt x="14520" y="1261"/>
                  <a:pt x="14513" y="1264"/>
                  <a:pt x="14506" y="1264"/>
                </a:cubicBezTo>
                <a:close/>
                <a:moveTo>
                  <a:pt x="14023" y="1264"/>
                </a:moveTo>
                <a:cubicBezTo>
                  <a:pt x="14016" y="1264"/>
                  <a:pt x="14009" y="1261"/>
                  <a:pt x="14006" y="1257"/>
                </a:cubicBezTo>
                <a:cubicBezTo>
                  <a:pt x="13995" y="1247"/>
                  <a:pt x="13995" y="1229"/>
                  <a:pt x="14006" y="1219"/>
                </a:cubicBezTo>
                <a:lnTo>
                  <a:pt x="14249" y="976"/>
                </a:lnTo>
                <a:cubicBezTo>
                  <a:pt x="14259" y="965"/>
                  <a:pt x="14278" y="966"/>
                  <a:pt x="14288" y="976"/>
                </a:cubicBezTo>
                <a:cubicBezTo>
                  <a:pt x="14299" y="987"/>
                  <a:pt x="14298" y="1004"/>
                  <a:pt x="14288" y="1014"/>
                </a:cubicBezTo>
                <a:lnTo>
                  <a:pt x="14045" y="1257"/>
                </a:lnTo>
                <a:cubicBezTo>
                  <a:pt x="14037" y="1261"/>
                  <a:pt x="14030" y="1264"/>
                  <a:pt x="14023" y="1264"/>
                </a:cubicBezTo>
                <a:close/>
                <a:moveTo>
                  <a:pt x="13541" y="1264"/>
                </a:moveTo>
                <a:cubicBezTo>
                  <a:pt x="13534" y="1264"/>
                  <a:pt x="13527" y="1261"/>
                  <a:pt x="13523" y="1257"/>
                </a:cubicBezTo>
                <a:cubicBezTo>
                  <a:pt x="13513" y="1247"/>
                  <a:pt x="13513" y="1229"/>
                  <a:pt x="13523" y="1219"/>
                </a:cubicBezTo>
                <a:lnTo>
                  <a:pt x="13763" y="976"/>
                </a:lnTo>
                <a:cubicBezTo>
                  <a:pt x="13773" y="965"/>
                  <a:pt x="13791" y="966"/>
                  <a:pt x="13801" y="976"/>
                </a:cubicBezTo>
                <a:cubicBezTo>
                  <a:pt x="13812" y="987"/>
                  <a:pt x="13812" y="1004"/>
                  <a:pt x="13801" y="1014"/>
                </a:cubicBezTo>
                <a:lnTo>
                  <a:pt x="13558" y="1257"/>
                </a:lnTo>
                <a:cubicBezTo>
                  <a:pt x="13555" y="1261"/>
                  <a:pt x="13548" y="1264"/>
                  <a:pt x="13541" y="1264"/>
                </a:cubicBezTo>
                <a:close/>
                <a:moveTo>
                  <a:pt x="13058" y="1264"/>
                </a:moveTo>
                <a:cubicBezTo>
                  <a:pt x="13051" y="1264"/>
                  <a:pt x="13044" y="1261"/>
                  <a:pt x="13041" y="1257"/>
                </a:cubicBezTo>
                <a:cubicBezTo>
                  <a:pt x="13030" y="1247"/>
                  <a:pt x="13030" y="1229"/>
                  <a:pt x="13041" y="1219"/>
                </a:cubicBezTo>
                <a:lnTo>
                  <a:pt x="13284" y="976"/>
                </a:lnTo>
                <a:cubicBezTo>
                  <a:pt x="13294" y="965"/>
                  <a:pt x="13312" y="966"/>
                  <a:pt x="13322" y="976"/>
                </a:cubicBezTo>
                <a:cubicBezTo>
                  <a:pt x="13333" y="987"/>
                  <a:pt x="13333" y="1004"/>
                  <a:pt x="13322" y="1014"/>
                </a:cubicBezTo>
                <a:lnTo>
                  <a:pt x="13079" y="1257"/>
                </a:lnTo>
                <a:cubicBezTo>
                  <a:pt x="13072" y="1261"/>
                  <a:pt x="13065" y="1264"/>
                  <a:pt x="13058" y="1264"/>
                </a:cubicBezTo>
                <a:close/>
                <a:moveTo>
                  <a:pt x="12093" y="1264"/>
                </a:moveTo>
                <a:cubicBezTo>
                  <a:pt x="12086" y="1264"/>
                  <a:pt x="12079" y="1261"/>
                  <a:pt x="12075" y="1257"/>
                </a:cubicBezTo>
                <a:cubicBezTo>
                  <a:pt x="12065" y="1247"/>
                  <a:pt x="12065" y="1229"/>
                  <a:pt x="12075" y="1219"/>
                </a:cubicBezTo>
                <a:lnTo>
                  <a:pt x="12318" y="976"/>
                </a:lnTo>
                <a:cubicBezTo>
                  <a:pt x="12329" y="965"/>
                  <a:pt x="12347" y="966"/>
                  <a:pt x="12357" y="976"/>
                </a:cubicBezTo>
                <a:cubicBezTo>
                  <a:pt x="12368" y="987"/>
                  <a:pt x="12368" y="1004"/>
                  <a:pt x="12357" y="1014"/>
                </a:cubicBezTo>
                <a:lnTo>
                  <a:pt x="12114" y="1257"/>
                </a:lnTo>
                <a:cubicBezTo>
                  <a:pt x="12107" y="1261"/>
                  <a:pt x="12100" y="1264"/>
                  <a:pt x="12093" y="1264"/>
                </a:cubicBezTo>
                <a:close/>
                <a:moveTo>
                  <a:pt x="11129" y="1264"/>
                </a:moveTo>
                <a:cubicBezTo>
                  <a:pt x="11122" y="1264"/>
                  <a:pt x="11114" y="1261"/>
                  <a:pt x="11111" y="1257"/>
                </a:cubicBezTo>
                <a:cubicBezTo>
                  <a:pt x="11100" y="1247"/>
                  <a:pt x="11100" y="1229"/>
                  <a:pt x="11111" y="1219"/>
                </a:cubicBezTo>
                <a:lnTo>
                  <a:pt x="11354" y="976"/>
                </a:lnTo>
                <a:cubicBezTo>
                  <a:pt x="11365" y="965"/>
                  <a:pt x="11382" y="966"/>
                  <a:pt x="11393" y="976"/>
                </a:cubicBezTo>
                <a:cubicBezTo>
                  <a:pt x="11403" y="987"/>
                  <a:pt x="11403" y="1004"/>
                  <a:pt x="11393" y="1014"/>
                </a:cubicBezTo>
                <a:lnTo>
                  <a:pt x="11150" y="1257"/>
                </a:lnTo>
                <a:cubicBezTo>
                  <a:pt x="11143" y="1261"/>
                  <a:pt x="11136" y="1264"/>
                  <a:pt x="11129" y="1264"/>
                </a:cubicBezTo>
                <a:close/>
                <a:moveTo>
                  <a:pt x="10163" y="1264"/>
                </a:moveTo>
                <a:cubicBezTo>
                  <a:pt x="10156" y="1264"/>
                  <a:pt x="10149" y="1261"/>
                  <a:pt x="10146" y="1257"/>
                </a:cubicBezTo>
                <a:cubicBezTo>
                  <a:pt x="10135" y="1247"/>
                  <a:pt x="10135" y="1229"/>
                  <a:pt x="10146" y="1219"/>
                </a:cubicBezTo>
                <a:lnTo>
                  <a:pt x="10389" y="976"/>
                </a:lnTo>
                <a:cubicBezTo>
                  <a:pt x="10399" y="965"/>
                  <a:pt x="10417" y="966"/>
                  <a:pt x="10428" y="976"/>
                </a:cubicBezTo>
                <a:cubicBezTo>
                  <a:pt x="10438" y="987"/>
                  <a:pt x="10438" y="1004"/>
                  <a:pt x="10428" y="1014"/>
                </a:cubicBezTo>
                <a:lnTo>
                  <a:pt x="10184" y="1257"/>
                </a:lnTo>
                <a:cubicBezTo>
                  <a:pt x="10177" y="1261"/>
                  <a:pt x="10170" y="1264"/>
                  <a:pt x="10163" y="1264"/>
                </a:cubicBezTo>
                <a:close/>
                <a:moveTo>
                  <a:pt x="9681" y="1264"/>
                </a:moveTo>
                <a:cubicBezTo>
                  <a:pt x="9674" y="1264"/>
                  <a:pt x="9667" y="1261"/>
                  <a:pt x="9663" y="1257"/>
                </a:cubicBezTo>
                <a:cubicBezTo>
                  <a:pt x="9652" y="1247"/>
                  <a:pt x="9652" y="1229"/>
                  <a:pt x="9663" y="1219"/>
                </a:cubicBezTo>
                <a:lnTo>
                  <a:pt x="9906" y="976"/>
                </a:lnTo>
                <a:cubicBezTo>
                  <a:pt x="9917" y="965"/>
                  <a:pt x="9934" y="966"/>
                  <a:pt x="9945" y="976"/>
                </a:cubicBezTo>
                <a:cubicBezTo>
                  <a:pt x="9955" y="987"/>
                  <a:pt x="9955" y="1004"/>
                  <a:pt x="9945" y="1014"/>
                </a:cubicBezTo>
                <a:lnTo>
                  <a:pt x="9702" y="1257"/>
                </a:lnTo>
                <a:cubicBezTo>
                  <a:pt x="9695" y="1261"/>
                  <a:pt x="9688" y="1264"/>
                  <a:pt x="9681" y="1264"/>
                </a:cubicBezTo>
                <a:close/>
                <a:moveTo>
                  <a:pt x="9198" y="1264"/>
                </a:moveTo>
                <a:cubicBezTo>
                  <a:pt x="9191" y="1264"/>
                  <a:pt x="9184" y="1261"/>
                  <a:pt x="9180" y="1257"/>
                </a:cubicBezTo>
                <a:cubicBezTo>
                  <a:pt x="9170" y="1247"/>
                  <a:pt x="9170" y="1229"/>
                  <a:pt x="9180" y="1219"/>
                </a:cubicBezTo>
                <a:lnTo>
                  <a:pt x="9420" y="976"/>
                </a:lnTo>
                <a:cubicBezTo>
                  <a:pt x="9431" y="965"/>
                  <a:pt x="9448" y="966"/>
                  <a:pt x="9459" y="976"/>
                </a:cubicBezTo>
                <a:cubicBezTo>
                  <a:pt x="9469" y="987"/>
                  <a:pt x="9469" y="1004"/>
                  <a:pt x="9459" y="1014"/>
                </a:cubicBezTo>
                <a:lnTo>
                  <a:pt x="9216" y="1257"/>
                </a:lnTo>
                <a:cubicBezTo>
                  <a:pt x="9212" y="1261"/>
                  <a:pt x="9205" y="1264"/>
                  <a:pt x="9198" y="1264"/>
                </a:cubicBezTo>
                <a:close/>
                <a:moveTo>
                  <a:pt x="8715" y="1264"/>
                </a:moveTo>
                <a:cubicBezTo>
                  <a:pt x="8708" y="1264"/>
                  <a:pt x="8701" y="1261"/>
                  <a:pt x="8698" y="1257"/>
                </a:cubicBezTo>
                <a:cubicBezTo>
                  <a:pt x="8687" y="1247"/>
                  <a:pt x="8687" y="1229"/>
                  <a:pt x="8698" y="1219"/>
                </a:cubicBezTo>
                <a:lnTo>
                  <a:pt x="8941" y="976"/>
                </a:lnTo>
                <a:cubicBezTo>
                  <a:pt x="8951" y="965"/>
                  <a:pt x="8969" y="966"/>
                  <a:pt x="8980" y="976"/>
                </a:cubicBezTo>
                <a:cubicBezTo>
                  <a:pt x="8990" y="987"/>
                  <a:pt x="8990" y="1004"/>
                  <a:pt x="8980" y="1014"/>
                </a:cubicBezTo>
                <a:lnTo>
                  <a:pt x="8737" y="1257"/>
                </a:lnTo>
                <a:cubicBezTo>
                  <a:pt x="8730" y="1261"/>
                  <a:pt x="8722" y="1264"/>
                  <a:pt x="8715" y="1264"/>
                </a:cubicBezTo>
                <a:close/>
                <a:moveTo>
                  <a:pt x="8233" y="1264"/>
                </a:moveTo>
                <a:cubicBezTo>
                  <a:pt x="8226" y="1264"/>
                  <a:pt x="8219" y="1261"/>
                  <a:pt x="8215" y="1257"/>
                </a:cubicBezTo>
                <a:cubicBezTo>
                  <a:pt x="8205" y="1247"/>
                  <a:pt x="8205" y="1229"/>
                  <a:pt x="8215" y="1219"/>
                </a:cubicBezTo>
                <a:lnTo>
                  <a:pt x="8458" y="976"/>
                </a:lnTo>
                <a:cubicBezTo>
                  <a:pt x="8469" y="965"/>
                  <a:pt x="8486" y="966"/>
                  <a:pt x="8497" y="976"/>
                </a:cubicBezTo>
                <a:cubicBezTo>
                  <a:pt x="8508" y="987"/>
                  <a:pt x="8508" y="1004"/>
                  <a:pt x="8497" y="1014"/>
                </a:cubicBezTo>
                <a:lnTo>
                  <a:pt x="8257" y="1257"/>
                </a:lnTo>
                <a:cubicBezTo>
                  <a:pt x="8247" y="1261"/>
                  <a:pt x="8240" y="1264"/>
                  <a:pt x="8233" y="1264"/>
                </a:cubicBezTo>
                <a:close/>
                <a:moveTo>
                  <a:pt x="7750" y="1264"/>
                </a:moveTo>
                <a:cubicBezTo>
                  <a:pt x="7743" y="1264"/>
                  <a:pt x="7736" y="1261"/>
                  <a:pt x="7733" y="1257"/>
                </a:cubicBezTo>
                <a:cubicBezTo>
                  <a:pt x="7722" y="1247"/>
                  <a:pt x="7722" y="1229"/>
                  <a:pt x="7733" y="1219"/>
                </a:cubicBezTo>
                <a:lnTo>
                  <a:pt x="7976" y="976"/>
                </a:lnTo>
                <a:cubicBezTo>
                  <a:pt x="7986" y="965"/>
                  <a:pt x="8004" y="965"/>
                  <a:pt x="8014" y="976"/>
                </a:cubicBezTo>
                <a:cubicBezTo>
                  <a:pt x="8025" y="986"/>
                  <a:pt x="8025" y="1004"/>
                  <a:pt x="8014" y="1014"/>
                </a:cubicBezTo>
                <a:lnTo>
                  <a:pt x="7771" y="1257"/>
                </a:lnTo>
                <a:cubicBezTo>
                  <a:pt x="7764" y="1261"/>
                  <a:pt x="7757" y="1264"/>
                  <a:pt x="7750" y="1264"/>
                </a:cubicBezTo>
                <a:close/>
                <a:moveTo>
                  <a:pt x="6785" y="1264"/>
                </a:moveTo>
                <a:cubicBezTo>
                  <a:pt x="6778" y="1264"/>
                  <a:pt x="6771" y="1261"/>
                  <a:pt x="6767" y="1257"/>
                </a:cubicBezTo>
                <a:cubicBezTo>
                  <a:pt x="6757" y="1247"/>
                  <a:pt x="6757" y="1229"/>
                  <a:pt x="6767" y="1219"/>
                </a:cubicBezTo>
                <a:lnTo>
                  <a:pt x="7010" y="976"/>
                </a:lnTo>
                <a:cubicBezTo>
                  <a:pt x="7021" y="965"/>
                  <a:pt x="7039" y="965"/>
                  <a:pt x="7049" y="976"/>
                </a:cubicBezTo>
                <a:cubicBezTo>
                  <a:pt x="7060" y="986"/>
                  <a:pt x="7060" y="1004"/>
                  <a:pt x="7049" y="1014"/>
                </a:cubicBezTo>
                <a:lnTo>
                  <a:pt x="6806" y="1257"/>
                </a:lnTo>
                <a:cubicBezTo>
                  <a:pt x="6799" y="1261"/>
                  <a:pt x="6792" y="1264"/>
                  <a:pt x="6785" y="1264"/>
                </a:cubicBezTo>
                <a:close/>
                <a:moveTo>
                  <a:pt x="6302" y="1264"/>
                </a:moveTo>
                <a:cubicBezTo>
                  <a:pt x="6295" y="1264"/>
                  <a:pt x="6288" y="1261"/>
                  <a:pt x="6285" y="1257"/>
                </a:cubicBezTo>
                <a:cubicBezTo>
                  <a:pt x="6274" y="1247"/>
                  <a:pt x="6274" y="1229"/>
                  <a:pt x="6285" y="1219"/>
                </a:cubicBezTo>
                <a:lnTo>
                  <a:pt x="6528" y="976"/>
                </a:lnTo>
                <a:cubicBezTo>
                  <a:pt x="6538" y="965"/>
                  <a:pt x="6556" y="965"/>
                  <a:pt x="6566" y="976"/>
                </a:cubicBezTo>
                <a:cubicBezTo>
                  <a:pt x="6577" y="986"/>
                  <a:pt x="6577" y="1004"/>
                  <a:pt x="6566" y="1014"/>
                </a:cubicBezTo>
                <a:lnTo>
                  <a:pt x="6323" y="1257"/>
                </a:lnTo>
                <a:cubicBezTo>
                  <a:pt x="6316" y="1261"/>
                  <a:pt x="6309" y="1264"/>
                  <a:pt x="6302" y="1264"/>
                </a:cubicBezTo>
                <a:close/>
                <a:moveTo>
                  <a:pt x="5820" y="1264"/>
                </a:moveTo>
                <a:cubicBezTo>
                  <a:pt x="5813" y="1264"/>
                  <a:pt x="5806" y="1261"/>
                  <a:pt x="5802" y="1257"/>
                </a:cubicBezTo>
                <a:cubicBezTo>
                  <a:pt x="5791" y="1247"/>
                  <a:pt x="5791" y="1229"/>
                  <a:pt x="5802" y="1219"/>
                </a:cubicBezTo>
                <a:lnTo>
                  <a:pt x="6045" y="976"/>
                </a:lnTo>
                <a:cubicBezTo>
                  <a:pt x="6056" y="965"/>
                  <a:pt x="6073" y="965"/>
                  <a:pt x="6084" y="976"/>
                </a:cubicBezTo>
                <a:cubicBezTo>
                  <a:pt x="6094" y="986"/>
                  <a:pt x="6094" y="1004"/>
                  <a:pt x="6084" y="1014"/>
                </a:cubicBezTo>
                <a:lnTo>
                  <a:pt x="5841" y="1257"/>
                </a:lnTo>
                <a:cubicBezTo>
                  <a:pt x="5834" y="1261"/>
                  <a:pt x="5827" y="1264"/>
                  <a:pt x="5820" y="1264"/>
                </a:cubicBezTo>
                <a:close/>
                <a:moveTo>
                  <a:pt x="5337" y="1264"/>
                </a:moveTo>
                <a:cubicBezTo>
                  <a:pt x="5330" y="1264"/>
                  <a:pt x="5323" y="1261"/>
                  <a:pt x="5319" y="1257"/>
                </a:cubicBezTo>
                <a:cubicBezTo>
                  <a:pt x="5309" y="1247"/>
                  <a:pt x="5309" y="1229"/>
                  <a:pt x="5319" y="1219"/>
                </a:cubicBezTo>
                <a:lnTo>
                  <a:pt x="5562" y="976"/>
                </a:lnTo>
                <a:cubicBezTo>
                  <a:pt x="5573" y="965"/>
                  <a:pt x="5591" y="965"/>
                  <a:pt x="5601" y="976"/>
                </a:cubicBezTo>
                <a:cubicBezTo>
                  <a:pt x="5612" y="986"/>
                  <a:pt x="5612" y="1004"/>
                  <a:pt x="5601" y="1014"/>
                </a:cubicBezTo>
                <a:lnTo>
                  <a:pt x="5358" y="1257"/>
                </a:lnTo>
                <a:cubicBezTo>
                  <a:pt x="5351" y="1261"/>
                  <a:pt x="5344" y="1264"/>
                  <a:pt x="5337" y="1264"/>
                </a:cubicBezTo>
                <a:close/>
                <a:moveTo>
                  <a:pt x="1959" y="1264"/>
                </a:moveTo>
                <a:cubicBezTo>
                  <a:pt x="1951" y="1264"/>
                  <a:pt x="1944" y="1261"/>
                  <a:pt x="1941" y="1257"/>
                </a:cubicBezTo>
                <a:cubicBezTo>
                  <a:pt x="1930" y="1247"/>
                  <a:pt x="1930" y="1229"/>
                  <a:pt x="1941" y="1219"/>
                </a:cubicBezTo>
                <a:lnTo>
                  <a:pt x="2184" y="976"/>
                </a:lnTo>
                <a:cubicBezTo>
                  <a:pt x="2195" y="965"/>
                  <a:pt x="2212" y="966"/>
                  <a:pt x="2223" y="976"/>
                </a:cubicBezTo>
                <a:cubicBezTo>
                  <a:pt x="2233" y="987"/>
                  <a:pt x="2233" y="1004"/>
                  <a:pt x="2223" y="1014"/>
                </a:cubicBezTo>
                <a:lnTo>
                  <a:pt x="1980" y="1257"/>
                </a:lnTo>
                <a:cubicBezTo>
                  <a:pt x="1969" y="1261"/>
                  <a:pt x="1966" y="1264"/>
                  <a:pt x="1959" y="1264"/>
                </a:cubicBezTo>
                <a:close/>
                <a:moveTo>
                  <a:pt x="1476" y="1264"/>
                </a:moveTo>
                <a:cubicBezTo>
                  <a:pt x="1469" y="1264"/>
                  <a:pt x="1462" y="1261"/>
                  <a:pt x="1458" y="1257"/>
                </a:cubicBezTo>
                <a:cubicBezTo>
                  <a:pt x="1448" y="1247"/>
                  <a:pt x="1448" y="1229"/>
                  <a:pt x="1458" y="1219"/>
                </a:cubicBezTo>
                <a:lnTo>
                  <a:pt x="1701" y="976"/>
                </a:lnTo>
                <a:cubicBezTo>
                  <a:pt x="1712" y="965"/>
                  <a:pt x="1729" y="966"/>
                  <a:pt x="1740" y="976"/>
                </a:cubicBezTo>
                <a:cubicBezTo>
                  <a:pt x="1750" y="987"/>
                  <a:pt x="1751" y="1004"/>
                  <a:pt x="1740" y="1014"/>
                </a:cubicBezTo>
                <a:lnTo>
                  <a:pt x="1497" y="1257"/>
                </a:lnTo>
                <a:cubicBezTo>
                  <a:pt x="1486" y="1261"/>
                  <a:pt x="1483" y="1264"/>
                  <a:pt x="1476" y="1264"/>
                </a:cubicBezTo>
                <a:close/>
                <a:moveTo>
                  <a:pt x="993" y="1264"/>
                </a:moveTo>
                <a:cubicBezTo>
                  <a:pt x="986" y="1264"/>
                  <a:pt x="979" y="1261"/>
                  <a:pt x="976" y="1257"/>
                </a:cubicBezTo>
                <a:cubicBezTo>
                  <a:pt x="965" y="1247"/>
                  <a:pt x="965" y="1229"/>
                  <a:pt x="976" y="1219"/>
                </a:cubicBezTo>
                <a:lnTo>
                  <a:pt x="1219" y="976"/>
                </a:lnTo>
                <a:cubicBezTo>
                  <a:pt x="1229" y="965"/>
                  <a:pt x="1247" y="965"/>
                  <a:pt x="1257" y="976"/>
                </a:cubicBezTo>
                <a:cubicBezTo>
                  <a:pt x="1268" y="986"/>
                  <a:pt x="1268" y="1004"/>
                  <a:pt x="1257" y="1014"/>
                </a:cubicBezTo>
                <a:lnTo>
                  <a:pt x="1014" y="1257"/>
                </a:lnTo>
                <a:cubicBezTo>
                  <a:pt x="1004" y="1261"/>
                  <a:pt x="1000" y="1264"/>
                  <a:pt x="993" y="1264"/>
                </a:cubicBezTo>
                <a:close/>
                <a:moveTo>
                  <a:pt x="511" y="1264"/>
                </a:moveTo>
                <a:cubicBezTo>
                  <a:pt x="504" y="1264"/>
                  <a:pt x="497" y="1261"/>
                  <a:pt x="493" y="1257"/>
                </a:cubicBezTo>
                <a:cubicBezTo>
                  <a:pt x="482" y="1247"/>
                  <a:pt x="482" y="1229"/>
                  <a:pt x="493" y="1219"/>
                </a:cubicBezTo>
                <a:lnTo>
                  <a:pt x="736" y="976"/>
                </a:lnTo>
                <a:cubicBezTo>
                  <a:pt x="747" y="965"/>
                  <a:pt x="764" y="965"/>
                  <a:pt x="775" y="976"/>
                </a:cubicBezTo>
                <a:cubicBezTo>
                  <a:pt x="785" y="986"/>
                  <a:pt x="785" y="1004"/>
                  <a:pt x="775" y="1014"/>
                </a:cubicBezTo>
                <a:lnTo>
                  <a:pt x="532" y="1257"/>
                </a:lnTo>
                <a:cubicBezTo>
                  <a:pt x="521" y="1261"/>
                  <a:pt x="514" y="1264"/>
                  <a:pt x="511" y="1264"/>
                </a:cubicBezTo>
                <a:close/>
                <a:moveTo>
                  <a:pt x="28" y="1264"/>
                </a:moveTo>
                <a:cubicBezTo>
                  <a:pt x="21" y="1264"/>
                  <a:pt x="14" y="1261"/>
                  <a:pt x="10" y="1257"/>
                </a:cubicBezTo>
                <a:cubicBezTo>
                  <a:pt x="0" y="1247"/>
                  <a:pt x="0" y="1229"/>
                  <a:pt x="10" y="1219"/>
                </a:cubicBezTo>
                <a:lnTo>
                  <a:pt x="253" y="976"/>
                </a:lnTo>
                <a:cubicBezTo>
                  <a:pt x="264" y="965"/>
                  <a:pt x="282" y="965"/>
                  <a:pt x="292" y="976"/>
                </a:cubicBezTo>
                <a:cubicBezTo>
                  <a:pt x="303" y="986"/>
                  <a:pt x="303" y="1004"/>
                  <a:pt x="292" y="1014"/>
                </a:cubicBezTo>
                <a:lnTo>
                  <a:pt x="49" y="1257"/>
                </a:lnTo>
                <a:cubicBezTo>
                  <a:pt x="39" y="1261"/>
                  <a:pt x="31" y="1264"/>
                  <a:pt x="28" y="1264"/>
                </a:cubicBezTo>
                <a:close/>
                <a:moveTo>
                  <a:pt x="22711" y="782"/>
                </a:moveTo>
                <a:cubicBezTo>
                  <a:pt x="22704" y="782"/>
                  <a:pt x="22697" y="779"/>
                  <a:pt x="22693" y="775"/>
                </a:cubicBezTo>
                <a:cubicBezTo>
                  <a:pt x="22683" y="764"/>
                  <a:pt x="22683" y="747"/>
                  <a:pt x="22693" y="736"/>
                </a:cubicBezTo>
                <a:lnTo>
                  <a:pt x="22936" y="493"/>
                </a:lnTo>
                <a:cubicBezTo>
                  <a:pt x="22947" y="483"/>
                  <a:pt x="22964" y="483"/>
                  <a:pt x="22975" y="493"/>
                </a:cubicBezTo>
                <a:cubicBezTo>
                  <a:pt x="22986" y="504"/>
                  <a:pt x="22986" y="521"/>
                  <a:pt x="22975" y="532"/>
                </a:cubicBezTo>
                <a:lnTo>
                  <a:pt x="22735" y="775"/>
                </a:lnTo>
                <a:cubicBezTo>
                  <a:pt x="22725" y="779"/>
                  <a:pt x="22718" y="782"/>
                  <a:pt x="22711" y="782"/>
                </a:cubicBezTo>
                <a:close/>
                <a:moveTo>
                  <a:pt x="21746" y="782"/>
                </a:moveTo>
                <a:cubicBezTo>
                  <a:pt x="21739" y="782"/>
                  <a:pt x="21731" y="779"/>
                  <a:pt x="21728" y="775"/>
                </a:cubicBezTo>
                <a:cubicBezTo>
                  <a:pt x="21717" y="764"/>
                  <a:pt x="21717" y="747"/>
                  <a:pt x="21728" y="736"/>
                </a:cubicBezTo>
                <a:lnTo>
                  <a:pt x="21968" y="493"/>
                </a:lnTo>
                <a:cubicBezTo>
                  <a:pt x="21978" y="483"/>
                  <a:pt x="21996" y="483"/>
                  <a:pt x="22006" y="493"/>
                </a:cubicBezTo>
                <a:cubicBezTo>
                  <a:pt x="22017" y="504"/>
                  <a:pt x="22017" y="521"/>
                  <a:pt x="22006" y="532"/>
                </a:cubicBezTo>
                <a:lnTo>
                  <a:pt x="21763" y="775"/>
                </a:lnTo>
                <a:cubicBezTo>
                  <a:pt x="21760" y="779"/>
                  <a:pt x="21753" y="782"/>
                  <a:pt x="21746" y="782"/>
                </a:cubicBezTo>
                <a:close/>
                <a:moveTo>
                  <a:pt x="20780" y="782"/>
                </a:moveTo>
                <a:cubicBezTo>
                  <a:pt x="20773" y="782"/>
                  <a:pt x="20766" y="779"/>
                  <a:pt x="20763" y="775"/>
                </a:cubicBezTo>
                <a:cubicBezTo>
                  <a:pt x="20752" y="764"/>
                  <a:pt x="20752" y="747"/>
                  <a:pt x="20763" y="736"/>
                </a:cubicBezTo>
                <a:lnTo>
                  <a:pt x="21006" y="493"/>
                </a:lnTo>
                <a:cubicBezTo>
                  <a:pt x="21016" y="483"/>
                  <a:pt x="21034" y="483"/>
                  <a:pt x="21045" y="493"/>
                </a:cubicBezTo>
                <a:cubicBezTo>
                  <a:pt x="21055" y="504"/>
                  <a:pt x="21055" y="521"/>
                  <a:pt x="21045" y="532"/>
                </a:cubicBezTo>
                <a:lnTo>
                  <a:pt x="20805" y="775"/>
                </a:lnTo>
                <a:cubicBezTo>
                  <a:pt x="20794" y="779"/>
                  <a:pt x="20787" y="782"/>
                  <a:pt x="20780" y="782"/>
                </a:cubicBezTo>
                <a:close/>
                <a:moveTo>
                  <a:pt x="20298" y="782"/>
                </a:moveTo>
                <a:cubicBezTo>
                  <a:pt x="20291" y="782"/>
                  <a:pt x="20284" y="779"/>
                  <a:pt x="20280" y="775"/>
                </a:cubicBezTo>
                <a:cubicBezTo>
                  <a:pt x="20269" y="764"/>
                  <a:pt x="20269" y="747"/>
                  <a:pt x="20280" y="736"/>
                </a:cubicBezTo>
                <a:lnTo>
                  <a:pt x="20523" y="493"/>
                </a:lnTo>
                <a:cubicBezTo>
                  <a:pt x="20534" y="483"/>
                  <a:pt x="20551" y="483"/>
                  <a:pt x="20562" y="493"/>
                </a:cubicBezTo>
                <a:cubicBezTo>
                  <a:pt x="20572" y="504"/>
                  <a:pt x="20572" y="521"/>
                  <a:pt x="20562" y="532"/>
                </a:cubicBezTo>
                <a:lnTo>
                  <a:pt x="20322" y="775"/>
                </a:lnTo>
                <a:cubicBezTo>
                  <a:pt x="20312" y="779"/>
                  <a:pt x="20305" y="782"/>
                  <a:pt x="20298" y="782"/>
                </a:cubicBezTo>
                <a:close/>
                <a:moveTo>
                  <a:pt x="19815" y="782"/>
                </a:moveTo>
                <a:cubicBezTo>
                  <a:pt x="19808" y="782"/>
                  <a:pt x="19801" y="779"/>
                  <a:pt x="19797" y="775"/>
                </a:cubicBezTo>
                <a:cubicBezTo>
                  <a:pt x="19787" y="764"/>
                  <a:pt x="19787" y="747"/>
                  <a:pt x="19797" y="736"/>
                </a:cubicBezTo>
                <a:lnTo>
                  <a:pt x="20037" y="493"/>
                </a:lnTo>
                <a:cubicBezTo>
                  <a:pt x="20048" y="483"/>
                  <a:pt x="20065" y="483"/>
                  <a:pt x="20076" y="493"/>
                </a:cubicBezTo>
                <a:cubicBezTo>
                  <a:pt x="20086" y="504"/>
                  <a:pt x="20086" y="521"/>
                  <a:pt x="20076" y="532"/>
                </a:cubicBezTo>
                <a:lnTo>
                  <a:pt x="19833" y="775"/>
                </a:lnTo>
                <a:cubicBezTo>
                  <a:pt x="19829" y="779"/>
                  <a:pt x="19822" y="782"/>
                  <a:pt x="19815" y="782"/>
                </a:cubicBezTo>
                <a:close/>
                <a:moveTo>
                  <a:pt x="19332" y="782"/>
                </a:moveTo>
                <a:cubicBezTo>
                  <a:pt x="19325" y="782"/>
                  <a:pt x="19318" y="779"/>
                  <a:pt x="19315" y="775"/>
                </a:cubicBezTo>
                <a:cubicBezTo>
                  <a:pt x="19304" y="764"/>
                  <a:pt x="19304" y="747"/>
                  <a:pt x="19315" y="736"/>
                </a:cubicBezTo>
                <a:lnTo>
                  <a:pt x="19558" y="493"/>
                </a:lnTo>
                <a:cubicBezTo>
                  <a:pt x="19568" y="483"/>
                  <a:pt x="19586" y="483"/>
                  <a:pt x="19597" y="493"/>
                </a:cubicBezTo>
                <a:cubicBezTo>
                  <a:pt x="19607" y="504"/>
                  <a:pt x="19607" y="521"/>
                  <a:pt x="19597" y="532"/>
                </a:cubicBezTo>
                <a:lnTo>
                  <a:pt x="19354" y="775"/>
                </a:lnTo>
                <a:cubicBezTo>
                  <a:pt x="19346" y="779"/>
                  <a:pt x="19339" y="782"/>
                  <a:pt x="19332" y="782"/>
                </a:cubicBezTo>
                <a:close/>
                <a:moveTo>
                  <a:pt x="18850" y="782"/>
                </a:moveTo>
                <a:cubicBezTo>
                  <a:pt x="18843" y="782"/>
                  <a:pt x="18836" y="779"/>
                  <a:pt x="18832" y="775"/>
                </a:cubicBezTo>
                <a:cubicBezTo>
                  <a:pt x="18822" y="764"/>
                  <a:pt x="18822" y="747"/>
                  <a:pt x="18832" y="736"/>
                </a:cubicBezTo>
                <a:lnTo>
                  <a:pt x="19075" y="493"/>
                </a:lnTo>
                <a:cubicBezTo>
                  <a:pt x="19086" y="483"/>
                  <a:pt x="19103" y="483"/>
                  <a:pt x="19114" y="493"/>
                </a:cubicBezTo>
                <a:cubicBezTo>
                  <a:pt x="19125" y="504"/>
                  <a:pt x="19125" y="521"/>
                  <a:pt x="19114" y="532"/>
                </a:cubicBezTo>
                <a:lnTo>
                  <a:pt x="18874" y="775"/>
                </a:lnTo>
                <a:cubicBezTo>
                  <a:pt x="18864" y="779"/>
                  <a:pt x="18857" y="782"/>
                  <a:pt x="18850" y="782"/>
                </a:cubicBezTo>
                <a:close/>
                <a:moveTo>
                  <a:pt x="18367" y="782"/>
                </a:moveTo>
                <a:cubicBezTo>
                  <a:pt x="18360" y="782"/>
                  <a:pt x="18353" y="779"/>
                  <a:pt x="18350" y="775"/>
                </a:cubicBezTo>
                <a:cubicBezTo>
                  <a:pt x="18339" y="764"/>
                  <a:pt x="18339" y="747"/>
                  <a:pt x="18350" y="736"/>
                </a:cubicBezTo>
                <a:lnTo>
                  <a:pt x="18593" y="493"/>
                </a:lnTo>
                <a:cubicBezTo>
                  <a:pt x="18603" y="483"/>
                  <a:pt x="18621" y="483"/>
                  <a:pt x="18631" y="493"/>
                </a:cubicBezTo>
                <a:cubicBezTo>
                  <a:pt x="18642" y="504"/>
                  <a:pt x="18642" y="521"/>
                  <a:pt x="18631" y="532"/>
                </a:cubicBezTo>
                <a:lnTo>
                  <a:pt x="18392" y="775"/>
                </a:lnTo>
                <a:cubicBezTo>
                  <a:pt x="18381" y="779"/>
                  <a:pt x="18374" y="782"/>
                  <a:pt x="18367" y="782"/>
                </a:cubicBezTo>
                <a:close/>
                <a:moveTo>
                  <a:pt x="17402" y="782"/>
                </a:moveTo>
                <a:cubicBezTo>
                  <a:pt x="17395" y="782"/>
                  <a:pt x="17388" y="779"/>
                  <a:pt x="17384" y="775"/>
                </a:cubicBezTo>
                <a:cubicBezTo>
                  <a:pt x="17374" y="764"/>
                  <a:pt x="17374" y="747"/>
                  <a:pt x="17384" y="736"/>
                </a:cubicBezTo>
                <a:lnTo>
                  <a:pt x="17627" y="493"/>
                </a:lnTo>
                <a:cubicBezTo>
                  <a:pt x="17638" y="483"/>
                  <a:pt x="17655" y="483"/>
                  <a:pt x="17666" y="493"/>
                </a:cubicBezTo>
                <a:cubicBezTo>
                  <a:pt x="17677" y="504"/>
                  <a:pt x="17677" y="521"/>
                  <a:pt x="17666" y="532"/>
                </a:cubicBezTo>
                <a:lnTo>
                  <a:pt x="17423" y="775"/>
                </a:lnTo>
                <a:cubicBezTo>
                  <a:pt x="17416" y="779"/>
                  <a:pt x="17409" y="782"/>
                  <a:pt x="17402" y="782"/>
                </a:cubicBezTo>
                <a:close/>
                <a:moveTo>
                  <a:pt x="16437" y="782"/>
                </a:moveTo>
                <a:cubicBezTo>
                  <a:pt x="16430" y="782"/>
                  <a:pt x="16422" y="779"/>
                  <a:pt x="16419" y="775"/>
                </a:cubicBezTo>
                <a:cubicBezTo>
                  <a:pt x="16408" y="764"/>
                  <a:pt x="16408" y="747"/>
                  <a:pt x="16419" y="736"/>
                </a:cubicBezTo>
                <a:lnTo>
                  <a:pt x="16662" y="493"/>
                </a:lnTo>
                <a:cubicBezTo>
                  <a:pt x="16673" y="483"/>
                  <a:pt x="16691" y="483"/>
                  <a:pt x="16701" y="493"/>
                </a:cubicBezTo>
                <a:cubicBezTo>
                  <a:pt x="16712" y="504"/>
                  <a:pt x="16711" y="521"/>
                  <a:pt x="16701" y="532"/>
                </a:cubicBezTo>
                <a:lnTo>
                  <a:pt x="16461" y="775"/>
                </a:lnTo>
                <a:cubicBezTo>
                  <a:pt x="16451" y="779"/>
                  <a:pt x="16444" y="782"/>
                  <a:pt x="16437" y="782"/>
                </a:cubicBezTo>
                <a:close/>
                <a:moveTo>
                  <a:pt x="15471" y="782"/>
                </a:moveTo>
                <a:cubicBezTo>
                  <a:pt x="15464" y="782"/>
                  <a:pt x="15457" y="779"/>
                  <a:pt x="15454" y="775"/>
                </a:cubicBezTo>
                <a:cubicBezTo>
                  <a:pt x="15443" y="764"/>
                  <a:pt x="15443" y="747"/>
                  <a:pt x="15454" y="736"/>
                </a:cubicBezTo>
                <a:lnTo>
                  <a:pt x="15693" y="493"/>
                </a:lnTo>
                <a:cubicBezTo>
                  <a:pt x="15704" y="483"/>
                  <a:pt x="15721" y="483"/>
                  <a:pt x="15732" y="493"/>
                </a:cubicBezTo>
                <a:cubicBezTo>
                  <a:pt x="15743" y="504"/>
                  <a:pt x="15743" y="521"/>
                  <a:pt x="15732" y="532"/>
                </a:cubicBezTo>
                <a:lnTo>
                  <a:pt x="15489" y="775"/>
                </a:lnTo>
                <a:cubicBezTo>
                  <a:pt x="15485" y="779"/>
                  <a:pt x="15478" y="782"/>
                  <a:pt x="15471" y="782"/>
                </a:cubicBezTo>
                <a:close/>
                <a:moveTo>
                  <a:pt x="14989" y="782"/>
                </a:moveTo>
                <a:cubicBezTo>
                  <a:pt x="14982" y="782"/>
                  <a:pt x="14975" y="779"/>
                  <a:pt x="14971" y="775"/>
                </a:cubicBezTo>
                <a:cubicBezTo>
                  <a:pt x="14960" y="764"/>
                  <a:pt x="14960" y="747"/>
                  <a:pt x="14971" y="736"/>
                </a:cubicBezTo>
                <a:lnTo>
                  <a:pt x="15214" y="493"/>
                </a:lnTo>
                <a:cubicBezTo>
                  <a:pt x="15225" y="483"/>
                  <a:pt x="15243" y="483"/>
                  <a:pt x="15253" y="493"/>
                </a:cubicBezTo>
                <a:cubicBezTo>
                  <a:pt x="15264" y="504"/>
                  <a:pt x="15263" y="521"/>
                  <a:pt x="15253" y="532"/>
                </a:cubicBezTo>
                <a:lnTo>
                  <a:pt x="15010" y="775"/>
                </a:lnTo>
                <a:cubicBezTo>
                  <a:pt x="15003" y="779"/>
                  <a:pt x="14996" y="782"/>
                  <a:pt x="14989" y="782"/>
                </a:cubicBezTo>
                <a:close/>
                <a:moveTo>
                  <a:pt x="14506" y="782"/>
                </a:moveTo>
                <a:cubicBezTo>
                  <a:pt x="14499" y="782"/>
                  <a:pt x="14492" y="779"/>
                  <a:pt x="14488" y="775"/>
                </a:cubicBezTo>
                <a:cubicBezTo>
                  <a:pt x="14478" y="764"/>
                  <a:pt x="14478" y="747"/>
                  <a:pt x="14488" y="736"/>
                </a:cubicBezTo>
                <a:lnTo>
                  <a:pt x="14731" y="493"/>
                </a:lnTo>
                <a:cubicBezTo>
                  <a:pt x="14742" y="483"/>
                  <a:pt x="14760" y="483"/>
                  <a:pt x="14770" y="493"/>
                </a:cubicBezTo>
                <a:cubicBezTo>
                  <a:pt x="14781" y="504"/>
                  <a:pt x="14781" y="521"/>
                  <a:pt x="14770" y="532"/>
                </a:cubicBezTo>
                <a:lnTo>
                  <a:pt x="14531" y="775"/>
                </a:lnTo>
                <a:cubicBezTo>
                  <a:pt x="14520" y="779"/>
                  <a:pt x="14513" y="782"/>
                  <a:pt x="14506" y="782"/>
                </a:cubicBezTo>
                <a:close/>
                <a:moveTo>
                  <a:pt x="14023" y="782"/>
                </a:moveTo>
                <a:cubicBezTo>
                  <a:pt x="14016" y="782"/>
                  <a:pt x="14009" y="779"/>
                  <a:pt x="14006" y="775"/>
                </a:cubicBezTo>
                <a:cubicBezTo>
                  <a:pt x="13995" y="764"/>
                  <a:pt x="13995" y="747"/>
                  <a:pt x="14006" y="736"/>
                </a:cubicBezTo>
                <a:lnTo>
                  <a:pt x="14249" y="493"/>
                </a:lnTo>
                <a:cubicBezTo>
                  <a:pt x="14259" y="483"/>
                  <a:pt x="14278" y="483"/>
                  <a:pt x="14288" y="493"/>
                </a:cubicBezTo>
                <a:cubicBezTo>
                  <a:pt x="14299" y="504"/>
                  <a:pt x="14298" y="521"/>
                  <a:pt x="14288" y="532"/>
                </a:cubicBezTo>
                <a:lnTo>
                  <a:pt x="14048" y="775"/>
                </a:lnTo>
                <a:cubicBezTo>
                  <a:pt x="14037" y="779"/>
                  <a:pt x="14030" y="782"/>
                  <a:pt x="14023" y="782"/>
                </a:cubicBezTo>
                <a:close/>
                <a:moveTo>
                  <a:pt x="13541" y="782"/>
                </a:moveTo>
                <a:cubicBezTo>
                  <a:pt x="13534" y="782"/>
                  <a:pt x="13527" y="779"/>
                  <a:pt x="13523" y="775"/>
                </a:cubicBezTo>
                <a:cubicBezTo>
                  <a:pt x="13513" y="764"/>
                  <a:pt x="13513" y="747"/>
                  <a:pt x="13523" y="736"/>
                </a:cubicBezTo>
                <a:lnTo>
                  <a:pt x="13763" y="493"/>
                </a:lnTo>
                <a:cubicBezTo>
                  <a:pt x="13773" y="483"/>
                  <a:pt x="13791" y="483"/>
                  <a:pt x="13801" y="493"/>
                </a:cubicBezTo>
                <a:cubicBezTo>
                  <a:pt x="13812" y="504"/>
                  <a:pt x="13812" y="521"/>
                  <a:pt x="13801" y="532"/>
                </a:cubicBezTo>
                <a:lnTo>
                  <a:pt x="13558" y="775"/>
                </a:lnTo>
                <a:cubicBezTo>
                  <a:pt x="13555" y="779"/>
                  <a:pt x="13548" y="782"/>
                  <a:pt x="13541" y="782"/>
                </a:cubicBezTo>
                <a:close/>
                <a:moveTo>
                  <a:pt x="13058" y="782"/>
                </a:moveTo>
                <a:cubicBezTo>
                  <a:pt x="13051" y="782"/>
                  <a:pt x="13044" y="779"/>
                  <a:pt x="13041" y="775"/>
                </a:cubicBezTo>
                <a:cubicBezTo>
                  <a:pt x="13030" y="764"/>
                  <a:pt x="13030" y="747"/>
                  <a:pt x="13041" y="736"/>
                </a:cubicBezTo>
                <a:lnTo>
                  <a:pt x="13284" y="493"/>
                </a:lnTo>
                <a:cubicBezTo>
                  <a:pt x="13294" y="483"/>
                  <a:pt x="13312" y="483"/>
                  <a:pt x="13322" y="493"/>
                </a:cubicBezTo>
                <a:cubicBezTo>
                  <a:pt x="13333" y="504"/>
                  <a:pt x="13333" y="521"/>
                  <a:pt x="13322" y="532"/>
                </a:cubicBezTo>
                <a:lnTo>
                  <a:pt x="13079" y="775"/>
                </a:lnTo>
                <a:cubicBezTo>
                  <a:pt x="13072" y="779"/>
                  <a:pt x="13065" y="782"/>
                  <a:pt x="13058" y="782"/>
                </a:cubicBezTo>
                <a:close/>
                <a:moveTo>
                  <a:pt x="12093" y="782"/>
                </a:moveTo>
                <a:cubicBezTo>
                  <a:pt x="12086" y="782"/>
                  <a:pt x="12079" y="779"/>
                  <a:pt x="12075" y="775"/>
                </a:cubicBezTo>
                <a:cubicBezTo>
                  <a:pt x="12065" y="764"/>
                  <a:pt x="12065" y="747"/>
                  <a:pt x="12075" y="736"/>
                </a:cubicBezTo>
                <a:lnTo>
                  <a:pt x="12318" y="493"/>
                </a:lnTo>
                <a:cubicBezTo>
                  <a:pt x="12329" y="483"/>
                  <a:pt x="12347" y="483"/>
                  <a:pt x="12357" y="493"/>
                </a:cubicBezTo>
                <a:cubicBezTo>
                  <a:pt x="12368" y="504"/>
                  <a:pt x="12368" y="521"/>
                  <a:pt x="12357" y="532"/>
                </a:cubicBezTo>
                <a:lnTo>
                  <a:pt x="12118" y="775"/>
                </a:lnTo>
                <a:cubicBezTo>
                  <a:pt x="12107" y="779"/>
                  <a:pt x="12100" y="782"/>
                  <a:pt x="12093" y="782"/>
                </a:cubicBezTo>
                <a:close/>
                <a:moveTo>
                  <a:pt x="11129" y="782"/>
                </a:moveTo>
                <a:cubicBezTo>
                  <a:pt x="11122" y="782"/>
                  <a:pt x="11114" y="779"/>
                  <a:pt x="11111" y="775"/>
                </a:cubicBezTo>
                <a:cubicBezTo>
                  <a:pt x="11100" y="764"/>
                  <a:pt x="11100" y="747"/>
                  <a:pt x="11111" y="736"/>
                </a:cubicBezTo>
                <a:lnTo>
                  <a:pt x="11354" y="493"/>
                </a:lnTo>
                <a:cubicBezTo>
                  <a:pt x="11365" y="483"/>
                  <a:pt x="11382" y="483"/>
                  <a:pt x="11393" y="493"/>
                </a:cubicBezTo>
                <a:cubicBezTo>
                  <a:pt x="11403" y="504"/>
                  <a:pt x="11403" y="521"/>
                  <a:pt x="11393" y="532"/>
                </a:cubicBezTo>
                <a:lnTo>
                  <a:pt x="11150" y="775"/>
                </a:lnTo>
                <a:cubicBezTo>
                  <a:pt x="11143" y="779"/>
                  <a:pt x="11136" y="782"/>
                  <a:pt x="11129" y="782"/>
                </a:cubicBezTo>
                <a:close/>
                <a:moveTo>
                  <a:pt x="10163" y="782"/>
                </a:moveTo>
                <a:cubicBezTo>
                  <a:pt x="10156" y="782"/>
                  <a:pt x="10149" y="779"/>
                  <a:pt x="10146" y="775"/>
                </a:cubicBezTo>
                <a:cubicBezTo>
                  <a:pt x="10135" y="764"/>
                  <a:pt x="10135" y="747"/>
                  <a:pt x="10146" y="736"/>
                </a:cubicBezTo>
                <a:lnTo>
                  <a:pt x="10389" y="493"/>
                </a:lnTo>
                <a:cubicBezTo>
                  <a:pt x="10399" y="483"/>
                  <a:pt x="10417" y="483"/>
                  <a:pt x="10428" y="493"/>
                </a:cubicBezTo>
                <a:cubicBezTo>
                  <a:pt x="10438" y="504"/>
                  <a:pt x="10438" y="521"/>
                  <a:pt x="10428" y="532"/>
                </a:cubicBezTo>
                <a:lnTo>
                  <a:pt x="10188" y="775"/>
                </a:lnTo>
                <a:cubicBezTo>
                  <a:pt x="10177" y="779"/>
                  <a:pt x="10170" y="782"/>
                  <a:pt x="10163" y="782"/>
                </a:cubicBezTo>
                <a:close/>
                <a:moveTo>
                  <a:pt x="9681" y="782"/>
                </a:moveTo>
                <a:cubicBezTo>
                  <a:pt x="9674" y="782"/>
                  <a:pt x="9667" y="779"/>
                  <a:pt x="9663" y="775"/>
                </a:cubicBezTo>
                <a:cubicBezTo>
                  <a:pt x="9652" y="764"/>
                  <a:pt x="9652" y="747"/>
                  <a:pt x="9663" y="736"/>
                </a:cubicBezTo>
                <a:lnTo>
                  <a:pt x="9906" y="493"/>
                </a:lnTo>
                <a:cubicBezTo>
                  <a:pt x="9917" y="483"/>
                  <a:pt x="9934" y="483"/>
                  <a:pt x="9945" y="493"/>
                </a:cubicBezTo>
                <a:cubicBezTo>
                  <a:pt x="9955" y="504"/>
                  <a:pt x="9955" y="521"/>
                  <a:pt x="9945" y="532"/>
                </a:cubicBezTo>
                <a:lnTo>
                  <a:pt x="9705" y="775"/>
                </a:lnTo>
                <a:cubicBezTo>
                  <a:pt x="9695" y="779"/>
                  <a:pt x="9688" y="782"/>
                  <a:pt x="9681" y="782"/>
                </a:cubicBezTo>
                <a:close/>
                <a:moveTo>
                  <a:pt x="9198" y="782"/>
                </a:moveTo>
                <a:cubicBezTo>
                  <a:pt x="9191" y="782"/>
                  <a:pt x="9184" y="779"/>
                  <a:pt x="9180" y="775"/>
                </a:cubicBezTo>
                <a:cubicBezTo>
                  <a:pt x="9170" y="764"/>
                  <a:pt x="9170" y="747"/>
                  <a:pt x="9180" y="736"/>
                </a:cubicBezTo>
                <a:lnTo>
                  <a:pt x="9420" y="493"/>
                </a:lnTo>
                <a:cubicBezTo>
                  <a:pt x="9431" y="483"/>
                  <a:pt x="9448" y="483"/>
                  <a:pt x="9459" y="493"/>
                </a:cubicBezTo>
                <a:cubicBezTo>
                  <a:pt x="9469" y="504"/>
                  <a:pt x="9469" y="521"/>
                  <a:pt x="9459" y="532"/>
                </a:cubicBezTo>
                <a:lnTo>
                  <a:pt x="9216" y="775"/>
                </a:lnTo>
                <a:cubicBezTo>
                  <a:pt x="9212" y="779"/>
                  <a:pt x="9205" y="782"/>
                  <a:pt x="9198" y="782"/>
                </a:cubicBezTo>
                <a:close/>
                <a:moveTo>
                  <a:pt x="8715" y="782"/>
                </a:moveTo>
                <a:cubicBezTo>
                  <a:pt x="8708" y="782"/>
                  <a:pt x="8701" y="779"/>
                  <a:pt x="8698" y="775"/>
                </a:cubicBezTo>
                <a:cubicBezTo>
                  <a:pt x="8687" y="764"/>
                  <a:pt x="8687" y="747"/>
                  <a:pt x="8698" y="736"/>
                </a:cubicBezTo>
                <a:lnTo>
                  <a:pt x="8941" y="493"/>
                </a:lnTo>
                <a:cubicBezTo>
                  <a:pt x="8951" y="483"/>
                  <a:pt x="8969" y="483"/>
                  <a:pt x="8980" y="493"/>
                </a:cubicBezTo>
                <a:cubicBezTo>
                  <a:pt x="8990" y="504"/>
                  <a:pt x="8990" y="521"/>
                  <a:pt x="8980" y="532"/>
                </a:cubicBezTo>
                <a:lnTo>
                  <a:pt x="8737" y="775"/>
                </a:lnTo>
                <a:cubicBezTo>
                  <a:pt x="8730" y="779"/>
                  <a:pt x="8722" y="782"/>
                  <a:pt x="8715" y="782"/>
                </a:cubicBezTo>
                <a:close/>
                <a:moveTo>
                  <a:pt x="8233" y="782"/>
                </a:moveTo>
                <a:cubicBezTo>
                  <a:pt x="8226" y="782"/>
                  <a:pt x="8219" y="779"/>
                  <a:pt x="8215" y="775"/>
                </a:cubicBezTo>
                <a:cubicBezTo>
                  <a:pt x="8205" y="764"/>
                  <a:pt x="8205" y="747"/>
                  <a:pt x="8215" y="736"/>
                </a:cubicBezTo>
                <a:lnTo>
                  <a:pt x="8458" y="493"/>
                </a:lnTo>
                <a:cubicBezTo>
                  <a:pt x="8469" y="483"/>
                  <a:pt x="8486" y="483"/>
                  <a:pt x="8497" y="493"/>
                </a:cubicBezTo>
                <a:cubicBezTo>
                  <a:pt x="8508" y="504"/>
                  <a:pt x="8508" y="521"/>
                  <a:pt x="8497" y="532"/>
                </a:cubicBezTo>
                <a:lnTo>
                  <a:pt x="8257" y="775"/>
                </a:lnTo>
                <a:cubicBezTo>
                  <a:pt x="8247" y="779"/>
                  <a:pt x="8240" y="782"/>
                  <a:pt x="8233" y="782"/>
                </a:cubicBezTo>
                <a:close/>
                <a:moveTo>
                  <a:pt x="7750" y="782"/>
                </a:moveTo>
                <a:cubicBezTo>
                  <a:pt x="7743" y="782"/>
                  <a:pt x="7736" y="779"/>
                  <a:pt x="7733" y="775"/>
                </a:cubicBezTo>
                <a:cubicBezTo>
                  <a:pt x="7722" y="764"/>
                  <a:pt x="7722" y="747"/>
                  <a:pt x="7733" y="736"/>
                </a:cubicBezTo>
                <a:lnTo>
                  <a:pt x="7976" y="493"/>
                </a:lnTo>
                <a:cubicBezTo>
                  <a:pt x="7986" y="483"/>
                  <a:pt x="8004" y="483"/>
                  <a:pt x="8014" y="493"/>
                </a:cubicBezTo>
                <a:cubicBezTo>
                  <a:pt x="8025" y="504"/>
                  <a:pt x="8025" y="521"/>
                  <a:pt x="8014" y="532"/>
                </a:cubicBezTo>
                <a:lnTo>
                  <a:pt x="7775" y="775"/>
                </a:lnTo>
                <a:cubicBezTo>
                  <a:pt x="7764" y="779"/>
                  <a:pt x="7757" y="782"/>
                  <a:pt x="7750" y="782"/>
                </a:cubicBezTo>
                <a:close/>
                <a:moveTo>
                  <a:pt x="6785" y="782"/>
                </a:moveTo>
                <a:cubicBezTo>
                  <a:pt x="6778" y="782"/>
                  <a:pt x="6771" y="779"/>
                  <a:pt x="6767" y="775"/>
                </a:cubicBezTo>
                <a:cubicBezTo>
                  <a:pt x="6757" y="764"/>
                  <a:pt x="6757" y="747"/>
                  <a:pt x="6767" y="736"/>
                </a:cubicBezTo>
                <a:lnTo>
                  <a:pt x="7010" y="493"/>
                </a:lnTo>
                <a:cubicBezTo>
                  <a:pt x="7021" y="483"/>
                  <a:pt x="7039" y="483"/>
                  <a:pt x="7049" y="493"/>
                </a:cubicBezTo>
                <a:cubicBezTo>
                  <a:pt x="7060" y="504"/>
                  <a:pt x="7060" y="521"/>
                  <a:pt x="7049" y="532"/>
                </a:cubicBezTo>
                <a:lnTo>
                  <a:pt x="6806" y="775"/>
                </a:lnTo>
                <a:cubicBezTo>
                  <a:pt x="6799" y="779"/>
                  <a:pt x="6792" y="782"/>
                  <a:pt x="6785" y="782"/>
                </a:cubicBezTo>
                <a:close/>
                <a:moveTo>
                  <a:pt x="6302" y="782"/>
                </a:moveTo>
                <a:cubicBezTo>
                  <a:pt x="6295" y="782"/>
                  <a:pt x="6288" y="779"/>
                  <a:pt x="6285" y="775"/>
                </a:cubicBezTo>
                <a:cubicBezTo>
                  <a:pt x="6274" y="764"/>
                  <a:pt x="6274" y="747"/>
                  <a:pt x="6285" y="736"/>
                </a:cubicBezTo>
                <a:lnTo>
                  <a:pt x="6528" y="493"/>
                </a:lnTo>
                <a:cubicBezTo>
                  <a:pt x="6538" y="483"/>
                  <a:pt x="6556" y="483"/>
                  <a:pt x="6566" y="493"/>
                </a:cubicBezTo>
                <a:cubicBezTo>
                  <a:pt x="6577" y="504"/>
                  <a:pt x="6577" y="521"/>
                  <a:pt x="6566" y="532"/>
                </a:cubicBezTo>
                <a:lnTo>
                  <a:pt x="6323" y="775"/>
                </a:lnTo>
                <a:cubicBezTo>
                  <a:pt x="6316" y="779"/>
                  <a:pt x="6309" y="782"/>
                  <a:pt x="6302" y="782"/>
                </a:cubicBezTo>
                <a:close/>
                <a:moveTo>
                  <a:pt x="5820" y="782"/>
                </a:moveTo>
                <a:cubicBezTo>
                  <a:pt x="5813" y="782"/>
                  <a:pt x="5806" y="779"/>
                  <a:pt x="5802" y="775"/>
                </a:cubicBezTo>
                <a:cubicBezTo>
                  <a:pt x="5791" y="764"/>
                  <a:pt x="5791" y="747"/>
                  <a:pt x="5802" y="736"/>
                </a:cubicBezTo>
                <a:lnTo>
                  <a:pt x="6045" y="493"/>
                </a:lnTo>
                <a:cubicBezTo>
                  <a:pt x="6056" y="483"/>
                  <a:pt x="6073" y="483"/>
                  <a:pt x="6084" y="493"/>
                </a:cubicBezTo>
                <a:cubicBezTo>
                  <a:pt x="6094" y="504"/>
                  <a:pt x="6094" y="521"/>
                  <a:pt x="6084" y="532"/>
                </a:cubicBezTo>
                <a:lnTo>
                  <a:pt x="5841" y="775"/>
                </a:lnTo>
                <a:cubicBezTo>
                  <a:pt x="5834" y="779"/>
                  <a:pt x="5827" y="782"/>
                  <a:pt x="5820" y="782"/>
                </a:cubicBezTo>
                <a:close/>
                <a:moveTo>
                  <a:pt x="5337" y="782"/>
                </a:moveTo>
                <a:cubicBezTo>
                  <a:pt x="5330" y="782"/>
                  <a:pt x="5323" y="779"/>
                  <a:pt x="5319" y="775"/>
                </a:cubicBezTo>
                <a:cubicBezTo>
                  <a:pt x="5309" y="764"/>
                  <a:pt x="5309" y="747"/>
                  <a:pt x="5319" y="736"/>
                </a:cubicBezTo>
                <a:lnTo>
                  <a:pt x="5562" y="493"/>
                </a:lnTo>
                <a:cubicBezTo>
                  <a:pt x="5573" y="483"/>
                  <a:pt x="5591" y="483"/>
                  <a:pt x="5601" y="493"/>
                </a:cubicBezTo>
                <a:cubicBezTo>
                  <a:pt x="5612" y="504"/>
                  <a:pt x="5612" y="521"/>
                  <a:pt x="5601" y="532"/>
                </a:cubicBezTo>
                <a:lnTo>
                  <a:pt x="5358" y="775"/>
                </a:lnTo>
                <a:cubicBezTo>
                  <a:pt x="5351" y="779"/>
                  <a:pt x="5344" y="782"/>
                  <a:pt x="5337" y="782"/>
                </a:cubicBezTo>
                <a:close/>
                <a:moveTo>
                  <a:pt x="1959" y="782"/>
                </a:moveTo>
                <a:cubicBezTo>
                  <a:pt x="1951" y="782"/>
                  <a:pt x="1944" y="779"/>
                  <a:pt x="1941" y="775"/>
                </a:cubicBezTo>
                <a:cubicBezTo>
                  <a:pt x="1930" y="764"/>
                  <a:pt x="1930" y="747"/>
                  <a:pt x="1941" y="736"/>
                </a:cubicBezTo>
                <a:lnTo>
                  <a:pt x="2184" y="493"/>
                </a:lnTo>
                <a:cubicBezTo>
                  <a:pt x="2195" y="483"/>
                  <a:pt x="2212" y="483"/>
                  <a:pt x="2223" y="493"/>
                </a:cubicBezTo>
                <a:cubicBezTo>
                  <a:pt x="2233" y="504"/>
                  <a:pt x="2233" y="521"/>
                  <a:pt x="2223" y="532"/>
                </a:cubicBezTo>
                <a:lnTo>
                  <a:pt x="1980" y="775"/>
                </a:lnTo>
                <a:cubicBezTo>
                  <a:pt x="1969" y="779"/>
                  <a:pt x="1966" y="782"/>
                  <a:pt x="1959" y="782"/>
                </a:cubicBezTo>
                <a:close/>
                <a:moveTo>
                  <a:pt x="1476" y="782"/>
                </a:moveTo>
                <a:cubicBezTo>
                  <a:pt x="1469" y="782"/>
                  <a:pt x="1462" y="779"/>
                  <a:pt x="1458" y="775"/>
                </a:cubicBezTo>
                <a:cubicBezTo>
                  <a:pt x="1448" y="764"/>
                  <a:pt x="1448" y="747"/>
                  <a:pt x="1458" y="736"/>
                </a:cubicBezTo>
                <a:lnTo>
                  <a:pt x="1701" y="493"/>
                </a:lnTo>
                <a:cubicBezTo>
                  <a:pt x="1712" y="483"/>
                  <a:pt x="1729" y="483"/>
                  <a:pt x="1740" y="493"/>
                </a:cubicBezTo>
                <a:cubicBezTo>
                  <a:pt x="1750" y="504"/>
                  <a:pt x="1751" y="521"/>
                  <a:pt x="1740" y="532"/>
                </a:cubicBezTo>
                <a:lnTo>
                  <a:pt x="1497" y="775"/>
                </a:lnTo>
                <a:cubicBezTo>
                  <a:pt x="1486" y="779"/>
                  <a:pt x="1483" y="782"/>
                  <a:pt x="1476" y="782"/>
                </a:cubicBezTo>
                <a:close/>
                <a:moveTo>
                  <a:pt x="993" y="782"/>
                </a:moveTo>
                <a:cubicBezTo>
                  <a:pt x="986" y="782"/>
                  <a:pt x="979" y="779"/>
                  <a:pt x="976" y="775"/>
                </a:cubicBezTo>
                <a:cubicBezTo>
                  <a:pt x="965" y="764"/>
                  <a:pt x="965" y="747"/>
                  <a:pt x="976" y="736"/>
                </a:cubicBezTo>
                <a:lnTo>
                  <a:pt x="1219" y="493"/>
                </a:lnTo>
                <a:cubicBezTo>
                  <a:pt x="1229" y="483"/>
                  <a:pt x="1247" y="483"/>
                  <a:pt x="1257" y="493"/>
                </a:cubicBezTo>
                <a:cubicBezTo>
                  <a:pt x="1268" y="504"/>
                  <a:pt x="1268" y="521"/>
                  <a:pt x="1257" y="532"/>
                </a:cubicBezTo>
                <a:lnTo>
                  <a:pt x="1014" y="775"/>
                </a:lnTo>
                <a:cubicBezTo>
                  <a:pt x="1004" y="779"/>
                  <a:pt x="997" y="782"/>
                  <a:pt x="993" y="782"/>
                </a:cubicBezTo>
                <a:close/>
                <a:moveTo>
                  <a:pt x="511" y="782"/>
                </a:moveTo>
                <a:cubicBezTo>
                  <a:pt x="504" y="782"/>
                  <a:pt x="497" y="779"/>
                  <a:pt x="493" y="775"/>
                </a:cubicBezTo>
                <a:cubicBezTo>
                  <a:pt x="482" y="764"/>
                  <a:pt x="482" y="747"/>
                  <a:pt x="493" y="736"/>
                </a:cubicBezTo>
                <a:lnTo>
                  <a:pt x="736" y="493"/>
                </a:lnTo>
                <a:cubicBezTo>
                  <a:pt x="747" y="483"/>
                  <a:pt x="764" y="483"/>
                  <a:pt x="775" y="493"/>
                </a:cubicBezTo>
                <a:cubicBezTo>
                  <a:pt x="785" y="504"/>
                  <a:pt x="785" y="521"/>
                  <a:pt x="775" y="532"/>
                </a:cubicBezTo>
                <a:lnTo>
                  <a:pt x="532" y="775"/>
                </a:lnTo>
                <a:cubicBezTo>
                  <a:pt x="521" y="779"/>
                  <a:pt x="514" y="782"/>
                  <a:pt x="511" y="782"/>
                </a:cubicBezTo>
                <a:close/>
                <a:moveTo>
                  <a:pt x="28" y="782"/>
                </a:moveTo>
                <a:cubicBezTo>
                  <a:pt x="21" y="782"/>
                  <a:pt x="14" y="779"/>
                  <a:pt x="10" y="775"/>
                </a:cubicBezTo>
                <a:cubicBezTo>
                  <a:pt x="0" y="764"/>
                  <a:pt x="0" y="747"/>
                  <a:pt x="10" y="736"/>
                </a:cubicBezTo>
                <a:lnTo>
                  <a:pt x="253" y="493"/>
                </a:lnTo>
                <a:cubicBezTo>
                  <a:pt x="264" y="483"/>
                  <a:pt x="282" y="483"/>
                  <a:pt x="292" y="493"/>
                </a:cubicBezTo>
                <a:cubicBezTo>
                  <a:pt x="303" y="504"/>
                  <a:pt x="303" y="521"/>
                  <a:pt x="292" y="532"/>
                </a:cubicBezTo>
                <a:lnTo>
                  <a:pt x="49" y="775"/>
                </a:lnTo>
                <a:cubicBezTo>
                  <a:pt x="39" y="779"/>
                  <a:pt x="31" y="782"/>
                  <a:pt x="28" y="782"/>
                </a:cubicBezTo>
                <a:close/>
                <a:moveTo>
                  <a:pt x="23193" y="782"/>
                </a:moveTo>
                <a:cubicBezTo>
                  <a:pt x="23186" y="782"/>
                  <a:pt x="23179" y="779"/>
                  <a:pt x="23176" y="775"/>
                </a:cubicBezTo>
                <a:cubicBezTo>
                  <a:pt x="23165" y="764"/>
                  <a:pt x="23165" y="747"/>
                  <a:pt x="23176" y="736"/>
                </a:cubicBezTo>
                <a:lnTo>
                  <a:pt x="23419" y="493"/>
                </a:lnTo>
                <a:cubicBezTo>
                  <a:pt x="23430" y="483"/>
                  <a:pt x="23447" y="483"/>
                  <a:pt x="23458" y="493"/>
                </a:cubicBezTo>
                <a:cubicBezTo>
                  <a:pt x="23468" y="504"/>
                  <a:pt x="23468" y="521"/>
                  <a:pt x="23458" y="532"/>
                </a:cubicBezTo>
                <a:lnTo>
                  <a:pt x="23215" y="775"/>
                </a:lnTo>
                <a:cubicBezTo>
                  <a:pt x="23208" y="779"/>
                  <a:pt x="23201" y="782"/>
                  <a:pt x="23193" y="782"/>
                </a:cubicBezTo>
                <a:close/>
                <a:moveTo>
                  <a:pt x="22228" y="782"/>
                </a:moveTo>
                <a:cubicBezTo>
                  <a:pt x="22221" y="782"/>
                  <a:pt x="22214" y="779"/>
                  <a:pt x="22211" y="775"/>
                </a:cubicBezTo>
                <a:cubicBezTo>
                  <a:pt x="22200" y="764"/>
                  <a:pt x="22200" y="747"/>
                  <a:pt x="22211" y="736"/>
                </a:cubicBezTo>
                <a:lnTo>
                  <a:pt x="22454" y="493"/>
                </a:lnTo>
                <a:cubicBezTo>
                  <a:pt x="22464" y="483"/>
                  <a:pt x="22482" y="483"/>
                  <a:pt x="22492" y="493"/>
                </a:cubicBezTo>
                <a:cubicBezTo>
                  <a:pt x="22503" y="504"/>
                  <a:pt x="22503" y="521"/>
                  <a:pt x="22492" y="532"/>
                </a:cubicBezTo>
                <a:lnTo>
                  <a:pt x="22249" y="775"/>
                </a:lnTo>
                <a:cubicBezTo>
                  <a:pt x="22242" y="779"/>
                  <a:pt x="22235" y="782"/>
                  <a:pt x="22228" y="782"/>
                </a:cubicBezTo>
                <a:close/>
                <a:moveTo>
                  <a:pt x="21263" y="782"/>
                </a:moveTo>
                <a:cubicBezTo>
                  <a:pt x="21256" y="782"/>
                  <a:pt x="21249" y="779"/>
                  <a:pt x="21245" y="775"/>
                </a:cubicBezTo>
                <a:cubicBezTo>
                  <a:pt x="21235" y="764"/>
                  <a:pt x="21235" y="747"/>
                  <a:pt x="21245" y="736"/>
                </a:cubicBezTo>
                <a:lnTo>
                  <a:pt x="21488" y="493"/>
                </a:lnTo>
                <a:cubicBezTo>
                  <a:pt x="21499" y="483"/>
                  <a:pt x="21517" y="483"/>
                  <a:pt x="21527" y="493"/>
                </a:cubicBezTo>
                <a:cubicBezTo>
                  <a:pt x="21538" y="504"/>
                  <a:pt x="21538" y="521"/>
                  <a:pt x="21527" y="532"/>
                </a:cubicBezTo>
                <a:lnTo>
                  <a:pt x="21284" y="775"/>
                </a:lnTo>
                <a:cubicBezTo>
                  <a:pt x="21277" y="779"/>
                  <a:pt x="21270" y="782"/>
                  <a:pt x="21263" y="782"/>
                </a:cubicBezTo>
                <a:close/>
                <a:moveTo>
                  <a:pt x="17884" y="782"/>
                </a:moveTo>
                <a:cubicBezTo>
                  <a:pt x="17877" y="782"/>
                  <a:pt x="17870" y="779"/>
                  <a:pt x="17867" y="775"/>
                </a:cubicBezTo>
                <a:cubicBezTo>
                  <a:pt x="17856" y="764"/>
                  <a:pt x="17856" y="747"/>
                  <a:pt x="17867" y="736"/>
                </a:cubicBezTo>
                <a:lnTo>
                  <a:pt x="18110" y="493"/>
                </a:lnTo>
                <a:cubicBezTo>
                  <a:pt x="18121" y="483"/>
                  <a:pt x="18138" y="483"/>
                  <a:pt x="18149" y="493"/>
                </a:cubicBezTo>
                <a:cubicBezTo>
                  <a:pt x="18159" y="504"/>
                  <a:pt x="18159" y="521"/>
                  <a:pt x="18149" y="532"/>
                </a:cubicBezTo>
                <a:lnTo>
                  <a:pt x="17906" y="775"/>
                </a:lnTo>
                <a:cubicBezTo>
                  <a:pt x="17899" y="779"/>
                  <a:pt x="17892" y="782"/>
                  <a:pt x="17884" y="782"/>
                </a:cubicBezTo>
                <a:close/>
                <a:moveTo>
                  <a:pt x="16919" y="782"/>
                </a:moveTo>
                <a:cubicBezTo>
                  <a:pt x="16912" y="782"/>
                  <a:pt x="16905" y="779"/>
                  <a:pt x="16902" y="775"/>
                </a:cubicBezTo>
                <a:cubicBezTo>
                  <a:pt x="16891" y="764"/>
                  <a:pt x="16891" y="747"/>
                  <a:pt x="16902" y="736"/>
                </a:cubicBezTo>
                <a:lnTo>
                  <a:pt x="17145" y="493"/>
                </a:lnTo>
                <a:cubicBezTo>
                  <a:pt x="17155" y="483"/>
                  <a:pt x="17173" y="483"/>
                  <a:pt x="17183" y="493"/>
                </a:cubicBezTo>
                <a:cubicBezTo>
                  <a:pt x="17194" y="504"/>
                  <a:pt x="17194" y="521"/>
                  <a:pt x="17183" y="532"/>
                </a:cubicBezTo>
                <a:lnTo>
                  <a:pt x="16940" y="775"/>
                </a:lnTo>
                <a:cubicBezTo>
                  <a:pt x="16933" y="779"/>
                  <a:pt x="16926" y="782"/>
                  <a:pt x="16919" y="782"/>
                </a:cubicBezTo>
                <a:close/>
                <a:moveTo>
                  <a:pt x="15954" y="782"/>
                </a:moveTo>
                <a:cubicBezTo>
                  <a:pt x="15947" y="782"/>
                  <a:pt x="15940" y="779"/>
                  <a:pt x="15936" y="775"/>
                </a:cubicBezTo>
                <a:cubicBezTo>
                  <a:pt x="15926" y="764"/>
                  <a:pt x="15926" y="747"/>
                  <a:pt x="15936" y="736"/>
                </a:cubicBezTo>
                <a:lnTo>
                  <a:pt x="16179" y="493"/>
                </a:lnTo>
                <a:cubicBezTo>
                  <a:pt x="16190" y="483"/>
                  <a:pt x="16208" y="483"/>
                  <a:pt x="16218" y="493"/>
                </a:cubicBezTo>
                <a:cubicBezTo>
                  <a:pt x="16229" y="504"/>
                  <a:pt x="16229" y="521"/>
                  <a:pt x="16218" y="532"/>
                </a:cubicBezTo>
                <a:lnTo>
                  <a:pt x="15975" y="775"/>
                </a:lnTo>
                <a:cubicBezTo>
                  <a:pt x="15968" y="779"/>
                  <a:pt x="15961" y="782"/>
                  <a:pt x="15954" y="782"/>
                </a:cubicBezTo>
                <a:close/>
                <a:moveTo>
                  <a:pt x="12575" y="782"/>
                </a:moveTo>
                <a:cubicBezTo>
                  <a:pt x="12568" y="782"/>
                  <a:pt x="12561" y="779"/>
                  <a:pt x="12558" y="775"/>
                </a:cubicBezTo>
                <a:cubicBezTo>
                  <a:pt x="12547" y="764"/>
                  <a:pt x="12547" y="747"/>
                  <a:pt x="12558" y="736"/>
                </a:cubicBezTo>
                <a:lnTo>
                  <a:pt x="12801" y="493"/>
                </a:lnTo>
                <a:cubicBezTo>
                  <a:pt x="12812" y="483"/>
                  <a:pt x="12830" y="483"/>
                  <a:pt x="12840" y="493"/>
                </a:cubicBezTo>
                <a:cubicBezTo>
                  <a:pt x="12851" y="504"/>
                  <a:pt x="12850" y="521"/>
                  <a:pt x="12840" y="532"/>
                </a:cubicBezTo>
                <a:lnTo>
                  <a:pt x="12597" y="775"/>
                </a:lnTo>
                <a:cubicBezTo>
                  <a:pt x="12590" y="779"/>
                  <a:pt x="12583" y="782"/>
                  <a:pt x="12575" y="782"/>
                </a:cubicBezTo>
                <a:close/>
                <a:moveTo>
                  <a:pt x="11611" y="782"/>
                </a:moveTo>
                <a:cubicBezTo>
                  <a:pt x="11604" y="782"/>
                  <a:pt x="11597" y="779"/>
                  <a:pt x="11594" y="775"/>
                </a:cubicBezTo>
                <a:cubicBezTo>
                  <a:pt x="11583" y="764"/>
                  <a:pt x="11583" y="747"/>
                  <a:pt x="11594" y="736"/>
                </a:cubicBezTo>
                <a:lnTo>
                  <a:pt x="11836" y="493"/>
                </a:lnTo>
                <a:cubicBezTo>
                  <a:pt x="11846" y="483"/>
                  <a:pt x="11864" y="483"/>
                  <a:pt x="11874" y="493"/>
                </a:cubicBezTo>
                <a:cubicBezTo>
                  <a:pt x="11885" y="504"/>
                  <a:pt x="11885" y="521"/>
                  <a:pt x="11874" y="532"/>
                </a:cubicBezTo>
                <a:lnTo>
                  <a:pt x="11632" y="775"/>
                </a:lnTo>
                <a:cubicBezTo>
                  <a:pt x="11625" y="779"/>
                  <a:pt x="11618" y="782"/>
                  <a:pt x="11611" y="782"/>
                </a:cubicBezTo>
                <a:close/>
                <a:moveTo>
                  <a:pt x="10646" y="782"/>
                </a:moveTo>
                <a:cubicBezTo>
                  <a:pt x="10639" y="782"/>
                  <a:pt x="10632" y="779"/>
                  <a:pt x="10628" y="775"/>
                </a:cubicBezTo>
                <a:cubicBezTo>
                  <a:pt x="10618" y="764"/>
                  <a:pt x="10618" y="747"/>
                  <a:pt x="10628" y="736"/>
                </a:cubicBezTo>
                <a:lnTo>
                  <a:pt x="10871" y="493"/>
                </a:lnTo>
                <a:cubicBezTo>
                  <a:pt x="10882" y="483"/>
                  <a:pt x="10899" y="483"/>
                  <a:pt x="10910" y="493"/>
                </a:cubicBezTo>
                <a:cubicBezTo>
                  <a:pt x="10920" y="504"/>
                  <a:pt x="10921" y="521"/>
                  <a:pt x="10910" y="532"/>
                </a:cubicBezTo>
                <a:lnTo>
                  <a:pt x="10667" y="775"/>
                </a:lnTo>
                <a:cubicBezTo>
                  <a:pt x="10660" y="779"/>
                  <a:pt x="10653" y="782"/>
                  <a:pt x="10646" y="782"/>
                </a:cubicBezTo>
                <a:close/>
                <a:moveTo>
                  <a:pt x="7268" y="782"/>
                </a:moveTo>
                <a:cubicBezTo>
                  <a:pt x="7260" y="782"/>
                  <a:pt x="7253" y="779"/>
                  <a:pt x="7250" y="775"/>
                </a:cubicBezTo>
                <a:cubicBezTo>
                  <a:pt x="7239" y="764"/>
                  <a:pt x="7239" y="747"/>
                  <a:pt x="7250" y="736"/>
                </a:cubicBezTo>
                <a:lnTo>
                  <a:pt x="7493" y="493"/>
                </a:lnTo>
                <a:cubicBezTo>
                  <a:pt x="7504" y="483"/>
                  <a:pt x="7521" y="483"/>
                  <a:pt x="7532" y="493"/>
                </a:cubicBezTo>
                <a:cubicBezTo>
                  <a:pt x="7542" y="504"/>
                  <a:pt x="7542" y="521"/>
                  <a:pt x="7532" y="532"/>
                </a:cubicBezTo>
                <a:lnTo>
                  <a:pt x="7289" y="775"/>
                </a:lnTo>
                <a:cubicBezTo>
                  <a:pt x="7282" y="779"/>
                  <a:pt x="7275" y="782"/>
                  <a:pt x="7268" y="782"/>
                </a:cubicBezTo>
                <a:close/>
                <a:moveTo>
                  <a:pt x="4854" y="782"/>
                </a:moveTo>
                <a:cubicBezTo>
                  <a:pt x="4847" y="782"/>
                  <a:pt x="4840" y="779"/>
                  <a:pt x="4837" y="775"/>
                </a:cubicBezTo>
                <a:cubicBezTo>
                  <a:pt x="4826" y="764"/>
                  <a:pt x="4826" y="747"/>
                  <a:pt x="4837" y="736"/>
                </a:cubicBezTo>
                <a:lnTo>
                  <a:pt x="5080" y="493"/>
                </a:lnTo>
                <a:cubicBezTo>
                  <a:pt x="5090" y="483"/>
                  <a:pt x="5108" y="483"/>
                  <a:pt x="5119" y="493"/>
                </a:cubicBezTo>
                <a:cubicBezTo>
                  <a:pt x="5129" y="504"/>
                  <a:pt x="5129" y="521"/>
                  <a:pt x="5119" y="532"/>
                </a:cubicBezTo>
                <a:lnTo>
                  <a:pt x="4875" y="775"/>
                </a:lnTo>
                <a:cubicBezTo>
                  <a:pt x="4865" y="779"/>
                  <a:pt x="4861" y="782"/>
                  <a:pt x="4854" y="782"/>
                </a:cubicBezTo>
                <a:close/>
                <a:moveTo>
                  <a:pt x="4372" y="782"/>
                </a:moveTo>
                <a:cubicBezTo>
                  <a:pt x="4365" y="782"/>
                  <a:pt x="4358" y="779"/>
                  <a:pt x="4354" y="775"/>
                </a:cubicBezTo>
                <a:cubicBezTo>
                  <a:pt x="4344" y="764"/>
                  <a:pt x="4344" y="747"/>
                  <a:pt x="4354" y="736"/>
                </a:cubicBezTo>
                <a:lnTo>
                  <a:pt x="4597" y="493"/>
                </a:lnTo>
                <a:cubicBezTo>
                  <a:pt x="4608" y="483"/>
                  <a:pt x="4625" y="483"/>
                  <a:pt x="4636" y="493"/>
                </a:cubicBezTo>
                <a:cubicBezTo>
                  <a:pt x="4646" y="504"/>
                  <a:pt x="4646" y="521"/>
                  <a:pt x="4636" y="532"/>
                </a:cubicBezTo>
                <a:lnTo>
                  <a:pt x="4393" y="775"/>
                </a:lnTo>
                <a:cubicBezTo>
                  <a:pt x="4382" y="779"/>
                  <a:pt x="4379" y="782"/>
                  <a:pt x="4372" y="782"/>
                </a:cubicBezTo>
                <a:close/>
                <a:moveTo>
                  <a:pt x="3889" y="782"/>
                </a:moveTo>
                <a:cubicBezTo>
                  <a:pt x="3882" y="782"/>
                  <a:pt x="3875" y="779"/>
                  <a:pt x="3871" y="775"/>
                </a:cubicBezTo>
                <a:cubicBezTo>
                  <a:pt x="3861" y="764"/>
                  <a:pt x="3861" y="747"/>
                  <a:pt x="3871" y="736"/>
                </a:cubicBezTo>
                <a:lnTo>
                  <a:pt x="4115" y="493"/>
                </a:lnTo>
                <a:cubicBezTo>
                  <a:pt x="4125" y="483"/>
                  <a:pt x="4143" y="483"/>
                  <a:pt x="4153" y="493"/>
                </a:cubicBezTo>
                <a:cubicBezTo>
                  <a:pt x="4164" y="504"/>
                  <a:pt x="4164" y="521"/>
                  <a:pt x="4153" y="532"/>
                </a:cubicBezTo>
                <a:lnTo>
                  <a:pt x="3910" y="775"/>
                </a:lnTo>
                <a:cubicBezTo>
                  <a:pt x="3900" y="779"/>
                  <a:pt x="3896" y="782"/>
                  <a:pt x="3889" y="782"/>
                </a:cubicBezTo>
                <a:close/>
                <a:moveTo>
                  <a:pt x="3406" y="782"/>
                </a:moveTo>
                <a:cubicBezTo>
                  <a:pt x="3399" y="782"/>
                  <a:pt x="3392" y="779"/>
                  <a:pt x="3389" y="775"/>
                </a:cubicBezTo>
                <a:cubicBezTo>
                  <a:pt x="3378" y="764"/>
                  <a:pt x="3378" y="747"/>
                  <a:pt x="3389" y="736"/>
                </a:cubicBezTo>
                <a:lnTo>
                  <a:pt x="3632" y="493"/>
                </a:lnTo>
                <a:cubicBezTo>
                  <a:pt x="3642" y="483"/>
                  <a:pt x="3660" y="483"/>
                  <a:pt x="3671" y="493"/>
                </a:cubicBezTo>
                <a:cubicBezTo>
                  <a:pt x="3681" y="504"/>
                  <a:pt x="3681" y="521"/>
                  <a:pt x="3671" y="532"/>
                </a:cubicBezTo>
                <a:lnTo>
                  <a:pt x="3428" y="775"/>
                </a:lnTo>
                <a:cubicBezTo>
                  <a:pt x="3417" y="779"/>
                  <a:pt x="3413" y="782"/>
                  <a:pt x="3406" y="782"/>
                </a:cubicBezTo>
                <a:close/>
                <a:moveTo>
                  <a:pt x="2924" y="782"/>
                </a:moveTo>
                <a:cubicBezTo>
                  <a:pt x="2917" y="782"/>
                  <a:pt x="2910" y="779"/>
                  <a:pt x="2906" y="775"/>
                </a:cubicBezTo>
                <a:cubicBezTo>
                  <a:pt x="2896" y="764"/>
                  <a:pt x="2896" y="747"/>
                  <a:pt x="2906" y="736"/>
                </a:cubicBezTo>
                <a:lnTo>
                  <a:pt x="3149" y="493"/>
                </a:lnTo>
                <a:cubicBezTo>
                  <a:pt x="3160" y="483"/>
                  <a:pt x="3177" y="483"/>
                  <a:pt x="3188" y="493"/>
                </a:cubicBezTo>
                <a:cubicBezTo>
                  <a:pt x="3199" y="504"/>
                  <a:pt x="3199" y="521"/>
                  <a:pt x="3188" y="532"/>
                </a:cubicBezTo>
                <a:lnTo>
                  <a:pt x="2945" y="775"/>
                </a:lnTo>
                <a:cubicBezTo>
                  <a:pt x="2934" y="779"/>
                  <a:pt x="2931" y="782"/>
                  <a:pt x="2924" y="782"/>
                </a:cubicBezTo>
                <a:close/>
                <a:moveTo>
                  <a:pt x="2441" y="782"/>
                </a:moveTo>
                <a:cubicBezTo>
                  <a:pt x="2434" y="782"/>
                  <a:pt x="2427" y="779"/>
                  <a:pt x="2424" y="775"/>
                </a:cubicBezTo>
                <a:cubicBezTo>
                  <a:pt x="2413" y="764"/>
                  <a:pt x="2413" y="747"/>
                  <a:pt x="2424" y="736"/>
                </a:cubicBezTo>
                <a:lnTo>
                  <a:pt x="2667" y="493"/>
                </a:lnTo>
                <a:cubicBezTo>
                  <a:pt x="2677" y="483"/>
                  <a:pt x="2694" y="483"/>
                  <a:pt x="2705" y="493"/>
                </a:cubicBezTo>
                <a:cubicBezTo>
                  <a:pt x="2715" y="504"/>
                  <a:pt x="2716" y="521"/>
                  <a:pt x="2705" y="532"/>
                </a:cubicBezTo>
                <a:lnTo>
                  <a:pt x="2462" y="775"/>
                </a:lnTo>
                <a:cubicBezTo>
                  <a:pt x="2452" y="779"/>
                  <a:pt x="2448" y="782"/>
                  <a:pt x="2441" y="782"/>
                </a:cubicBezTo>
                <a:close/>
                <a:moveTo>
                  <a:pt x="23193" y="300"/>
                </a:moveTo>
                <a:cubicBezTo>
                  <a:pt x="23186" y="300"/>
                  <a:pt x="23179" y="296"/>
                  <a:pt x="23176" y="293"/>
                </a:cubicBezTo>
                <a:cubicBezTo>
                  <a:pt x="23165" y="282"/>
                  <a:pt x="23165" y="264"/>
                  <a:pt x="23176" y="254"/>
                </a:cubicBezTo>
                <a:lnTo>
                  <a:pt x="23419" y="11"/>
                </a:lnTo>
                <a:cubicBezTo>
                  <a:pt x="23430" y="0"/>
                  <a:pt x="23447" y="0"/>
                  <a:pt x="23458" y="11"/>
                </a:cubicBezTo>
                <a:cubicBezTo>
                  <a:pt x="23468" y="21"/>
                  <a:pt x="23468" y="39"/>
                  <a:pt x="23458" y="50"/>
                </a:cubicBezTo>
                <a:lnTo>
                  <a:pt x="23215" y="289"/>
                </a:lnTo>
                <a:cubicBezTo>
                  <a:pt x="23208" y="296"/>
                  <a:pt x="23201" y="300"/>
                  <a:pt x="23193" y="300"/>
                </a:cubicBezTo>
                <a:close/>
                <a:moveTo>
                  <a:pt x="22711" y="300"/>
                </a:moveTo>
                <a:cubicBezTo>
                  <a:pt x="22704" y="300"/>
                  <a:pt x="22697" y="296"/>
                  <a:pt x="22693" y="293"/>
                </a:cubicBezTo>
                <a:cubicBezTo>
                  <a:pt x="22683" y="282"/>
                  <a:pt x="22683" y="264"/>
                  <a:pt x="22693" y="254"/>
                </a:cubicBezTo>
                <a:lnTo>
                  <a:pt x="22936" y="11"/>
                </a:lnTo>
                <a:cubicBezTo>
                  <a:pt x="22947" y="0"/>
                  <a:pt x="22964" y="0"/>
                  <a:pt x="22975" y="11"/>
                </a:cubicBezTo>
                <a:cubicBezTo>
                  <a:pt x="22986" y="21"/>
                  <a:pt x="22986" y="39"/>
                  <a:pt x="22975" y="50"/>
                </a:cubicBezTo>
                <a:lnTo>
                  <a:pt x="22732" y="293"/>
                </a:lnTo>
                <a:cubicBezTo>
                  <a:pt x="22725" y="296"/>
                  <a:pt x="22718" y="300"/>
                  <a:pt x="22711" y="300"/>
                </a:cubicBezTo>
                <a:close/>
                <a:moveTo>
                  <a:pt x="22228" y="300"/>
                </a:moveTo>
                <a:cubicBezTo>
                  <a:pt x="22221" y="300"/>
                  <a:pt x="22214" y="296"/>
                  <a:pt x="22211" y="293"/>
                </a:cubicBezTo>
                <a:cubicBezTo>
                  <a:pt x="22200" y="282"/>
                  <a:pt x="22200" y="264"/>
                  <a:pt x="22211" y="254"/>
                </a:cubicBezTo>
                <a:lnTo>
                  <a:pt x="22454" y="11"/>
                </a:lnTo>
                <a:cubicBezTo>
                  <a:pt x="22464" y="0"/>
                  <a:pt x="22482" y="0"/>
                  <a:pt x="22492" y="11"/>
                </a:cubicBezTo>
                <a:cubicBezTo>
                  <a:pt x="22503" y="21"/>
                  <a:pt x="22503" y="39"/>
                  <a:pt x="22492" y="50"/>
                </a:cubicBezTo>
                <a:lnTo>
                  <a:pt x="22249" y="289"/>
                </a:lnTo>
                <a:cubicBezTo>
                  <a:pt x="22242" y="296"/>
                  <a:pt x="22235" y="300"/>
                  <a:pt x="22228" y="300"/>
                </a:cubicBezTo>
                <a:close/>
                <a:moveTo>
                  <a:pt x="21746" y="300"/>
                </a:moveTo>
                <a:cubicBezTo>
                  <a:pt x="21739" y="300"/>
                  <a:pt x="21731" y="296"/>
                  <a:pt x="21728" y="293"/>
                </a:cubicBezTo>
                <a:cubicBezTo>
                  <a:pt x="21717" y="282"/>
                  <a:pt x="21717" y="264"/>
                  <a:pt x="21728" y="254"/>
                </a:cubicBezTo>
                <a:lnTo>
                  <a:pt x="21968" y="11"/>
                </a:lnTo>
                <a:cubicBezTo>
                  <a:pt x="21978" y="0"/>
                  <a:pt x="21996" y="0"/>
                  <a:pt x="22006" y="11"/>
                </a:cubicBezTo>
                <a:cubicBezTo>
                  <a:pt x="22017" y="21"/>
                  <a:pt x="22017" y="39"/>
                  <a:pt x="22006" y="50"/>
                </a:cubicBezTo>
                <a:lnTo>
                  <a:pt x="21763" y="293"/>
                </a:lnTo>
                <a:cubicBezTo>
                  <a:pt x="21760" y="296"/>
                  <a:pt x="21753" y="300"/>
                  <a:pt x="21746" y="300"/>
                </a:cubicBezTo>
                <a:close/>
                <a:moveTo>
                  <a:pt x="21263" y="300"/>
                </a:moveTo>
                <a:cubicBezTo>
                  <a:pt x="21256" y="300"/>
                  <a:pt x="21249" y="296"/>
                  <a:pt x="21245" y="293"/>
                </a:cubicBezTo>
                <a:cubicBezTo>
                  <a:pt x="21235" y="282"/>
                  <a:pt x="21235" y="264"/>
                  <a:pt x="21245" y="254"/>
                </a:cubicBezTo>
                <a:lnTo>
                  <a:pt x="21488" y="11"/>
                </a:lnTo>
                <a:cubicBezTo>
                  <a:pt x="21499" y="0"/>
                  <a:pt x="21517" y="0"/>
                  <a:pt x="21527" y="11"/>
                </a:cubicBezTo>
                <a:cubicBezTo>
                  <a:pt x="21538" y="21"/>
                  <a:pt x="21538" y="39"/>
                  <a:pt x="21527" y="50"/>
                </a:cubicBezTo>
                <a:lnTo>
                  <a:pt x="21284" y="289"/>
                </a:lnTo>
                <a:cubicBezTo>
                  <a:pt x="21277" y="296"/>
                  <a:pt x="21270" y="300"/>
                  <a:pt x="21263" y="300"/>
                </a:cubicBezTo>
                <a:close/>
                <a:moveTo>
                  <a:pt x="20780" y="300"/>
                </a:moveTo>
                <a:cubicBezTo>
                  <a:pt x="20773" y="300"/>
                  <a:pt x="20766" y="296"/>
                  <a:pt x="20763" y="293"/>
                </a:cubicBezTo>
                <a:cubicBezTo>
                  <a:pt x="20752" y="282"/>
                  <a:pt x="20752" y="264"/>
                  <a:pt x="20763" y="254"/>
                </a:cubicBezTo>
                <a:lnTo>
                  <a:pt x="21006" y="11"/>
                </a:lnTo>
                <a:cubicBezTo>
                  <a:pt x="21016" y="0"/>
                  <a:pt x="21034" y="0"/>
                  <a:pt x="21045" y="11"/>
                </a:cubicBezTo>
                <a:cubicBezTo>
                  <a:pt x="21055" y="21"/>
                  <a:pt x="21055" y="39"/>
                  <a:pt x="21045" y="50"/>
                </a:cubicBezTo>
                <a:lnTo>
                  <a:pt x="20805" y="293"/>
                </a:lnTo>
                <a:cubicBezTo>
                  <a:pt x="20794" y="296"/>
                  <a:pt x="20787" y="300"/>
                  <a:pt x="20780" y="300"/>
                </a:cubicBezTo>
                <a:close/>
                <a:moveTo>
                  <a:pt x="20298" y="300"/>
                </a:moveTo>
                <a:cubicBezTo>
                  <a:pt x="20291" y="300"/>
                  <a:pt x="20284" y="296"/>
                  <a:pt x="20280" y="293"/>
                </a:cubicBezTo>
                <a:cubicBezTo>
                  <a:pt x="20269" y="282"/>
                  <a:pt x="20269" y="264"/>
                  <a:pt x="20280" y="254"/>
                </a:cubicBezTo>
                <a:lnTo>
                  <a:pt x="20523" y="11"/>
                </a:lnTo>
                <a:cubicBezTo>
                  <a:pt x="20534" y="0"/>
                  <a:pt x="20551" y="0"/>
                  <a:pt x="20562" y="11"/>
                </a:cubicBezTo>
                <a:cubicBezTo>
                  <a:pt x="20572" y="21"/>
                  <a:pt x="20572" y="39"/>
                  <a:pt x="20562" y="50"/>
                </a:cubicBezTo>
                <a:lnTo>
                  <a:pt x="20319" y="293"/>
                </a:lnTo>
                <a:cubicBezTo>
                  <a:pt x="20312" y="296"/>
                  <a:pt x="20305" y="300"/>
                  <a:pt x="20298" y="300"/>
                </a:cubicBezTo>
                <a:close/>
                <a:moveTo>
                  <a:pt x="19815" y="300"/>
                </a:moveTo>
                <a:cubicBezTo>
                  <a:pt x="19808" y="300"/>
                  <a:pt x="19801" y="296"/>
                  <a:pt x="19797" y="293"/>
                </a:cubicBezTo>
                <a:cubicBezTo>
                  <a:pt x="19787" y="282"/>
                  <a:pt x="19787" y="264"/>
                  <a:pt x="19797" y="254"/>
                </a:cubicBezTo>
                <a:lnTo>
                  <a:pt x="20037" y="11"/>
                </a:lnTo>
                <a:cubicBezTo>
                  <a:pt x="20048" y="0"/>
                  <a:pt x="20065" y="0"/>
                  <a:pt x="20076" y="11"/>
                </a:cubicBezTo>
                <a:cubicBezTo>
                  <a:pt x="20086" y="21"/>
                  <a:pt x="20086" y="39"/>
                  <a:pt x="20076" y="50"/>
                </a:cubicBezTo>
                <a:lnTo>
                  <a:pt x="19833" y="293"/>
                </a:lnTo>
                <a:cubicBezTo>
                  <a:pt x="19829" y="296"/>
                  <a:pt x="19822" y="300"/>
                  <a:pt x="19815" y="300"/>
                </a:cubicBezTo>
                <a:close/>
                <a:moveTo>
                  <a:pt x="19332" y="300"/>
                </a:moveTo>
                <a:cubicBezTo>
                  <a:pt x="19325" y="300"/>
                  <a:pt x="19318" y="296"/>
                  <a:pt x="19315" y="293"/>
                </a:cubicBezTo>
                <a:cubicBezTo>
                  <a:pt x="19304" y="282"/>
                  <a:pt x="19304" y="264"/>
                  <a:pt x="19315" y="254"/>
                </a:cubicBezTo>
                <a:lnTo>
                  <a:pt x="19558" y="11"/>
                </a:lnTo>
                <a:cubicBezTo>
                  <a:pt x="19568" y="0"/>
                  <a:pt x="19586" y="0"/>
                  <a:pt x="19597" y="11"/>
                </a:cubicBezTo>
                <a:cubicBezTo>
                  <a:pt x="19607" y="21"/>
                  <a:pt x="19607" y="39"/>
                  <a:pt x="19597" y="50"/>
                </a:cubicBezTo>
                <a:lnTo>
                  <a:pt x="19354" y="293"/>
                </a:lnTo>
                <a:cubicBezTo>
                  <a:pt x="19346" y="296"/>
                  <a:pt x="19339" y="300"/>
                  <a:pt x="19332" y="300"/>
                </a:cubicBezTo>
                <a:close/>
                <a:moveTo>
                  <a:pt x="18850" y="300"/>
                </a:moveTo>
                <a:cubicBezTo>
                  <a:pt x="18843" y="300"/>
                  <a:pt x="18836" y="296"/>
                  <a:pt x="18832" y="293"/>
                </a:cubicBezTo>
                <a:cubicBezTo>
                  <a:pt x="18822" y="282"/>
                  <a:pt x="18822" y="264"/>
                  <a:pt x="18832" y="254"/>
                </a:cubicBezTo>
                <a:lnTo>
                  <a:pt x="19075" y="11"/>
                </a:lnTo>
                <a:cubicBezTo>
                  <a:pt x="19086" y="0"/>
                  <a:pt x="19103" y="0"/>
                  <a:pt x="19114" y="11"/>
                </a:cubicBezTo>
                <a:cubicBezTo>
                  <a:pt x="19125" y="21"/>
                  <a:pt x="19125" y="39"/>
                  <a:pt x="19114" y="50"/>
                </a:cubicBezTo>
                <a:lnTo>
                  <a:pt x="18874" y="293"/>
                </a:lnTo>
                <a:cubicBezTo>
                  <a:pt x="18864" y="296"/>
                  <a:pt x="18857" y="300"/>
                  <a:pt x="18850" y="300"/>
                </a:cubicBezTo>
                <a:close/>
                <a:moveTo>
                  <a:pt x="18367" y="300"/>
                </a:moveTo>
                <a:cubicBezTo>
                  <a:pt x="18360" y="300"/>
                  <a:pt x="18353" y="296"/>
                  <a:pt x="18350" y="293"/>
                </a:cubicBezTo>
                <a:cubicBezTo>
                  <a:pt x="18339" y="282"/>
                  <a:pt x="18339" y="264"/>
                  <a:pt x="18350" y="254"/>
                </a:cubicBezTo>
                <a:lnTo>
                  <a:pt x="18593" y="11"/>
                </a:lnTo>
                <a:cubicBezTo>
                  <a:pt x="18603" y="0"/>
                  <a:pt x="18621" y="0"/>
                  <a:pt x="18631" y="11"/>
                </a:cubicBezTo>
                <a:cubicBezTo>
                  <a:pt x="18642" y="21"/>
                  <a:pt x="18642" y="39"/>
                  <a:pt x="18631" y="50"/>
                </a:cubicBezTo>
                <a:lnTo>
                  <a:pt x="18388" y="293"/>
                </a:lnTo>
                <a:cubicBezTo>
                  <a:pt x="18381" y="296"/>
                  <a:pt x="18374" y="300"/>
                  <a:pt x="18367" y="300"/>
                </a:cubicBezTo>
                <a:close/>
                <a:moveTo>
                  <a:pt x="17884" y="300"/>
                </a:moveTo>
                <a:cubicBezTo>
                  <a:pt x="17877" y="300"/>
                  <a:pt x="17870" y="296"/>
                  <a:pt x="17867" y="293"/>
                </a:cubicBezTo>
                <a:cubicBezTo>
                  <a:pt x="17856" y="282"/>
                  <a:pt x="17856" y="264"/>
                  <a:pt x="17867" y="254"/>
                </a:cubicBezTo>
                <a:lnTo>
                  <a:pt x="18110" y="11"/>
                </a:lnTo>
                <a:cubicBezTo>
                  <a:pt x="18121" y="0"/>
                  <a:pt x="18138" y="0"/>
                  <a:pt x="18149" y="11"/>
                </a:cubicBezTo>
                <a:cubicBezTo>
                  <a:pt x="18159" y="21"/>
                  <a:pt x="18159" y="39"/>
                  <a:pt x="18149" y="50"/>
                </a:cubicBezTo>
                <a:lnTo>
                  <a:pt x="17906" y="289"/>
                </a:lnTo>
                <a:cubicBezTo>
                  <a:pt x="17899" y="296"/>
                  <a:pt x="17892" y="300"/>
                  <a:pt x="17884" y="300"/>
                </a:cubicBezTo>
                <a:close/>
                <a:moveTo>
                  <a:pt x="17402" y="300"/>
                </a:moveTo>
                <a:cubicBezTo>
                  <a:pt x="17395" y="300"/>
                  <a:pt x="17388" y="296"/>
                  <a:pt x="17384" y="293"/>
                </a:cubicBezTo>
                <a:cubicBezTo>
                  <a:pt x="17374" y="282"/>
                  <a:pt x="17374" y="264"/>
                  <a:pt x="17384" y="254"/>
                </a:cubicBezTo>
                <a:lnTo>
                  <a:pt x="17627" y="11"/>
                </a:lnTo>
                <a:cubicBezTo>
                  <a:pt x="17638" y="0"/>
                  <a:pt x="17655" y="0"/>
                  <a:pt x="17666" y="11"/>
                </a:cubicBezTo>
                <a:cubicBezTo>
                  <a:pt x="17677" y="21"/>
                  <a:pt x="17677" y="39"/>
                  <a:pt x="17666" y="50"/>
                </a:cubicBezTo>
                <a:lnTo>
                  <a:pt x="17423" y="293"/>
                </a:lnTo>
                <a:cubicBezTo>
                  <a:pt x="17416" y="296"/>
                  <a:pt x="17409" y="300"/>
                  <a:pt x="17402" y="300"/>
                </a:cubicBezTo>
                <a:close/>
                <a:moveTo>
                  <a:pt x="16919" y="300"/>
                </a:moveTo>
                <a:cubicBezTo>
                  <a:pt x="16912" y="300"/>
                  <a:pt x="16905" y="296"/>
                  <a:pt x="16902" y="293"/>
                </a:cubicBezTo>
                <a:cubicBezTo>
                  <a:pt x="16891" y="282"/>
                  <a:pt x="16891" y="264"/>
                  <a:pt x="16902" y="254"/>
                </a:cubicBezTo>
                <a:lnTo>
                  <a:pt x="17145" y="11"/>
                </a:lnTo>
                <a:cubicBezTo>
                  <a:pt x="17155" y="0"/>
                  <a:pt x="17173" y="0"/>
                  <a:pt x="17183" y="11"/>
                </a:cubicBezTo>
                <a:cubicBezTo>
                  <a:pt x="17194" y="21"/>
                  <a:pt x="17194" y="39"/>
                  <a:pt x="17183" y="50"/>
                </a:cubicBezTo>
                <a:lnTo>
                  <a:pt x="16940" y="289"/>
                </a:lnTo>
                <a:cubicBezTo>
                  <a:pt x="16933" y="296"/>
                  <a:pt x="16926" y="300"/>
                  <a:pt x="16919" y="300"/>
                </a:cubicBezTo>
                <a:close/>
                <a:moveTo>
                  <a:pt x="16437" y="300"/>
                </a:moveTo>
                <a:cubicBezTo>
                  <a:pt x="16430" y="300"/>
                  <a:pt x="16422" y="296"/>
                  <a:pt x="16419" y="293"/>
                </a:cubicBezTo>
                <a:cubicBezTo>
                  <a:pt x="16408" y="282"/>
                  <a:pt x="16408" y="264"/>
                  <a:pt x="16419" y="254"/>
                </a:cubicBezTo>
                <a:lnTo>
                  <a:pt x="16662" y="11"/>
                </a:lnTo>
                <a:cubicBezTo>
                  <a:pt x="16673" y="0"/>
                  <a:pt x="16691" y="1"/>
                  <a:pt x="16701" y="11"/>
                </a:cubicBezTo>
                <a:cubicBezTo>
                  <a:pt x="16712" y="22"/>
                  <a:pt x="16711" y="39"/>
                  <a:pt x="16701" y="50"/>
                </a:cubicBezTo>
                <a:lnTo>
                  <a:pt x="16458" y="293"/>
                </a:lnTo>
                <a:cubicBezTo>
                  <a:pt x="16451" y="296"/>
                  <a:pt x="16444" y="300"/>
                  <a:pt x="16437" y="300"/>
                </a:cubicBezTo>
                <a:close/>
                <a:moveTo>
                  <a:pt x="15954" y="300"/>
                </a:moveTo>
                <a:cubicBezTo>
                  <a:pt x="15947" y="300"/>
                  <a:pt x="15940" y="296"/>
                  <a:pt x="15936" y="293"/>
                </a:cubicBezTo>
                <a:cubicBezTo>
                  <a:pt x="15926" y="282"/>
                  <a:pt x="15926" y="264"/>
                  <a:pt x="15936" y="254"/>
                </a:cubicBezTo>
                <a:lnTo>
                  <a:pt x="16179" y="11"/>
                </a:lnTo>
                <a:cubicBezTo>
                  <a:pt x="16190" y="0"/>
                  <a:pt x="16208" y="1"/>
                  <a:pt x="16218" y="11"/>
                </a:cubicBezTo>
                <a:cubicBezTo>
                  <a:pt x="16229" y="22"/>
                  <a:pt x="16229" y="39"/>
                  <a:pt x="16218" y="50"/>
                </a:cubicBezTo>
                <a:lnTo>
                  <a:pt x="15975" y="289"/>
                </a:lnTo>
                <a:cubicBezTo>
                  <a:pt x="15968" y="296"/>
                  <a:pt x="15961" y="300"/>
                  <a:pt x="15954" y="300"/>
                </a:cubicBezTo>
                <a:close/>
                <a:moveTo>
                  <a:pt x="15471" y="300"/>
                </a:moveTo>
                <a:cubicBezTo>
                  <a:pt x="15464" y="300"/>
                  <a:pt x="15457" y="296"/>
                  <a:pt x="15454" y="293"/>
                </a:cubicBezTo>
                <a:cubicBezTo>
                  <a:pt x="15443" y="282"/>
                  <a:pt x="15443" y="264"/>
                  <a:pt x="15454" y="254"/>
                </a:cubicBezTo>
                <a:lnTo>
                  <a:pt x="15693" y="11"/>
                </a:lnTo>
                <a:cubicBezTo>
                  <a:pt x="15704" y="0"/>
                  <a:pt x="15721" y="1"/>
                  <a:pt x="15732" y="11"/>
                </a:cubicBezTo>
                <a:cubicBezTo>
                  <a:pt x="15743" y="22"/>
                  <a:pt x="15743" y="39"/>
                  <a:pt x="15732" y="50"/>
                </a:cubicBezTo>
                <a:lnTo>
                  <a:pt x="15489" y="293"/>
                </a:lnTo>
                <a:cubicBezTo>
                  <a:pt x="15485" y="296"/>
                  <a:pt x="15478" y="300"/>
                  <a:pt x="15471" y="300"/>
                </a:cubicBezTo>
                <a:close/>
                <a:moveTo>
                  <a:pt x="14989" y="300"/>
                </a:moveTo>
                <a:cubicBezTo>
                  <a:pt x="14982" y="300"/>
                  <a:pt x="14975" y="296"/>
                  <a:pt x="14971" y="293"/>
                </a:cubicBezTo>
                <a:cubicBezTo>
                  <a:pt x="14960" y="282"/>
                  <a:pt x="14960" y="264"/>
                  <a:pt x="14971" y="254"/>
                </a:cubicBezTo>
                <a:lnTo>
                  <a:pt x="15214" y="11"/>
                </a:lnTo>
                <a:cubicBezTo>
                  <a:pt x="15225" y="0"/>
                  <a:pt x="15243" y="1"/>
                  <a:pt x="15253" y="11"/>
                </a:cubicBezTo>
                <a:cubicBezTo>
                  <a:pt x="15264" y="22"/>
                  <a:pt x="15263" y="39"/>
                  <a:pt x="15253" y="50"/>
                </a:cubicBezTo>
                <a:lnTo>
                  <a:pt x="15006" y="293"/>
                </a:lnTo>
                <a:cubicBezTo>
                  <a:pt x="15003" y="296"/>
                  <a:pt x="14996" y="300"/>
                  <a:pt x="14989" y="300"/>
                </a:cubicBezTo>
                <a:close/>
                <a:moveTo>
                  <a:pt x="14506" y="300"/>
                </a:moveTo>
                <a:cubicBezTo>
                  <a:pt x="14499" y="300"/>
                  <a:pt x="14492" y="296"/>
                  <a:pt x="14488" y="293"/>
                </a:cubicBezTo>
                <a:cubicBezTo>
                  <a:pt x="14478" y="282"/>
                  <a:pt x="14478" y="264"/>
                  <a:pt x="14488" y="254"/>
                </a:cubicBezTo>
                <a:lnTo>
                  <a:pt x="14731" y="11"/>
                </a:lnTo>
                <a:cubicBezTo>
                  <a:pt x="14742" y="0"/>
                  <a:pt x="14760" y="1"/>
                  <a:pt x="14770" y="11"/>
                </a:cubicBezTo>
                <a:cubicBezTo>
                  <a:pt x="14781" y="22"/>
                  <a:pt x="14781" y="39"/>
                  <a:pt x="14770" y="50"/>
                </a:cubicBezTo>
                <a:lnTo>
                  <a:pt x="14531" y="293"/>
                </a:lnTo>
                <a:cubicBezTo>
                  <a:pt x="14520" y="296"/>
                  <a:pt x="14513" y="300"/>
                  <a:pt x="14506" y="300"/>
                </a:cubicBezTo>
                <a:close/>
                <a:moveTo>
                  <a:pt x="14023" y="300"/>
                </a:moveTo>
                <a:cubicBezTo>
                  <a:pt x="14016" y="300"/>
                  <a:pt x="14009" y="296"/>
                  <a:pt x="14006" y="293"/>
                </a:cubicBezTo>
                <a:cubicBezTo>
                  <a:pt x="13995" y="282"/>
                  <a:pt x="13995" y="264"/>
                  <a:pt x="14006" y="254"/>
                </a:cubicBezTo>
                <a:lnTo>
                  <a:pt x="14249" y="11"/>
                </a:lnTo>
                <a:cubicBezTo>
                  <a:pt x="14259" y="0"/>
                  <a:pt x="14278" y="1"/>
                  <a:pt x="14288" y="11"/>
                </a:cubicBezTo>
                <a:cubicBezTo>
                  <a:pt x="14299" y="22"/>
                  <a:pt x="14298" y="39"/>
                  <a:pt x="14288" y="50"/>
                </a:cubicBezTo>
                <a:lnTo>
                  <a:pt x="14045" y="293"/>
                </a:lnTo>
                <a:cubicBezTo>
                  <a:pt x="14037" y="296"/>
                  <a:pt x="14030" y="300"/>
                  <a:pt x="14023" y="300"/>
                </a:cubicBezTo>
                <a:close/>
                <a:moveTo>
                  <a:pt x="13541" y="300"/>
                </a:moveTo>
                <a:cubicBezTo>
                  <a:pt x="13534" y="300"/>
                  <a:pt x="13527" y="296"/>
                  <a:pt x="13523" y="293"/>
                </a:cubicBezTo>
                <a:cubicBezTo>
                  <a:pt x="13513" y="282"/>
                  <a:pt x="13513" y="264"/>
                  <a:pt x="13523" y="254"/>
                </a:cubicBezTo>
                <a:lnTo>
                  <a:pt x="13763" y="11"/>
                </a:lnTo>
                <a:cubicBezTo>
                  <a:pt x="13773" y="0"/>
                  <a:pt x="13791" y="1"/>
                  <a:pt x="13801" y="11"/>
                </a:cubicBezTo>
                <a:cubicBezTo>
                  <a:pt x="13812" y="22"/>
                  <a:pt x="13812" y="39"/>
                  <a:pt x="13801" y="50"/>
                </a:cubicBezTo>
                <a:lnTo>
                  <a:pt x="13558" y="293"/>
                </a:lnTo>
                <a:cubicBezTo>
                  <a:pt x="13555" y="296"/>
                  <a:pt x="13548" y="300"/>
                  <a:pt x="13541" y="300"/>
                </a:cubicBezTo>
                <a:close/>
                <a:moveTo>
                  <a:pt x="13058" y="300"/>
                </a:moveTo>
                <a:cubicBezTo>
                  <a:pt x="13051" y="300"/>
                  <a:pt x="13044" y="296"/>
                  <a:pt x="13041" y="293"/>
                </a:cubicBezTo>
                <a:cubicBezTo>
                  <a:pt x="13030" y="282"/>
                  <a:pt x="13030" y="264"/>
                  <a:pt x="13041" y="254"/>
                </a:cubicBezTo>
                <a:lnTo>
                  <a:pt x="13284" y="11"/>
                </a:lnTo>
                <a:cubicBezTo>
                  <a:pt x="13294" y="0"/>
                  <a:pt x="13312" y="1"/>
                  <a:pt x="13322" y="11"/>
                </a:cubicBezTo>
                <a:cubicBezTo>
                  <a:pt x="13333" y="22"/>
                  <a:pt x="13333" y="39"/>
                  <a:pt x="13322" y="50"/>
                </a:cubicBezTo>
                <a:lnTo>
                  <a:pt x="13079" y="293"/>
                </a:lnTo>
                <a:cubicBezTo>
                  <a:pt x="13072" y="296"/>
                  <a:pt x="13065" y="300"/>
                  <a:pt x="13058" y="300"/>
                </a:cubicBezTo>
                <a:close/>
                <a:moveTo>
                  <a:pt x="12575" y="300"/>
                </a:moveTo>
                <a:cubicBezTo>
                  <a:pt x="12568" y="300"/>
                  <a:pt x="12561" y="296"/>
                  <a:pt x="12558" y="293"/>
                </a:cubicBezTo>
                <a:cubicBezTo>
                  <a:pt x="12547" y="282"/>
                  <a:pt x="12547" y="264"/>
                  <a:pt x="12558" y="254"/>
                </a:cubicBezTo>
                <a:lnTo>
                  <a:pt x="12801" y="11"/>
                </a:lnTo>
                <a:cubicBezTo>
                  <a:pt x="12812" y="0"/>
                  <a:pt x="12830" y="1"/>
                  <a:pt x="12840" y="11"/>
                </a:cubicBezTo>
                <a:cubicBezTo>
                  <a:pt x="12851" y="22"/>
                  <a:pt x="12850" y="39"/>
                  <a:pt x="12840" y="50"/>
                </a:cubicBezTo>
                <a:lnTo>
                  <a:pt x="12597" y="289"/>
                </a:lnTo>
                <a:cubicBezTo>
                  <a:pt x="12590" y="296"/>
                  <a:pt x="12583" y="300"/>
                  <a:pt x="12575" y="300"/>
                </a:cubicBezTo>
                <a:close/>
                <a:moveTo>
                  <a:pt x="12093" y="300"/>
                </a:moveTo>
                <a:cubicBezTo>
                  <a:pt x="12086" y="300"/>
                  <a:pt x="12079" y="296"/>
                  <a:pt x="12075" y="293"/>
                </a:cubicBezTo>
                <a:cubicBezTo>
                  <a:pt x="12065" y="282"/>
                  <a:pt x="12065" y="264"/>
                  <a:pt x="12075" y="254"/>
                </a:cubicBezTo>
                <a:lnTo>
                  <a:pt x="12318" y="11"/>
                </a:lnTo>
                <a:cubicBezTo>
                  <a:pt x="12329" y="0"/>
                  <a:pt x="12347" y="1"/>
                  <a:pt x="12357" y="11"/>
                </a:cubicBezTo>
                <a:cubicBezTo>
                  <a:pt x="12368" y="22"/>
                  <a:pt x="12368" y="39"/>
                  <a:pt x="12357" y="50"/>
                </a:cubicBezTo>
                <a:lnTo>
                  <a:pt x="12114" y="293"/>
                </a:lnTo>
                <a:cubicBezTo>
                  <a:pt x="12107" y="296"/>
                  <a:pt x="12100" y="300"/>
                  <a:pt x="12093" y="300"/>
                </a:cubicBezTo>
                <a:close/>
                <a:moveTo>
                  <a:pt x="11611" y="300"/>
                </a:moveTo>
                <a:cubicBezTo>
                  <a:pt x="11604" y="300"/>
                  <a:pt x="11597" y="296"/>
                  <a:pt x="11594" y="293"/>
                </a:cubicBezTo>
                <a:cubicBezTo>
                  <a:pt x="11583" y="282"/>
                  <a:pt x="11583" y="264"/>
                  <a:pt x="11594" y="254"/>
                </a:cubicBezTo>
                <a:lnTo>
                  <a:pt x="11836" y="11"/>
                </a:lnTo>
                <a:cubicBezTo>
                  <a:pt x="11846" y="0"/>
                  <a:pt x="11864" y="1"/>
                  <a:pt x="11874" y="11"/>
                </a:cubicBezTo>
                <a:cubicBezTo>
                  <a:pt x="11885" y="22"/>
                  <a:pt x="11885" y="39"/>
                  <a:pt x="11874" y="50"/>
                </a:cubicBezTo>
                <a:lnTo>
                  <a:pt x="11632" y="289"/>
                </a:lnTo>
                <a:cubicBezTo>
                  <a:pt x="11625" y="296"/>
                  <a:pt x="11618" y="300"/>
                  <a:pt x="11611" y="300"/>
                </a:cubicBezTo>
                <a:close/>
                <a:moveTo>
                  <a:pt x="11129" y="300"/>
                </a:moveTo>
                <a:cubicBezTo>
                  <a:pt x="11122" y="300"/>
                  <a:pt x="11114" y="296"/>
                  <a:pt x="11111" y="293"/>
                </a:cubicBezTo>
                <a:cubicBezTo>
                  <a:pt x="11100" y="282"/>
                  <a:pt x="11100" y="264"/>
                  <a:pt x="11111" y="254"/>
                </a:cubicBezTo>
                <a:lnTo>
                  <a:pt x="11354" y="11"/>
                </a:lnTo>
                <a:cubicBezTo>
                  <a:pt x="11365" y="0"/>
                  <a:pt x="11382" y="1"/>
                  <a:pt x="11393" y="11"/>
                </a:cubicBezTo>
                <a:cubicBezTo>
                  <a:pt x="11403" y="22"/>
                  <a:pt x="11403" y="39"/>
                  <a:pt x="11393" y="50"/>
                </a:cubicBezTo>
                <a:lnTo>
                  <a:pt x="11150" y="293"/>
                </a:lnTo>
                <a:cubicBezTo>
                  <a:pt x="11143" y="296"/>
                  <a:pt x="11136" y="300"/>
                  <a:pt x="11129" y="300"/>
                </a:cubicBezTo>
                <a:close/>
                <a:moveTo>
                  <a:pt x="10646" y="300"/>
                </a:moveTo>
                <a:cubicBezTo>
                  <a:pt x="10639" y="300"/>
                  <a:pt x="10632" y="296"/>
                  <a:pt x="10628" y="293"/>
                </a:cubicBezTo>
                <a:cubicBezTo>
                  <a:pt x="10618" y="282"/>
                  <a:pt x="10618" y="264"/>
                  <a:pt x="10628" y="254"/>
                </a:cubicBezTo>
                <a:lnTo>
                  <a:pt x="10871" y="11"/>
                </a:lnTo>
                <a:cubicBezTo>
                  <a:pt x="10882" y="0"/>
                  <a:pt x="10899" y="1"/>
                  <a:pt x="10910" y="11"/>
                </a:cubicBezTo>
                <a:cubicBezTo>
                  <a:pt x="10920" y="22"/>
                  <a:pt x="10921" y="39"/>
                  <a:pt x="10910" y="50"/>
                </a:cubicBezTo>
                <a:lnTo>
                  <a:pt x="10667" y="289"/>
                </a:lnTo>
                <a:cubicBezTo>
                  <a:pt x="10660" y="296"/>
                  <a:pt x="10653" y="300"/>
                  <a:pt x="10646" y="300"/>
                </a:cubicBezTo>
                <a:close/>
                <a:moveTo>
                  <a:pt x="10163" y="300"/>
                </a:moveTo>
                <a:cubicBezTo>
                  <a:pt x="10156" y="300"/>
                  <a:pt x="10149" y="296"/>
                  <a:pt x="10146" y="293"/>
                </a:cubicBezTo>
                <a:cubicBezTo>
                  <a:pt x="10135" y="282"/>
                  <a:pt x="10135" y="264"/>
                  <a:pt x="10146" y="254"/>
                </a:cubicBezTo>
                <a:lnTo>
                  <a:pt x="10389" y="11"/>
                </a:lnTo>
                <a:cubicBezTo>
                  <a:pt x="10399" y="0"/>
                  <a:pt x="10417" y="1"/>
                  <a:pt x="10428" y="11"/>
                </a:cubicBezTo>
                <a:cubicBezTo>
                  <a:pt x="10438" y="22"/>
                  <a:pt x="10438" y="39"/>
                  <a:pt x="10428" y="50"/>
                </a:cubicBezTo>
                <a:lnTo>
                  <a:pt x="10181" y="293"/>
                </a:lnTo>
                <a:cubicBezTo>
                  <a:pt x="10177" y="296"/>
                  <a:pt x="10170" y="300"/>
                  <a:pt x="10163" y="300"/>
                </a:cubicBezTo>
                <a:close/>
                <a:moveTo>
                  <a:pt x="9681" y="300"/>
                </a:moveTo>
                <a:cubicBezTo>
                  <a:pt x="9674" y="300"/>
                  <a:pt x="9667" y="296"/>
                  <a:pt x="9663" y="293"/>
                </a:cubicBezTo>
                <a:cubicBezTo>
                  <a:pt x="9652" y="282"/>
                  <a:pt x="9652" y="264"/>
                  <a:pt x="9663" y="254"/>
                </a:cubicBezTo>
                <a:lnTo>
                  <a:pt x="9906" y="11"/>
                </a:lnTo>
                <a:cubicBezTo>
                  <a:pt x="9917" y="0"/>
                  <a:pt x="9934" y="1"/>
                  <a:pt x="9945" y="11"/>
                </a:cubicBezTo>
                <a:cubicBezTo>
                  <a:pt x="9955" y="22"/>
                  <a:pt x="9955" y="39"/>
                  <a:pt x="9945" y="50"/>
                </a:cubicBezTo>
                <a:lnTo>
                  <a:pt x="9702" y="293"/>
                </a:lnTo>
                <a:cubicBezTo>
                  <a:pt x="9695" y="296"/>
                  <a:pt x="9688" y="300"/>
                  <a:pt x="9681" y="300"/>
                </a:cubicBezTo>
                <a:close/>
                <a:moveTo>
                  <a:pt x="9198" y="300"/>
                </a:moveTo>
                <a:cubicBezTo>
                  <a:pt x="9191" y="300"/>
                  <a:pt x="9184" y="296"/>
                  <a:pt x="9180" y="293"/>
                </a:cubicBezTo>
                <a:cubicBezTo>
                  <a:pt x="9170" y="282"/>
                  <a:pt x="9170" y="264"/>
                  <a:pt x="9180" y="254"/>
                </a:cubicBezTo>
                <a:lnTo>
                  <a:pt x="9420" y="11"/>
                </a:lnTo>
                <a:cubicBezTo>
                  <a:pt x="9431" y="0"/>
                  <a:pt x="9448" y="1"/>
                  <a:pt x="9459" y="11"/>
                </a:cubicBezTo>
                <a:cubicBezTo>
                  <a:pt x="9469" y="22"/>
                  <a:pt x="9469" y="39"/>
                  <a:pt x="9459" y="50"/>
                </a:cubicBezTo>
                <a:lnTo>
                  <a:pt x="9216" y="293"/>
                </a:lnTo>
                <a:cubicBezTo>
                  <a:pt x="9212" y="296"/>
                  <a:pt x="9205" y="300"/>
                  <a:pt x="9198" y="300"/>
                </a:cubicBezTo>
                <a:close/>
                <a:moveTo>
                  <a:pt x="8715" y="300"/>
                </a:moveTo>
                <a:cubicBezTo>
                  <a:pt x="8708" y="300"/>
                  <a:pt x="8701" y="296"/>
                  <a:pt x="8698" y="293"/>
                </a:cubicBezTo>
                <a:cubicBezTo>
                  <a:pt x="8687" y="282"/>
                  <a:pt x="8687" y="264"/>
                  <a:pt x="8698" y="254"/>
                </a:cubicBezTo>
                <a:lnTo>
                  <a:pt x="8941" y="11"/>
                </a:lnTo>
                <a:cubicBezTo>
                  <a:pt x="8951" y="0"/>
                  <a:pt x="8969" y="1"/>
                  <a:pt x="8980" y="11"/>
                </a:cubicBezTo>
                <a:cubicBezTo>
                  <a:pt x="8990" y="22"/>
                  <a:pt x="8990" y="39"/>
                  <a:pt x="8980" y="50"/>
                </a:cubicBezTo>
                <a:lnTo>
                  <a:pt x="8737" y="293"/>
                </a:lnTo>
                <a:cubicBezTo>
                  <a:pt x="8730" y="296"/>
                  <a:pt x="8722" y="300"/>
                  <a:pt x="8715" y="300"/>
                </a:cubicBezTo>
                <a:close/>
                <a:moveTo>
                  <a:pt x="8233" y="300"/>
                </a:moveTo>
                <a:cubicBezTo>
                  <a:pt x="8226" y="300"/>
                  <a:pt x="8219" y="296"/>
                  <a:pt x="8215" y="293"/>
                </a:cubicBezTo>
                <a:cubicBezTo>
                  <a:pt x="8205" y="282"/>
                  <a:pt x="8205" y="264"/>
                  <a:pt x="8215" y="254"/>
                </a:cubicBezTo>
                <a:lnTo>
                  <a:pt x="8458" y="11"/>
                </a:lnTo>
                <a:cubicBezTo>
                  <a:pt x="8469" y="0"/>
                  <a:pt x="8486" y="1"/>
                  <a:pt x="8497" y="11"/>
                </a:cubicBezTo>
                <a:cubicBezTo>
                  <a:pt x="8508" y="22"/>
                  <a:pt x="8508" y="39"/>
                  <a:pt x="8497" y="50"/>
                </a:cubicBezTo>
                <a:lnTo>
                  <a:pt x="8257" y="293"/>
                </a:lnTo>
                <a:cubicBezTo>
                  <a:pt x="8247" y="296"/>
                  <a:pt x="8240" y="300"/>
                  <a:pt x="8233" y="300"/>
                </a:cubicBezTo>
                <a:close/>
                <a:moveTo>
                  <a:pt x="7750" y="300"/>
                </a:moveTo>
                <a:cubicBezTo>
                  <a:pt x="7743" y="300"/>
                  <a:pt x="7736" y="296"/>
                  <a:pt x="7733" y="293"/>
                </a:cubicBezTo>
                <a:cubicBezTo>
                  <a:pt x="7722" y="282"/>
                  <a:pt x="7722" y="264"/>
                  <a:pt x="7733" y="254"/>
                </a:cubicBezTo>
                <a:lnTo>
                  <a:pt x="7976" y="11"/>
                </a:lnTo>
                <a:cubicBezTo>
                  <a:pt x="7986" y="0"/>
                  <a:pt x="8004" y="0"/>
                  <a:pt x="8014" y="11"/>
                </a:cubicBezTo>
                <a:cubicBezTo>
                  <a:pt x="8025" y="21"/>
                  <a:pt x="8025" y="39"/>
                  <a:pt x="8014" y="50"/>
                </a:cubicBezTo>
                <a:lnTo>
                  <a:pt x="7771" y="293"/>
                </a:lnTo>
                <a:cubicBezTo>
                  <a:pt x="7764" y="296"/>
                  <a:pt x="7757" y="300"/>
                  <a:pt x="7750" y="300"/>
                </a:cubicBezTo>
                <a:close/>
                <a:moveTo>
                  <a:pt x="7268" y="300"/>
                </a:moveTo>
                <a:cubicBezTo>
                  <a:pt x="7260" y="300"/>
                  <a:pt x="7253" y="296"/>
                  <a:pt x="7250" y="293"/>
                </a:cubicBezTo>
                <a:cubicBezTo>
                  <a:pt x="7239" y="282"/>
                  <a:pt x="7239" y="264"/>
                  <a:pt x="7250" y="254"/>
                </a:cubicBezTo>
                <a:lnTo>
                  <a:pt x="7493" y="11"/>
                </a:lnTo>
                <a:cubicBezTo>
                  <a:pt x="7504" y="0"/>
                  <a:pt x="7521" y="0"/>
                  <a:pt x="7532" y="11"/>
                </a:cubicBezTo>
                <a:cubicBezTo>
                  <a:pt x="7542" y="21"/>
                  <a:pt x="7542" y="39"/>
                  <a:pt x="7532" y="50"/>
                </a:cubicBezTo>
                <a:lnTo>
                  <a:pt x="7289" y="289"/>
                </a:lnTo>
                <a:cubicBezTo>
                  <a:pt x="7282" y="296"/>
                  <a:pt x="7275" y="300"/>
                  <a:pt x="7268" y="300"/>
                </a:cubicBezTo>
                <a:close/>
                <a:moveTo>
                  <a:pt x="6785" y="300"/>
                </a:moveTo>
                <a:cubicBezTo>
                  <a:pt x="6778" y="300"/>
                  <a:pt x="6771" y="296"/>
                  <a:pt x="6767" y="293"/>
                </a:cubicBezTo>
                <a:cubicBezTo>
                  <a:pt x="6757" y="282"/>
                  <a:pt x="6757" y="264"/>
                  <a:pt x="6767" y="254"/>
                </a:cubicBezTo>
                <a:lnTo>
                  <a:pt x="7010" y="11"/>
                </a:lnTo>
                <a:cubicBezTo>
                  <a:pt x="7021" y="0"/>
                  <a:pt x="7039" y="0"/>
                  <a:pt x="7049" y="11"/>
                </a:cubicBezTo>
                <a:cubicBezTo>
                  <a:pt x="7060" y="21"/>
                  <a:pt x="7060" y="39"/>
                  <a:pt x="7049" y="50"/>
                </a:cubicBezTo>
                <a:lnTo>
                  <a:pt x="6806" y="293"/>
                </a:lnTo>
                <a:cubicBezTo>
                  <a:pt x="6799" y="296"/>
                  <a:pt x="6792" y="300"/>
                  <a:pt x="6785" y="300"/>
                </a:cubicBezTo>
                <a:close/>
                <a:moveTo>
                  <a:pt x="6302" y="300"/>
                </a:moveTo>
                <a:cubicBezTo>
                  <a:pt x="6295" y="300"/>
                  <a:pt x="6288" y="296"/>
                  <a:pt x="6285" y="293"/>
                </a:cubicBezTo>
                <a:cubicBezTo>
                  <a:pt x="6274" y="282"/>
                  <a:pt x="6274" y="264"/>
                  <a:pt x="6285" y="254"/>
                </a:cubicBezTo>
                <a:lnTo>
                  <a:pt x="6528" y="11"/>
                </a:lnTo>
                <a:cubicBezTo>
                  <a:pt x="6538" y="0"/>
                  <a:pt x="6556" y="0"/>
                  <a:pt x="6566" y="11"/>
                </a:cubicBezTo>
                <a:cubicBezTo>
                  <a:pt x="6577" y="21"/>
                  <a:pt x="6577" y="39"/>
                  <a:pt x="6566" y="50"/>
                </a:cubicBezTo>
                <a:lnTo>
                  <a:pt x="6323" y="293"/>
                </a:lnTo>
                <a:cubicBezTo>
                  <a:pt x="6316" y="296"/>
                  <a:pt x="6309" y="300"/>
                  <a:pt x="6302" y="300"/>
                </a:cubicBezTo>
                <a:close/>
                <a:moveTo>
                  <a:pt x="5820" y="300"/>
                </a:moveTo>
                <a:cubicBezTo>
                  <a:pt x="5813" y="300"/>
                  <a:pt x="5806" y="296"/>
                  <a:pt x="5802" y="293"/>
                </a:cubicBezTo>
                <a:cubicBezTo>
                  <a:pt x="5791" y="282"/>
                  <a:pt x="5791" y="264"/>
                  <a:pt x="5802" y="254"/>
                </a:cubicBezTo>
                <a:lnTo>
                  <a:pt x="6045" y="11"/>
                </a:lnTo>
                <a:cubicBezTo>
                  <a:pt x="6056" y="0"/>
                  <a:pt x="6073" y="0"/>
                  <a:pt x="6084" y="11"/>
                </a:cubicBezTo>
                <a:cubicBezTo>
                  <a:pt x="6094" y="21"/>
                  <a:pt x="6094" y="39"/>
                  <a:pt x="6084" y="50"/>
                </a:cubicBezTo>
                <a:lnTo>
                  <a:pt x="5841" y="293"/>
                </a:lnTo>
                <a:cubicBezTo>
                  <a:pt x="5834" y="296"/>
                  <a:pt x="5827" y="300"/>
                  <a:pt x="5820" y="300"/>
                </a:cubicBezTo>
                <a:close/>
                <a:moveTo>
                  <a:pt x="5337" y="300"/>
                </a:moveTo>
                <a:cubicBezTo>
                  <a:pt x="5330" y="300"/>
                  <a:pt x="5323" y="296"/>
                  <a:pt x="5319" y="293"/>
                </a:cubicBezTo>
                <a:cubicBezTo>
                  <a:pt x="5309" y="282"/>
                  <a:pt x="5309" y="264"/>
                  <a:pt x="5319" y="254"/>
                </a:cubicBezTo>
                <a:lnTo>
                  <a:pt x="5562" y="11"/>
                </a:lnTo>
                <a:cubicBezTo>
                  <a:pt x="5573" y="0"/>
                  <a:pt x="5591" y="0"/>
                  <a:pt x="5601" y="11"/>
                </a:cubicBezTo>
                <a:cubicBezTo>
                  <a:pt x="5612" y="21"/>
                  <a:pt x="5612" y="39"/>
                  <a:pt x="5601" y="50"/>
                </a:cubicBezTo>
                <a:lnTo>
                  <a:pt x="5355" y="293"/>
                </a:lnTo>
                <a:cubicBezTo>
                  <a:pt x="5351" y="296"/>
                  <a:pt x="5344" y="300"/>
                  <a:pt x="5337" y="300"/>
                </a:cubicBezTo>
                <a:close/>
                <a:moveTo>
                  <a:pt x="4854" y="300"/>
                </a:moveTo>
                <a:cubicBezTo>
                  <a:pt x="4847" y="300"/>
                  <a:pt x="4840" y="296"/>
                  <a:pt x="4837" y="293"/>
                </a:cubicBezTo>
                <a:cubicBezTo>
                  <a:pt x="4826" y="282"/>
                  <a:pt x="4826" y="264"/>
                  <a:pt x="4837" y="254"/>
                </a:cubicBezTo>
                <a:lnTo>
                  <a:pt x="5080" y="11"/>
                </a:lnTo>
                <a:cubicBezTo>
                  <a:pt x="5090" y="0"/>
                  <a:pt x="5108" y="0"/>
                  <a:pt x="5119" y="11"/>
                </a:cubicBezTo>
                <a:cubicBezTo>
                  <a:pt x="5129" y="21"/>
                  <a:pt x="5129" y="39"/>
                  <a:pt x="5119" y="50"/>
                </a:cubicBezTo>
                <a:lnTo>
                  <a:pt x="4875" y="293"/>
                </a:lnTo>
                <a:cubicBezTo>
                  <a:pt x="4865" y="296"/>
                  <a:pt x="4861" y="300"/>
                  <a:pt x="4854" y="300"/>
                </a:cubicBezTo>
                <a:close/>
                <a:moveTo>
                  <a:pt x="4372" y="300"/>
                </a:moveTo>
                <a:cubicBezTo>
                  <a:pt x="4365" y="300"/>
                  <a:pt x="4358" y="296"/>
                  <a:pt x="4354" y="293"/>
                </a:cubicBezTo>
                <a:cubicBezTo>
                  <a:pt x="4344" y="282"/>
                  <a:pt x="4344" y="264"/>
                  <a:pt x="4354" y="254"/>
                </a:cubicBezTo>
                <a:lnTo>
                  <a:pt x="4597" y="11"/>
                </a:lnTo>
                <a:cubicBezTo>
                  <a:pt x="4608" y="0"/>
                  <a:pt x="4625" y="0"/>
                  <a:pt x="4636" y="11"/>
                </a:cubicBezTo>
                <a:cubicBezTo>
                  <a:pt x="4646" y="21"/>
                  <a:pt x="4646" y="39"/>
                  <a:pt x="4636" y="50"/>
                </a:cubicBezTo>
                <a:lnTo>
                  <a:pt x="4393" y="293"/>
                </a:lnTo>
                <a:cubicBezTo>
                  <a:pt x="4382" y="296"/>
                  <a:pt x="4379" y="300"/>
                  <a:pt x="4372" y="300"/>
                </a:cubicBezTo>
                <a:close/>
                <a:moveTo>
                  <a:pt x="3889" y="300"/>
                </a:moveTo>
                <a:cubicBezTo>
                  <a:pt x="3882" y="300"/>
                  <a:pt x="3875" y="296"/>
                  <a:pt x="3871" y="293"/>
                </a:cubicBezTo>
                <a:cubicBezTo>
                  <a:pt x="3861" y="282"/>
                  <a:pt x="3861" y="264"/>
                  <a:pt x="3871" y="254"/>
                </a:cubicBezTo>
                <a:lnTo>
                  <a:pt x="4115" y="11"/>
                </a:lnTo>
                <a:cubicBezTo>
                  <a:pt x="4125" y="0"/>
                  <a:pt x="4143" y="0"/>
                  <a:pt x="4153" y="11"/>
                </a:cubicBezTo>
                <a:cubicBezTo>
                  <a:pt x="4164" y="21"/>
                  <a:pt x="4164" y="39"/>
                  <a:pt x="4153" y="50"/>
                </a:cubicBezTo>
                <a:lnTo>
                  <a:pt x="3910" y="293"/>
                </a:lnTo>
                <a:cubicBezTo>
                  <a:pt x="3900" y="296"/>
                  <a:pt x="3896" y="300"/>
                  <a:pt x="3889" y="300"/>
                </a:cubicBezTo>
                <a:close/>
                <a:moveTo>
                  <a:pt x="3406" y="300"/>
                </a:moveTo>
                <a:cubicBezTo>
                  <a:pt x="3399" y="300"/>
                  <a:pt x="3392" y="296"/>
                  <a:pt x="3389" y="293"/>
                </a:cubicBezTo>
                <a:cubicBezTo>
                  <a:pt x="3378" y="282"/>
                  <a:pt x="3378" y="264"/>
                  <a:pt x="3389" y="254"/>
                </a:cubicBezTo>
                <a:lnTo>
                  <a:pt x="3632" y="11"/>
                </a:lnTo>
                <a:cubicBezTo>
                  <a:pt x="3642" y="0"/>
                  <a:pt x="3660" y="0"/>
                  <a:pt x="3671" y="11"/>
                </a:cubicBezTo>
                <a:cubicBezTo>
                  <a:pt x="3681" y="21"/>
                  <a:pt x="3681" y="39"/>
                  <a:pt x="3671" y="50"/>
                </a:cubicBezTo>
                <a:lnTo>
                  <a:pt x="3428" y="293"/>
                </a:lnTo>
                <a:cubicBezTo>
                  <a:pt x="3417" y="296"/>
                  <a:pt x="3413" y="300"/>
                  <a:pt x="3406" y="300"/>
                </a:cubicBezTo>
                <a:close/>
                <a:moveTo>
                  <a:pt x="2924" y="300"/>
                </a:moveTo>
                <a:cubicBezTo>
                  <a:pt x="2917" y="300"/>
                  <a:pt x="2910" y="296"/>
                  <a:pt x="2906" y="293"/>
                </a:cubicBezTo>
                <a:cubicBezTo>
                  <a:pt x="2896" y="282"/>
                  <a:pt x="2896" y="264"/>
                  <a:pt x="2906" y="254"/>
                </a:cubicBezTo>
                <a:lnTo>
                  <a:pt x="3149" y="11"/>
                </a:lnTo>
                <a:cubicBezTo>
                  <a:pt x="3160" y="0"/>
                  <a:pt x="3177" y="1"/>
                  <a:pt x="3188" y="11"/>
                </a:cubicBezTo>
                <a:cubicBezTo>
                  <a:pt x="3199" y="22"/>
                  <a:pt x="3199" y="39"/>
                  <a:pt x="3188" y="50"/>
                </a:cubicBezTo>
                <a:lnTo>
                  <a:pt x="2945" y="293"/>
                </a:lnTo>
                <a:cubicBezTo>
                  <a:pt x="2934" y="296"/>
                  <a:pt x="2931" y="300"/>
                  <a:pt x="2924" y="300"/>
                </a:cubicBezTo>
                <a:close/>
                <a:moveTo>
                  <a:pt x="2441" y="300"/>
                </a:moveTo>
                <a:cubicBezTo>
                  <a:pt x="2434" y="300"/>
                  <a:pt x="2427" y="296"/>
                  <a:pt x="2424" y="293"/>
                </a:cubicBezTo>
                <a:cubicBezTo>
                  <a:pt x="2413" y="282"/>
                  <a:pt x="2413" y="264"/>
                  <a:pt x="2424" y="254"/>
                </a:cubicBezTo>
                <a:lnTo>
                  <a:pt x="2667" y="11"/>
                </a:lnTo>
                <a:cubicBezTo>
                  <a:pt x="2677" y="0"/>
                  <a:pt x="2694" y="1"/>
                  <a:pt x="2705" y="11"/>
                </a:cubicBezTo>
                <a:cubicBezTo>
                  <a:pt x="2715" y="22"/>
                  <a:pt x="2716" y="39"/>
                  <a:pt x="2705" y="50"/>
                </a:cubicBezTo>
                <a:lnTo>
                  <a:pt x="2462" y="293"/>
                </a:lnTo>
                <a:cubicBezTo>
                  <a:pt x="2452" y="296"/>
                  <a:pt x="2448" y="300"/>
                  <a:pt x="2441" y="300"/>
                </a:cubicBezTo>
                <a:close/>
                <a:moveTo>
                  <a:pt x="1959" y="300"/>
                </a:moveTo>
                <a:cubicBezTo>
                  <a:pt x="1951" y="300"/>
                  <a:pt x="1944" y="296"/>
                  <a:pt x="1941" y="293"/>
                </a:cubicBezTo>
                <a:cubicBezTo>
                  <a:pt x="1930" y="282"/>
                  <a:pt x="1930" y="264"/>
                  <a:pt x="1941" y="254"/>
                </a:cubicBezTo>
                <a:lnTo>
                  <a:pt x="2184" y="11"/>
                </a:lnTo>
                <a:cubicBezTo>
                  <a:pt x="2195" y="0"/>
                  <a:pt x="2212" y="1"/>
                  <a:pt x="2223" y="11"/>
                </a:cubicBezTo>
                <a:cubicBezTo>
                  <a:pt x="2233" y="22"/>
                  <a:pt x="2233" y="39"/>
                  <a:pt x="2223" y="50"/>
                </a:cubicBezTo>
                <a:lnTo>
                  <a:pt x="1980" y="293"/>
                </a:lnTo>
                <a:cubicBezTo>
                  <a:pt x="1969" y="296"/>
                  <a:pt x="1966" y="300"/>
                  <a:pt x="1959" y="300"/>
                </a:cubicBezTo>
                <a:close/>
                <a:moveTo>
                  <a:pt x="1476" y="300"/>
                </a:moveTo>
                <a:cubicBezTo>
                  <a:pt x="1469" y="300"/>
                  <a:pt x="1462" y="296"/>
                  <a:pt x="1458" y="293"/>
                </a:cubicBezTo>
                <a:cubicBezTo>
                  <a:pt x="1448" y="282"/>
                  <a:pt x="1448" y="264"/>
                  <a:pt x="1458" y="254"/>
                </a:cubicBezTo>
                <a:lnTo>
                  <a:pt x="1701" y="11"/>
                </a:lnTo>
                <a:cubicBezTo>
                  <a:pt x="1712" y="0"/>
                  <a:pt x="1729" y="1"/>
                  <a:pt x="1740" y="11"/>
                </a:cubicBezTo>
                <a:cubicBezTo>
                  <a:pt x="1750" y="22"/>
                  <a:pt x="1751" y="39"/>
                  <a:pt x="1740" y="50"/>
                </a:cubicBezTo>
                <a:lnTo>
                  <a:pt x="1497" y="293"/>
                </a:lnTo>
                <a:cubicBezTo>
                  <a:pt x="1486" y="296"/>
                  <a:pt x="1483" y="300"/>
                  <a:pt x="1476" y="300"/>
                </a:cubicBezTo>
                <a:close/>
                <a:moveTo>
                  <a:pt x="993" y="300"/>
                </a:moveTo>
                <a:cubicBezTo>
                  <a:pt x="986" y="300"/>
                  <a:pt x="979" y="296"/>
                  <a:pt x="976" y="293"/>
                </a:cubicBezTo>
                <a:cubicBezTo>
                  <a:pt x="965" y="282"/>
                  <a:pt x="965" y="264"/>
                  <a:pt x="976" y="254"/>
                </a:cubicBezTo>
                <a:lnTo>
                  <a:pt x="1219" y="11"/>
                </a:lnTo>
                <a:cubicBezTo>
                  <a:pt x="1229" y="0"/>
                  <a:pt x="1247" y="0"/>
                  <a:pt x="1257" y="11"/>
                </a:cubicBezTo>
                <a:cubicBezTo>
                  <a:pt x="1268" y="21"/>
                  <a:pt x="1268" y="39"/>
                  <a:pt x="1257" y="50"/>
                </a:cubicBezTo>
                <a:lnTo>
                  <a:pt x="1014" y="293"/>
                </a:lnTo>
                <a:cubicBezTo>
                  <a:pt x="1004" y="296"/>
                  <a:pt x="1000" y="300"/>
                  <a:pt x="993" y="300"/>
                </a:cubicBezTo>
                <a:close/>
                <a:moveTo>
                  <a:pt x="511" y="300"/>
                </a:moveTo>
                <a:cubicBezTo>
                  <a:pt x="504" y="300"/>
                  <a:pt x="497" y="296"/>
                  <a:pt x="493" y="293"/>
                </a:cubicBezTo>
                <a:cubicBezTo>
                  <a:pt x="482" y="282"/>
                  <a:pt x="482" y="264"/>
                  <a:pt x="493" y="254"/>
                </a:cubicBezTo>
                <a:lnTo>
                  <a:pt x="736" y="11"/>
                </a:lnTo>
                <a:cubicBezTo>
                  <a:pt x="747" y="0"/>
                  <a:pt x="764" y="0"/>
                  <a:pt x="775" y="11"/>
                </a:cubicBezTo>
                <a:cubicBezTo>
                  <a:pt x="785" y="21"/>
                  <a:pt x="785" y="39"/>
                  <a:pt x="775" y="50"/>
                </a:cubicBezTo>
                <a:lnTo>
                  <a:pt x="528" y="293"/>
                </a:lnTo>
                <a:cubicBezTo>
                  <a:pt x="521" y="296"/>
                  <a:pt x="514" y="300"/>
                  <a:pt x="511" y="300"/>
                </a:cubicBezTo>
                <a:close/>
                <a:moveTo>
                  <a:pt x="28" y="300"/>
                </a:moveTo>
                <a:cubicBezTo>
                  <a:pt x="21" y="300"/>
                  <a:pt x="14" y="296"/>
                  <a:pt x="10" y="293"/>
                </a:cubicBezTo>
                <a:cubicBezTo>
                  <a:pt x="0" y="282"/>
                  <a:pt x="0" y="264"/>
                  <a:pt x="10" y="254"/>
                </a:cubicBezTo>
                <a:lnTo>
                  <a:pt x="253" y="11"/>
                </a:lnTo>
                <a:cubicBezTo>
                  <a:pt x="264" y="0"/>
                  <a:pt x="282" y="0"/>
                  <a:pt x="292" y="11"/>
                </a:cubicBezTo>
                <a:cubicBezTo>
                  <a:pt x="303" y="21"/>
                  <a:pt x="303" y="39"/>
                  <a:pt x="292" y="50"/>
                </a:cubicBezTo>
                <a:lnTo>
                  <a:pt x="49" y="293"/>
                </a:lnTo>
                <a:cubicBezTo>
                  <a:pt x="39" y="296"/>
                  <a:pt x="31" y="300"/>
                  <a:pt x="28" y="300"/>
                </a:cubicBezTo>
                <a:close/>
              </a:path>
            </a:pathLst>
          </a:custGeom>
          <a:solidFill>
            <a:srgbClr val="BFD73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nvGrpSpPr>
          <p:cNvPr id="6" name="Group 2"/>
          <p:cNvGrpSpPr>
            <a:grpSpLocks/>
          </p:cNvGrpSpPr>
          <p:nvPr userDrawn="1"/>
        </p:nvGrpSpPr>
        <p:grpSpPr bwMode="auto">
          <a:xfrm>
            <a:off x="9415756" y="320041"/>
            <a:ext cx="2314811" cy="690417"/>
            <a:chOff x="7132" y="352"/>
            <a:chExt cx="1725" cy="686"/>
          </a:xfrm>
        </p:grpSpPr>
        <p:sp>
          <p:nvSpPr>
            <p:cNvPr id="7" name="Freeform 3"/>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8" name="Freeform 4"/>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992093228"/>
      </p:ext>
    </p:extLst>
  </p:cSld>
  <p:clrMapOvr>
    <a:masterClrMapping/>
  </p:clrMapOvr>
  <p:hf sldNum="0" hdr="0" ftr="0" dt="0"/>
  <p:extLst>
    <p:ext uri="{DCECCB84-F9BA-43D5-87BE-67443E8EF086}">
      <p15:sldGuideLst xmlns:p15="http://schemas.microsoft.com/office/powerpoint/2012/main">
        <p15:guide id="1" orient="horz" pos="33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Pattern field whit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4973" y="5334000"/>
            <a:ext cx="11299828" cy="365760"/>
          </a:xfrm>
          <a:prstGeom prst="rect">
            <a:avLst/>
          </a:prstGeom>
        </p:spPr>
        <p:txBody>
          <a:bodyPr/>
          <a:lstStyle>
            <a:lvl1pPr marL="0" indent="0" algn="l">
              <a:buFont typeface="Arial" panose="020B0604020202020204" pitchFamily="34" charset="0"/>
              <a:buNone/>
              <a:defRPr sz="1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1" name="Title 1"/>
          <p:cNvSpPr>
            <a:spLocks noGrp="1"/>
          </p:cNvSpPr>
          <p:nvPr>
            <p:ph type="ctrTitle"/>
          </p:nvPr>
        </p:nvSpPr>
        <p:spPr>
          <a:xfrm>
            <a:off x="434973" y="1498600"/>
            <a:ext cx="11299828" cy="3835400"/>
          </a:xfrm>
        </p:spPr>
        <p:txBody>
          <a:bodyPr anchor="t"/>
          <a:lstStyle>
            <a:lvl1pPr algn="l">
              <a:defRPr sz="3200" baseline="0">
                <a:solidFill>
                  <a:schemeClr val="tx2"/>
                </a:solidFill>
              </a:defRPr>
            </a:lvl1pPr>
          </a:lstStyle>
          <a:p>
            <a:r>
              <a:rPr lang="en-US" dirty="0"/>
              <a:t>Click to edit Master title style</a:t>
            </a:r>
          </a:p>
        </p:txBody>
      </p:sp>
      <p:sp>
        <p:nvSpPr>
          <p:cNvPr id="9" name="Freeform 1"/>
          <p:cNvSpPr>
            <a:spLocks noChangeArrowheads="1"/>
          </p:cNvSpPr>
          <p:nvPr userDrawn="1"/>
        </p:nvSpPr>
        <p:spPr bwMode="auto">
          <a:xfrm>
            <a:off x="465667" y="5745163"/>
            <a:ext cx="11264900" cy="976312"/>
          </a:xfrm>
          <a:custGeom>
            <a:avLst/>
            <a:gdLst>
              <a:gd name="T0" fmla="*/ 17183 w 23469"/>
              <a:gd name="T1" fmla="*/ 2423 h 2713"/>
              <a:gd name="T2" fmla="*/ 7250 w 23469"/>
              <a:gd name="T3" fmla="*/ 2705 h 2713"/>
              <a:gd name="T4" fmla="*/ 3428 w 23469"/>
              <a:gd name="T5" fmla="*/ 2701 h 2713"/>
              <a:gd name="T6" fmla="*/ 21006 w 23469"/>
              <a:gd name="T7" fmla="*/ 2423 h 2713"/>
              <a:gd name="T8" fmla="*/ 18367 w 23469"/>
              <a:gd name="T9" fmla="*/ 2712 h 2713"/>
              <a:gd name="T10" fmla="*/ 15253 w 23469"/>
              <a:gd name="T11" fmla="*/ 2462 h 2713"/>
              <a:gd name="T12" fmla="*/ 12075 w 23469"/>
              <a:gd name="T13" fmla="*/ 2666 h 2713"/>
              <a:gd name="T14" fmla="*/ 9198 w 23469"/>
              <a:gd name="T15" fmla="*/ 2712 h 2713"/>
              <a:gd name="T16" fmla="*/ 6566 w 23469"/>
              <a:gd name="T17" fmla="*/ 2423 h 2713"/>
              <a:gd name="T18" fmla="*/ 976 w 23469"/>
              <a:gd name="T19" fmla="*/ 2705 h 2713"/>
              <a:gd name="T20" fmla="*/ 22732 w 23469"/>
              <a:gd name="T21" fmla="*/ 2222 h 2713"/>
              <a:gd name="T22" fmla="*/ 20523 w 23469"/>
              <a:gd name="T23" fmla="*/ 1941 h 2713"/>
              <a:gd name="T24" fmla="*/ 17884 w 23469"/>
              <a:gd name="T25" fmla="*/ 2229 h 2713"/>
              <a:gd name="T26" fmla="*/ 16218 w 23469"/>
              <a:gd name="T27" fmla="*/ 1979 h 2713"/>
              <a:gd name="T28" fmla="*/ 13523 w 23469"/>
              <a:gd name="T29" fmla="*/ 2184 h 2713"/>
              <a:gd name="T30" fmla="*/ 11611 w 23469"/>
              <a:gd name="T31" fmla="*/ 2229 h 2713"/>
              <a:gd name="T32" fmla="*/ 9459 w 23469"/>
              <a:gd name="T33" fmla="*/ 1941 h 2713"/>
              <a:gd name="T34" fmla="*/ 6767 w 23469"/>
              <a:gd name="T35" fmla="*/ 2222 h 2713"/>
              <a:gd name="T36" fmla="*/ 4875 w 23469"/>
              <a:gd name="T37" fmla="*/ 2222 h 2713"/>
              <a:gd name="T38" fmla="*/ 2667 w 23469"/>
              <a:gd name="T39" fmla="*/ 1941 h 2713"/>
              <a:gd name="T40" fmla="*/ 28 w 23469"/>
              <a:gd name="T41" fmla="*/ 2229 h 2713"/>
              <a:gd name="T42" fmla="*/ 20562 w 23469"/>
              <a:gd name="T43" fmla="*/ 1497 h 2713"/>
              <a:gd name="T44" fmla="*/ 17384 w 23469"/>
              <a:gd name="T45" fmla="*/ 1701 h 2713"/>
              <a:gd name="T46" fmla="*/ 14506 w 23469"/>
              <a:gd name="T47" fmla="*/ 1747 h 2713"/>
              <a:gd name="T48" fmla="*/ 11393 w 23469"/>
              <a:gd name="T49" fmla="*/ 1458 h 2713"/>
              <a:gd name="T50" fmla="*/ 8215 w 23469"/>
              <a:gd name="T51" fmla="*/ 1740 h 2713"/>
              <a:gd name="T52" fmla="*/ 5841 w 23469"/>
              <a:gd name="T53" fmla="*/ 1740 h 2713"/>
              <a:gd name="T54" fmla="*/ 736 w 23469"/>
              <a:gd name="T55" fmla="*/ 1458 h 2713"/>
              <a:gd name="T56" fmla="*/ 17884 w 23469"/>
              <a:gd name="T57" fmla="*/ 1747 h 2713"/>
              <a:gd name="T58" fmla="*/ 11874 w 23469"/>
              <a:gd name="T59" fmla="*/ 1497 h 2713"/>
              <a:gd name="T60" fmla="*/ 3871 w 23469"/>
              <a:gd name="T61" fmla="*/ 1701 h 2713"/>
              <a:gd name="T62" fmla="*/ 23193 w 23469"/>
              <a:gd name="T63" fmla="*/ 1264 h 2713"/>
              <a:gd name="T64" fmla="*/ 16218 w 23469"/>
              <a:gd name="T65" fmla="*/ 976 h 2713"/>
              <a:gd name="T66" fmla="*/ 4837 w 23469"/>
              <a:gd name="T67" fmla="*/ 1257 h 2713"/>
              <a:gd name="T68" fmla="*/ 2945 w 23469"/>
              <a:gd name="T69" fmla="*/ 1257 h 2713"/>
              <a:gd name="T70" fmla="*/ 20523 w 23469"/>
              <a:gd name="T71" fmla="*/ 976 h 2713"/>
              <a:gd name="T72" fmla="*/ 17402 w 23469"/>
              <a:gd name="T73" fmla="*/ 1264 h 2713"/>
              <a:gd name="T74" fmla="*/ 14770 w 23469"/>
              <a:gd name="T75" fmla="*/ 1014 h 2713"/>
              <a:gd name="T76" fmla="*/ 11111 w 23469"/>
              <a:gd name="T77" fmla="*/ 1219 h 2713"/>
              <a:gd name="T78" fmla="*/ 8715 w 23469"/>
              <a:gd name="T79" fmla="*/ 1264 h 2713"/>
              <a:gd name="T80" fmla="*/ 6084 w 23469"/>
              <a:gd name="T81" fmla="*/ 976 h 2713"/>
              <a:gd name="T82" fmla="*/ 493 w 23469"/>
              <a:gd name="T83" fmla="*/ 1257 h 2713"/>
              <a:gd name="T84" fmla="*/ 20805 w 23469"/>
              <a:gd name="T85" fmla="*/ 775 h 2713"/>
              <a:gd name="T86" fmla="*/ 18593 w 23469"/>
              <a:gd name="T87" fmla="*/ 493 h 2713"/>
              <a:gd name="T88" fmla="*/ 14506 w 23469"/>
              <a:gd name="T89" fmla="*/ 782 h 2713"/>
              <a:gd name="T90" fmla="*/ 12357 w 23469"/>
              <a:gd name="T91" fmla="*/ 532 h 2713"/>
              <a:gd name="T92" fmla="*/ 8698 w 23469"/>
              <a:gd name="T93" fmla="*/ 736 h 2713"/>
              <a:gd name="T94" fmla="*/ 6302 w 23469"/>
              <a:gd name="T95" fmla="*/ 782 h 2713"/>
              <a:gd name="T96" fmla="*/ 1257 w 23469"/>
              <a:gd name="T97" fmla="*/ 493 h 2713"/>
              <a:gd name="T98" fmla="*/ 21245 w 23469"/>
              <a:gd name="T99" fmla="*/ 775 h 2713"/>
              <a:gd name="T100" fmla="*/ 12597 w 23469"/>
              <a:gd name="T101" fmla="*/ 775 h 2713"/>
              <a:gd name="T102" fmla="*/ 4597 w 23469"/>
              <a:gd name="T103" fmla="*/ 493 h 2713"/>
              <a:gd name="T104" fmla="*/ 23193 w 23469"/>
              <a:gd name="T105" fmla="*/ 300 h 2713"/>
              <a:gd name="T106" fmla="*/ 21527 w 23469"/>
              <a:gd name="T107" fmla="*/ 50 h 2713"/>
              <a:gd name="T108" fmla="*/ 18832 w 23469"/>
              <a:gd name="T109" fmla="*/ 254 h 2713"/>
              <a:gd name="T110" fmla="*/ 16919 w 23469"/>
              <a:gd name="T111" fmla="*/ 300 h 2713"/>
              <a:gd name="T112" fmla="*/ 14770 w 23469"/>
              <a:gd name="T113" fmla="*/ 11 h 2713"/>
              <a:gd name="T114" fmla="*/ 12075 w 23469"/>
              <a:gd name="T115" fmla="*/ 293 h 2713"/>
              <a:gd name="T116" fmla="*/ 10181 w 23469"/>
              <a:gd name="T117" fmla="*/ 293 h 2713"/>
              <a:gd name="T118" fmla="*/ 7976 w 23469"/>
              <a:gd name="T119" fmla="*/ 11 h 2713"/>
              <a:gd name="T120" fmla="*/ 5337 w 23469"/>
              <a:gd name="T121" fmla="*/ 300 h 2713"/>
              <a:gd name="T122" fmla="*/ 3671 w 23469"/>
              <a:gd name="T123" fmla="*/ 50 h 2713"/>
              <a:gd name="T124" fmla="*/ 976 w 23469"/>
              <a:gd name="T125" fmla="*/ 254 h 2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469" h="2713">
                <a:moveTo>
                  <a:pt x="23193" y="2712"/>
                </a:moveTo>
                <a:cubicBezTo>
                  <a:pt x="23186" y="2712"/>
                  <a:pt x="23179" y="2708"/>
                  <a:pt x="23176" y="2705"/>
                </a:cubicBezTo>
                <a:cubicBezTo>
                  <a:pt x="23165" y="2694"/>
                  <a:pt x="23165" y="2676"/>
                  <a:pt x="23176" y="2666"/>
                </a:cubicBezTo>
                <a:lnTo>
                  <a:pt x="23419" y="2423"/>
                </a:lnTo>
                <a:cubicBezTo>
                  <a:pt x="23430" y="2412"/>
                  <a:pt x="23447" y="2412"/>
                  <a:pt x="23458" y="2423"/>
                </a:cubicBezTo>
                <a:cubicBezTo>
                  <a:pt x="23468" y="2434"/>
                  <a:pt x="23468" y="2451"/>
                  <a:pt x="23458" y="2462"/>
                </a:cubicBezTo>
                <a:lnTo>
                  <a:pt x="23215" y="2701"/>
                </a:lnTo>
                <a:cubicBezTo>
                  <a:pt x="23208" y="2712"/>
                  <a:pt x="23201" y="2712"/>
                  <a:pt x="23193" y="2712"/>
                </a:cubicBezTo>
                <a:close/>
                <a:moveTo>
                  <a:pt x="22228" y="2712"/>
                </a:moveTo>
                <a:cubicBezTo>
                  <a:pt x="22221" y="2712"/>
                  <a:pt x="22214" y="2708"/>
                  <a:pt x="22211" y="2705"/>
                </a:cubicBezTo>
                <a:cubicBezTo>
                  <a:pt x="22200" y="2694"/>
                  <a:pt x="22200" y="2676"/>
                  <a:pt x="22211" y="2666"/>
                </a:cubicBezTo>
                <a:lnTo>
                  <a:pt x="22454" y="2423"/>
                </a:lnTo>
                <a:cubicBezTo>
                  <a:pt x="22464" y="2412"/>
                  <a:pt x="22482" y="2412"/>
                  <a:pt x="22492" y="2423"/>
                </a:cubicBezTo>
                <a:cubicBezTo>
                  <a:pt x="22503" y="2434"/>
                  <a:pt x="22503" y="2451"/>
                  <a:pt x="22492" y="2462"/>
                </a:cubicBezTo>
                <a:lnTo>
                  <a:pt x="22249" y="2701"/>
                </a:lnTo>
                <a:cubicBezTo>
                  <a:pt x="22242" y="2712"/>
                  <a:pt x="22235" y="2712"/>
                  <a:pt x="22228" y="2712"/>
                </a:cubicBezTo>
                <a:close/>
                <a:moveTo>
                  <a:pt x="21263" y="2712"/>
                </a:moveTo>
                <a:cubicBezTo>
                  <a:pt x="21256" y="2712"/>
                  <a:pt x="21249" y="2709"/>
                  <a:pt x="21245" y="2705"/>
                </a:cubicBezTo>
                <a:cubicBezTo>
                  <a:pt x="21235" y="2695"/>
                  <a:pt x="21235" y="2676"/>
                  <a:pt x="21245" y="2666"/>
                </a:cubicBezTo>
                <a:lnTo>
                  <a:pt x="21488" y="2423"/>
                </a:lnTo>
                <a:cubicBezTo>
                  <a:pt x="21499" y="2412"/>
                  <a:pt x="21517" y="2412"/>
                  <a:pt x="21527" y="2423"/>
                </a:cubicBezTo>
                <a:cubicBezTo>
                  <a:pt x="21538" y="2434"/>
                  <a:pt x="21538" y="2451"/>
                  <a:pt x="21527" y="2462"/>
                </a:cubicBezTo>
                <a:lnTo>
                  <a:pt x="21284" y="2701"/>
                </a:lnTo>
                <a:cubicBezTo>
                  <a:pt x="21277" y="2712"/>
                  <a:pt x="21270" y="2712"/>
                  <a:pt x="21263" y="2712"/>
                </a:cubicBezTo>
                <a:close/>
                <a:moveTo>
                  <a:pt x="17884" y="2712"/>
                </a:moveTo>
                <a:cubicBezTo>
                  <a:pt x="17877" y="2712"/>
                  <a:pt x="17870" y="2708"/>
                  <a:pt x="17867" y="2705"/>
                </a:cubicBezTo>
                <a:cubicBezTo>
                  <a:pt x="17856" y="2694"/>
                  <a:pt x="17856" y="2676"/>
                  <a:pt x="17867" y="2666"/>
                </a:cubicBezTo>
                <a:lnTo>
                  <a:pt x="18110" y="2423"/>
                </a:lnTo>
                <a:cubicBezTo>
                  <a:pt x="18121" y="2412"/>
                  <a:pt x="18138" y="2412"/>
                  <a:pt x="18149" y="2423"/>
                </a:cubicBezTo>
                <a:cubicBezTo>
                  <a:pt x="18159" y="2434"/>
                  <a:pt x="18159" y="2451"/>
                  <a:pt x="18149" y="2462"/>
                </a:cubicBezTo>
                <a:lnTo>
                  <a:pt x="17906" y="2701"/>
                </a:lnTo>
                <a:cubicBezTo>
                  <a:pt x="17899" y="2712"/>
                  <a:pt x="17892" y="2712"/>
                  <a:pt x="17884" y="2712"/>
                </a:cubicBezTo>
                <a:close/>
                <a:moveTo>
                  <a:pt x="16919" y="2712"/>
                </a:moveTo>
                <a:cubicBezTo>
                  <a:pt x="16912" y="2712"/>
                  <a:pt x="16905" y="2708"/>
                  <a:pt x="16902" y="2705"/>
                </a:cubicBezTo>
                <a:cubicBezTo>
                  <a:pt x="16891" y="2694"/>
                  <a:pt x="16891" y="2676"/>
                  <a:pt x="16902" y="2666"/>
                </a:cubicBezTo>
                <a:lnTo>
                  <a:pt x="17145" y="2423"/>
                </a:lnTo>
                <a:cubicBezTo>
                  <a:pt x="17155" y="2412"/>
                  <a:pt x="17173" y="2412"/>
                  <a:pt x="17183" y="2423"/>
                </a:cubicBezTo>
                <a:cubicBezTo>
                  <a:pt x="17194" y="2434"/>
                  <a:pt x="17194" y="2451"/>
                  <a:pt x="17183" y="2462"/>
                </a:cubicBezTo>
                <a:lnTo>
                  <a:pt x="16940" y="2701"/>
                </a:lnTo>
                <a:cubicBezTo>
                  <a:pt x="16933" y="2712"/>
                  <a:pt x="16926" y="2712"/>
                  <a:pt x="16919" y="2712"/>
                </a:cubicBezTo>
                <a:close/>
                <a:moveTo>
                  <a:pt x="15954" y="2712"/>
                </a:moveTo>
                <a:cubicBezTo>
                  <a:pt x="15947" y="2712"/>
                  <a:pt x="15940" y="2708"/>
                  <a:pt x="15936" y="2705"/>
                </a:cubicBezTo>
                <a:cubicBezTo>
                  <a:pt x="15926" y="2694"/>
                  <a:pt x="15926" y="2676"/>
                  <a:pt x="15936" y="2666"/>
                </a:cubicBezTo>
                <a:lnTo>
                  <a:pt x="16179" y="2423"/>
                </a:lnTo>
                <a:cubicBezTo>
                  <a:pt x="16190" y="2412"/>
                  <a:pt x="16208" y="2412"/>
                  <a:pt x="16218" y="2423"/>
                </a:cubicBezTo>
                <a:cubicBezTo>
                  <a:pt x="16229" y="2434"/>
                  <a:pt x="16229" y="2451"/>
                  <a:pt x="16218" y="2462"/>
                </a:cubicBezTo>
                <a:lnTo>
                  <a:pt x="15975" y="2701"/>
                </a:lnTo>
                <a:cubicBezTo>
                  <a:pt x="15968" y="2712"/>
                  <a:pt x="15961" y="2712"/>
                  <a:pt x="15954" y="2712"/>
                </a:cubicBezTo>
                <a:close/>
                <a:moveTo>
                  <a:pt x="12575" y="2712"/>
                </a:moveTo>
                <a:cubicBezTo>
                  <a:pt x="12568" y="2712"/>
                  <a:pt x="12561" y="2708"/>
                  <a:pt x="12558" y="2705"/>
                </a:cubicBezTo>
                <a:cubicBezTo>
                  <a:pt x="12547" y="2694"/>
                  <a:pt x="12547" y="2676"/>
                  <a:pt x="12558" y="2666"/>
                </a:cubicBezTo>
                <a:lnTo>
                  <a:pt x="12801" y="2423"/>
                </a:lnTo>
                <a:cubicBezTo>
                  <a:pt x="12812" y="2412"/>
                  <a:pt x="12830" y="2412"/>
                  <a:pt x="12840" y="2423"/>
                </a:cubicBezTo>
                <a:cubicBezTo>
                  <a:pt x="12851" y="2434"/>
                  <a:pt x="12850" y="2451"/>
                  <a:pt x="12840" y="2462"/>
                </a:cubicBezTo>
                <a:lnTo>
                  <a:pt x="12597" y="2701"/>
                </a:lnTo>
                <a:cubicBezTo>
                  <a:pt x="12590" y="2712"/>
                  <a:pt x="12583" y="2712"/>
                  <a:pt x="12575" y="2712"/>
                </a:cubicBezTo>
                <a:close/>
                <a:moveTo>
                  <a:pt x="11611" y="2712"/>
                </a:moveTo>
                <a:cubicBezTo>
                  <a:pt x="11604" y="2712"/>
                  <a:pt x="11597" y="2708"/>
                  <a:pt x="11594" y="2705"/>
                </a:cubicBezTo>
                <a:cubicBezTo>
                  <a:pt x="11583" y="2694"/>
                  <a:pt x="11583" y="2676"/>
                  <a:pt x="11594" y="2666"/>
                </a:cubicBezTo>
                <a:lnTo>
                  <a:pt x="11836" y="2423"/>
                </a:lnTo>
                <a:cubicBezTo>
                  <a:pt x="11846" y="2412"/>
                  <a:pt x="11864" y="2412"/>
                  <a:pt x="11874" y="2423"/>
                </a:cubicBezTo>
                <a:cubicBezTo>
                  <a:pt x="11885" y="2434"/>
                  <a:pt x="11885" y="2451"/>
                  <a:pt x="11874" y="2462"/>
                </a:cubicBezTo>
                <a:lnTo>
                  <a:pt x="11632" y="2701"/>
                </a:lnTo>
                <a:cubicBezTo>
                  <a:pt x="11625" y="2712"/>
                  <a:pt x="11618" y="2712"/>
                  <a:pt x="11611" y="2712"/>
                </a:cubicBezTo>
                <a:close/>
                <a:moveTo>
                  <a:pt x="10646" y="2712"/>
                </a:moveTo>
                <a:cubicBezTo>
                  <a:pt x="10639" y="2712"/>
                  <a:pt x="10632" y="2708"/>
                  <a:pt x="10628" y="2705"/>
                </a:cubicBezTo>
                <a:cubicBezTo>
                  <a:pt x="10618" y="2694"/>
                  <a:pt x="10618" y="2676"/>
                  <a:pt x="10628" y="2666"/>
                </a:cubicBezTo>
                <a:lnTo>
                  <a:pt x="10871" y="2423"/>
                </a:lnTo>
                <a:cubicBezTo>
                  <a:pt x="10882" y="2412"/>
                  <a:pt x="10899" y="2412"/>
                  <a:pt x="10910" y="2423"/>
                </a:cubicBezTo>
                <a:cubicBezTo>
                  <a:pt x="10920" y="2434"/>
                  <a:pt x="10921" y="2451"/>
                  <a:pt x="10910" y="2462"/>
                </a:cubicBezTo>
                <a:lnTo>
                  <a:pt x="10667" y="2701"/>
                </a:lnTo>
                <a:cubicBezTo>
                  <a:pt x="10660" y="2712"/>
                  <a:pt x="10653" y="2712"/>
                  <a:pt x="10646" y="2712"/>
                </a:cubicBezTo>
                <a:close/>
                <a:moveTo>
                  <a:pt x="7268" y="2712"/>
                </a:moveTo>
                <a:cubicBezTo>
                  <a:pt x="7260" y="2712"/>
                  <a:pt x="7253" y="2708"/>
                  <a:pt x="7250" y="2705"/>
                </a:cubicBezTo>
                <a:cubicBezTo>
                  <a:pt x="7239" y="2694"/>
                  <a:pt x="7239" y="2676"/>
                  <a:pt x="7250" y="2666"/>
                </a:cubicBezTo>
                <a:lnTo>
                  <a:pt x="7493" y="2423"/>
                </a:lnTo>
                <a:cubicBezTo>
                  <a:pt x="7504" y="2412"/>
                  <a:pt x="7521" y="2412"/>
                  <a:pt x="7532" y="2423"/>
                </a:cubicBezTo>
                <a:cubicBezTo>
                  <a:pt x="7542" y="2434"/>
                  <a:pt x="7542" y="2451"/>
                  <a:pt x="7532" y="2462"/>
                </a:cubicBezTo>
                <a:lnTo>
                  <a:pt x="7289" y="2701"/>
                </a:lnTo>
                <a:cubicBezTo>
                  <a:pt x="7282" y="2712"/>
                  <a:pt x="7275" y="2712"/>
                  <a:pt x="7268" y="2712"/>
                </a:cubicBezTo>
                <a:close/>
                <a:moveTo>
                  <a:pt x="4854" y="2712"/>
                </a:moveTo>
                <a:cubicBezTo>
                  <a:pt x="4847" y="2712"/>
                  <a:pt x="4840" y="2708"/>
                  <a:pt x="4837" y="2705"/>
                </a:cubicBezTo>
                <a:cubicBezTo>
                  <a:pt x="4826" y="2694"/>
                  <a:pt x="4826" y="2676"/>
                  <a:pt x="4837" y="2666"/>
                </a:cubicBezTo>
                <a:lnTo>
                  <a:pt x="5080" y="2423"/>
                </a:lnTo>
                <a:cubicBezTo>
                  <a:pt x="5090" y="2412"/>
                  <a:pt x="5108" y="2412"/>
                  <a:pt x="5119" y="2423"/>
                </a:cubicBezTo>
                <a:cubicBezTo>
                  <a:pt x="5129" y="2434"/>
                  <a:pt x="5129" y="2451"/>
                  <a:pt x="5119" y="2462"/>
                </a:cubicBezTo>
                <a:lnTo>
                  <a:pt x="4875" y="2701"/>
                </a:lnTo>
                <a:cubicBezTo>
                  <a:pt x="4865" y="2712"/>
                  <a:pt x="4861" y="2712"/>
                  <a:pt x="4854" y="2712"/>
                </a:cubicBezTo>
                <a:close/>
                <a:moveTo>
                  <a:pt x="4372" y="2712"/>
                </a:moveTo>
                <a:cubicBezTo>
                  <a:pt x="4365" y="2712"/>
                  <a:pt x="4358" y="2708"/>
                  <a:pt x="4354" y="2705"/>
                </a:cubicBezTo>
                <a:cubicBezTo>
                  <a:pt x="4344" y="2694"/>
                  <a:pt x="4344" y="2676"/>
                  <a:pt x="4354" y="2666"/>
                </a:cubicBezTo>
                <a:lnTo>
                  <a:pt x="4597" y="2423"/>
                </a:lnTo>
                <a:cubicBezTo>
                  <a:pt x="4608" y="2412"/>
                  <a:pt x="4625" y="2412"/>
                  <a:pt x="4636" y="2423"/>
                </a:cubicBezTo>
                <a:cubicBezTo>
                  <a:pt x="4646" y="2434"/>
                  <a:pt x="4646" y="2451"/>
                  <a:pt x="4636" y="2462"/>
                </a:cubicBezTo>
                <a:lnTo>
                  <a:pt x="4393" y="2701"/>
                </a:lnTo>
                <a:cubicBezTo>
                  <a:pt x="4382" y="2712"/>
                  <a:pt x="4379" y="2712"/>
                  <a:pt x="4372" y="2712"/>
                </a:cubicBezTo>
                <a:close/>
                <a:moveTo>
                  <a:pt x="3889" y="2712"/>
                </a:moveTo>
                <a:cubicBezTo>
                  <a:pt x="3882" y="2712"/>
                  <a:pt x="3875" y="2708"/>
                  <a:pt x="3871" y="2705"/>
                </a:cubicBezTo>
                <a:cubicBezTo>
                  <a:pt x="3861" y="2694"/>
                  <a:pt x="3861" y="2676"/>
                  <a:pt x="3871" y="2666"/>
                </a:cubicBezTo>
                <a:lnTo>
                  <a:pt x="4115" y="2423"/>
                </a:lnTo>
                <a:cubicBezTo>
                  <a:pt x="4125" y="2412"/>
                  <a:pt x="4143" y="2412"/>
                  <a:pt x="4153" y="2423"/>
                </a:cubicBezTo>
                <a:cubicBezTo>
                  <a:pt x="4164" y="2434"/>
                  <a:pt x="4164" y="2451"/>
                  <a:pt x="4153" y="2462"/>
                </a:cubicBezTo>
                <a:lnTo>
                  <a:pt x="3910" y="2701"/>
                </a:lnTo>
                <a:cubicBezTo>
                  <a:pt x="3900" y="2712"/>
                  <a:pt x="3896" y="2712"/>
                  <a:pt x="3889" y="2712"/>
                </a:cubicBezTo>
                <a:close/>
                <a:moveTo>
                  <a:pt x="3406" y="2712"/>
                </a:moveTo>
                <a:cubicBezTo>
                  <a:pt x="3399" y="2712"/>
                  <a:pt x="3392" y="2708"/>
                  <a:pt x="3389" y="2705"/>
                </a:cubicBezTo>
                <a:cubicBezTo>
                  <a:pt x="3378" y="2694"/>
                  <a:pt x="3378" y="2676"/>
                  <a:pt x="3389" y="2666"/>
                </a:cubicBezTo>
                <a:lnTo>
                  <a:pt x="3632" y="2423"/>
                </a:lnTo>
                <a:cubicBezTo>
                  <a:pt x="3642" y="2412"/>
                  <a:pt x="3660" y="2412"/>
                  <a:pt x="3671" y="2423"/>
                </a:cubicBezTo>
                <a:cubicBezTo>
                  <a:pt x="3681" y="2434"/>
                  <a:pt x="3681" y="2451"/>
                  <a:pt x="3671" y="2462"/>
                </a:cubicBezTo>
                <a:lnTo>
                  <a:pt x="3428" y="2701"/>
                </a:lnTo>
                <a:cubicBezTo>
                  <a:pt x="3417" y="2712"/>
                  <a:pt x="3413" y="2712"/>
                  <a:pt x="3406" y="2712"/>
                </a:cubicBezTo>
                <a:close/>
                <a:moveTo>
                  <a:pt x="2924" y="2712"/>
                </a:moveTo>
                <a:cubicBezTo>
                  <a:pt x="2917" y="2712"/>
                  <a:pt x="2910" y="2708"/>
                  <a:pt x="2906" y="2705"/>
                </a:cubicBezTo>
                <a:cubicBezTo>
                  <a:pt x="2896" y="2694"/>
                  <a:pt x="2896" y="2676"/>
                  <a:pt x="2906" y="2666"/>
                </a:cubicBezTo>
                <a:lnTo>
                  <a:pt x="3149" y="2423"/>
                </a:lnTo>
                <a:cubicBezTo>
                  <a:pt x="3160" y="2412"/>
                  <a:pt x="3177" y="2412"/>
                  <a:pt x="3188" y="2423"/>
                </a:cubicBezTo>
                <a:cubicBezTo>
                  <a:pt x="3199" y="2434"/>
                  <a:pt x="3199" y="2451"/>
                  <a:pt x="3188" y="2462"/>
                </a:cubicBezTo>
                <a:lnTo>
                  <a:pt x="2945" y="2701"/>
                </a:lnTo>
                <a:cubicBezTo>
                  <a:pt x="2934" y="2712"/>
                  <a:pt x="2931" y="2712"/>
                  <a:pt x="2924" y="2712"/>
                </a:cubicBezTo>
                <a:close/>
                <a:moveTo>
                  <a:pt x="2441" y="2712"/>
                </a:moveTo>
                <a:cubicBezTo>
                  <a:pt x="2434" y="2712"/>
                  <a:pt x="2427" y="2708"/>
                  <a:pt x="2424" y="2705"/>
                </a:cubicBezTo>
                <a:cubicBezTo>
                  <a:pt x="2413" y="2694"/>
                  <a:pt x="2413" y="2676"/>
                  <a:pt x="2424" y="2666"/>
                </a:cubicBezTo>
                <a:lnTo>
                  <a:pt x="2667" y="2423"/>
                </a:lnTo>
                <a:cubicBezTo>
                  <a:pt x="2677" y="2412"/>
                  <a:pt x="2694" y="2412"/>
                  <a:pt x="2705" y="2423"/>
                </a:cubicBezTo>
                <a:cubicBezTo>
                  <a:pt x="2715" y="2434"/>
                  <a:pt x="2716" y="2451"/>
                  <a:pt x="2705" y="2462"/>
                </a:cubicBezTo>
                <a:lnTo>
                  <a:pt x="2462" y="2701"/>
                </a:lnTo>
                <a:cubicBezTo>
                  <a:pt x="2452" y="2712"/>
                  <a:pt x="2448" y="2712"/>
                  <a:pt x="2441" y="2712"/>
                </a:cubicBezTo>
                <a:close/>
                <a:moveTo>
                  <a:pt x="22711" y="2712"/>
                </a:moveTo>
                <a:cubicBezTo>
                  <a:pt x="22704" y="2712"/>
                  <a:pt x="22697" y="2709"/>
                  <a:pt x="22693" y="2705"/>
                </a:cubicBezTo>
                <a:cubicBezTo>
                  <a:pt x="22683" y="2695"/>
                  <a:pt x="22683" y="2676"/>
                  <a:pt x="22693" y="2666"/>
                </a:cubicBezTo>
                <a:lnTo>
                  <a:pt x="22936" y="2423"/>
                </a:lnTo>
                <a:cubicBezTo>
                  <a:pt x="22947" y="2412"/>
                  <a:pt x="22964" y="2412"/>
                  <a:pt x="22975" y="2423"/>
                </a:cubicBezTo>
                <a:cubicBezTo>
                  <a:pt x="22986" y="2434"/>
                  <a:pt x="22986" y="2451"/>
                  <a:pt x="22975" y="2462"/>
                </a:cubicBezTo>
                <a:lnTo>
                  <a:pt x="22732" y="2705"/>
                </a:lnTo>
                <a:cubicBezTo>
                  <a:pt x="22725" y="2712"/>
                  <a:pt x="22718" y="2712"/>
                  <a:pt x="22711" y="2712"/>
                </a:cubicBezTo>
                <a:close/>
                <a:moveTo>
                  <a:pt x="21746" y="2712"/>
                </a:moveTo>
                <a:cubicBezTo>
                  <a:pt x="21739" y="2712"/>
                  <a:pt x="21731" y="2708"/>
                  <a:pt x="21728" y="2705"/>
                </a:cubicBezTo>
                <a:cubicBezTo>
                  <a:pt x="21717" y="2694"/>
                  <a:pt x="21717" y="2676"/>
                  <a:pt x="21728" y="2666"/>
                </a:cubicBezTo>
                <a:lnTo>
                  <a:pt x="21968" y="2423"/>
                </a:lnTo>
                <a:cubicBezTo>
                  <a:pt x="21978" y="2412"/>
                  <a:pt x="21996" y="2412"/>
                  <a:pt x="22006" y="2423"/>
                </a:cubicBezTo>
                <a:cubicBezTo>
                  <a:pt x="22017" y="2434"/>
                  <a:pt x="22017" y="2451"/>
                  <a:pt x="22006" y="2462"/>
                </a:cubicBezTo>
                <a:lnTo>
                  <a:pt x="21763" y="2705"/>
                </a:lnTo>
                <a:cubicBezTo>
                  <a:pt x="21760" y="2712"/>
                  <a:pt x="21753" y="2712"/>
                  <a:pt x="21746" y="2712"/>
                </a:cubicBezTo>
                <a:close/>
                <a:moveTo>
                  <a:pt x="20780" y="2712"/>
                </a:moveTo>
                <a:cubicBezTo>
                  <a:pt x="20773" y="2712"/>
                  <a:pt x="20766" y="2708"/>
                  <a:pt x="20763" y="2705"/>
                </a:cubicBezTo>
                <a:cubicBezTo>
                  <a:pt x="20752" y="2694"/>
                  <a:pt x="20752" y="2676"/>
                  <a:pt x="20763" y="2666"/>
                </a:cubicBezTo>
                <a:lnTo>
                  <a:pt x="21006" y="2423"/>
                </a:lnTo>
                <a:cubicBezTo>
                  <a:pt x="21016" y="2412"/>
                  <a:pt x="21034" y="2412"/>
                  <a:pt x="21045" y="2423"/>
                </a:cubicBezTo>
                <a:cubicBezTo>
                  <a:pt x="21055" y="2434"/>
                  <a:pt x="21055" y="2451"/>
                  <a:pt x="21045" y="2462"/>
                </a:cubicBezTo>
                <a:lnTo>
                  <a:pt x="20805" y="2705"/>
                </a:lnTo>
                <a:cubicBezTo>
                  <a:pt x="20794" y="2712"/>
                  <a:pt x="20787" y="2712"/>
                  <a:pt x="20780" y="2712"/>
                </a:cubicBezTo>
                <a:close/>
                <a:moveTo>
                  <a:pt x="20298" y="2712"/>
                </a:moveTo>
                <a:cubicBezTo>
                  <a:pt x="20291" y="2712"/>
                  <a:pt x="20284" y="2708"/>
                  <a:pt x="20280" y="2705"/>
                </a:cubicBezTo>
                <a:cubicBezTo>
                  <a:pt x="20269" y="2694"/>
                  <a:pt x="20269" y="2676"/>
                  <a:pt x="20280" y="2666"/>
                </a:cubicBezTo>
                <a:lnTo>
                  <a:pt x="20523" y="2423"/>
                </a:lnTo>
                <a:cubicBezTo>
                  <a:pt x="20534" y="2412"/>
                  <a:pt x="20551" y="2412"/>
                  <a:pt x="20562" y="2423"/>
                </a:cubicBezTo>
                <a:cubicBezTo>
                  <a:pt x="20572" y="2434"/>
                  <a:pt x="20572" y="2451"/>
                  <a:pt x="20562" y="2462"/>
                </a:cubicBezTo>
                <a:lnTo>
                  <a:pt x="20319" y="2705"/>
                </a:lnTo>
                <a:cubicBezTo>
                  <a:pt x="20312" y="2712"/>
                  <a:pt x="20305" y="2712"/>
                  <a:pt x="20298" y="2712"/>
                </a:cubicBezTo>
                <a:close/>
                <a:moveTo>
                  <a:pt x="19815" y="2712"/>
                </a:moveTo>
                <a:cubicBezTo>
                  <a:pt x="19808" y="2712"/>
                  <a:pt x="19801" y="2709"/>
                  <a:pt x="19797" y="2705"/>
                </a:cubicBezTo>
                <a:cubicBezTo>
                  <a:pt x="19787" y="2695"/>
                  <a:pt x="19787" y="2676"/>
                  <a:pt x="19797" y="2666"/>
                </a:cubicBezTo>
                <a:lnTo>
                  <a:pt x="20037" y="2423"/>
                </a:lnTo>
                <a:cubicBezTo>
                  <a:pt x="20048" y="2412"/>
                  <a:pt x="20065" y="2412"/>
                  <a:pt x="20076" y="2423"/>
                </a:cubicBezTo>
                <a:cubicBezTo>
                  <a:pt x="20086" y="2434"/>
                  <a:pt x="20086" y="2451"/>
                  <a:pt x="20076" y="2462"/>
                </a:cubicBezTo>
                <a:lnTo>
                  <a:pt x="19833" y="2705"/>
                </a:lnTo>
                <a:cubicBezTo>
                  <a:pt x="19829" y="2712"/>
                  <a:pt x="19822" y="2712"/>
                  <a:pt x="19815" y="2712"/>
                </a:cubicBezTo>
                <a:close/>
                <a:moveTo>
                  <a:pt x="19332" y="2712"/>
                </a:moveTo>
                <a:cubicBezTo>
                  <a:pt x="19325" y="2712"/>
                  <a:pt x="19318" y="2708"/>
                  <a:pt x="19315" y="2705"/>
                </a:cubicBezTo>
                <a:cubicBezTo>
                  <a:pt x="19304" y="2694"/>
                  <a:pt x="19304" y="2676"/>
                  <a:pt x="19315" y="2666"/>
                </a:cubicBezTo>
                <a:lnTo>
                  <a:pt x="19558" y="2423"/>
                </a:lnTo>
                <a:cubicBezTo>
                  <a:pt x="19568" y="2412"/>
                  <a:pt x="19586" y="2412"/>
                  <a:pt x="19597" y="2423"/>
                </a:cubicBezTo>
                <a:cubicBezTo>
                  <a:pt x="19607" y="2434"/>
                  <a:pt x="19607" y="2451"/>
                  <a:pt x="19597" y="2462"/>
                </a:cubicBezTo>
                <a:lnTo>
                  <a:pt x="19354" y="2705"/>
                </a:lnTo>
                <a:cubicBezTo>
                  <a:pt x="19346" y="2712"/>
                  <a:pt x="19339" y="2712"/>
                  <a:pt x="19332" y="2712"/>
                </a:cubicBezTo>
                <a:close/>
                <a:moveTo>
                  <a:pt x="18850" y="2712"/>
                </a:moveTo>
                <a:cubicBezTo>
                  <a:pt x="18843" y="2712"/>
                  <a:pt x="18836" y="2709"/>
                  <a:pt x="18832" y="2705"/>
                </a:cubicBezTo>
                <a:cubicBezTo>
                  <a:pt x="18822" y="2695"/>
                  <a:pt x="18822" y="2676"/>
                  <a:pt x="18832" y="2666"/>
                </a:cubicBezTo>
                <a:lnTo>
                  <a:pt x="19075" y="2423"/>
                </a:lnTo>
                <a:cubicBezTo>
                  <a:pt x="19086" y="2412"/>
                  <a:pt x="19103" y="2412"/>
                  <a:pt x="19114" y="2423"/>
                </a:cubicBezTo>
                <a:cubicBezTo>
                  <a:pt x="19125" y="2434"/>
                  <a:pt x="19125" y="2451"/>
                  <a:pt x="19114" y="2462"/>
                </a:cubicBezTo>
                <a:lnTo>
                  <a:pt x="18874" y="2705"/>
                </a:lnTo>
                <a:cubicBezTo>
                  <a:pt x="18864" y="2712"/>
                  <a:pt x="18857" y="2712"/>
                  <a:pt x="18850" y="2712"/>
                </a:cubicBezTo>
                <a:close/>
                <a:moveTo>
                  <a:pt x="18367" y="2712"/>
                </a:moveTo>
                <a:cubicBezTo>
                  <a:pt x="18360" y="2712"/>
                  <a:pt x="18353" y="2708"/>
                  <a:pt x="18350" y="2705"/>
                </a:cubicBezTo>
                <a:cubicBezTo>
                  <a:pt x="18339" y="2694"/>
                  <a:pt x="18339" y="2676"/>
                  <a:pt x="18350" y="2666"/>
                </a:cubicBezTo>
                <a:lnTo>
                  <a:pt x="18593" y="2423"/>
                </a:lnTo>
                <a:cubicBezTo>
                  <a:pt x="18603" y="2412"/>
                  <a:pt x="18621" y="2412"/>
                  <a:pt x="18631" y="2423"/>
                </a:cubicBezTo>
                <a:cubicBezTo>
                  <a:pt x="18642" y="2434"/>
                  <a:pt x="18642" y="2451"/>
                  <a:pt x="18631" y="2462"/>
                </a:cubicBezTo>
                <a:lnTo>
                  <a:pt x="18388" y="2705"/>
                </a:lnTo>
                <a:cubicBezTo>
                  <a:pt x="18381" y="2712"/>
                  <a:pt x="18374" y="2712"/>
                  <a:pt x="18367" y="2712"/>
                </a:cubicBezTo>
                <a:close/>
                <a:moveTo>
                  <a:pt x="17402" y="2712"/>
                </a:moveTo>
                <a:cubicBezTo>
                  <a:pt x="17395" y="2712"/>
                  <a:pt x="17388" y="2709"/>
                  <a:pt x="17384" y="2705"/>
                </a:cubicBezTo>
                <a:cubicBezTo>
                  <a:pt x="17374" y="2695"/>
                  <a:pt x="17374" y="2676"/>
                  <a:pt x="17384" y="2666"/>
                </a:cubicBezTo>
                <a:lnTo>
                  <a:pt x="17627" y="2423"/>
                </a:lnTo>
                <a:cubicBezTo>
                  <a:pt x="17638" y="2412"/>
                  <a:pt x="17655" y="2412"/>
                  <a:pt x="17666" y="2423"/>
                </a:cubicBezTo>
                <a:cubicBezTo>
                  <a:pt x="17677" y="2434"/>
                  <a:pt x="17677" y="2451"/>
                  <a:pt x="17666" y="2462"/>
                </a:cubicBezTo>
                <a:lnTo>
                  <a:pt x="17423" y="2705"/>
                </a:lnTo>
                <a:cubicBezTo>
                  <a:pt x="17416" y="2712"/>
                  <a:pt x="17409" y="2712"/>
                  <a:pt x="17402" y="2712"/>
                </a:cubicBezTo>
                <a:close/>
                <a:moveTo>
                  <a:pt x="16437" y="2712"/>
                </a:moveTo>
                <a:cubicBezTo>
                  <a:pt x="16430" y="2712"/>
                  <a:pt x="16422" y="2708"/>
                  <a:pt x="16419" y="2705"/>
                </a:cubicBezTo>
                <a:cubicBezTo>
                  <a:pt x="16408" y="2694"/>
                  <a:pt x="16408" y="2676"/>
                  <a:pt x="16419" y="2666"/>
                </a:cubicBezTo>
                <a:lnTo>
                  <a:pt x="16662" y="2423"/>
                </a:lnTo>
                <a:cubicBezTo>
                  <a:pt x="16673" y="2412"/>
                  <a:pt x="16691" y="2412"/>
                  <a:pt x="16701" y="2423"/>
                </a:cubicBezTo>
                <a:cubicBezTo>
                  <a:pt x="16712" y="2434"/>
                  <a:pt x="16711" y="2451"/>
                  <a:pt x="16701" y="2462"/>
                </a:cubicBezTo>
                <a:lnTo>
                  <a:pt x="16458" y="2705"/>
                </a:lnTo>
                <a:cubicBezTo>
                  <a:pt x="16451" y="2712"/>
                  <a:pt x="16444" y="2712"/>
                  <a:pt x="16437" y="2712"/>
                </a:cubicBezTo>
                <a:close/>
                <a:moveTo>
                  <a:pt x="15471" y="2712"/>
                </a:moveTo>
                <a:cubicBezTo>
                  <a:pt x="15464" y="2712"/>
                  <a:pt x="15457" y="2708"/>
                  <a:pt x="15454" y="2705"/>
                </a:cubicBezTo>
                <a:cubicBezTo>
                  <a:pt x="15443" y="2694"/>
                  <a:pt x="15443" y="2676"/>
                  <a:pt x="15454" y="2666"/>
                </a:cubicBezTo>
                <a:lnTo>
                  <a:pt x="15693" y="2423"/>
                </a:lnTo>
                <a:cubicBezTo>
                  <a:pt x="15704" y="2412"/>
                  <a:pt x="15721" y="2412"/>
                  <a:pt x="15732" y="2423"/>
                </a:cubicBezTo>
                <a:cubicBezTo>
                  <a:pt x="15743" y="2434"/>
                  <a:pt x="15743" y="2451"/>
                  <a:pt x="15732" y="2462"/>
                </a:cubicBezTo>
                <a:lnTo>
                  <a:pt x="15489" y="2705"/>
                </a:lnTo>
                <a:cubicBezTo>
                  <a:pt x="15485" y="2712"/>
                  <a:pt x="15478" y="2712"/>
                  <a:pt x="15471" y="2712"/>
                </a:cubicBezTo>
                <a:close/>
                <a:moveTo>
                  <a:pt x="14989" y="2712"/>
                </a:moveTo>
                <a:cubicBezTo>
                  <a:pt x="14982" y="2712"/>
                  <a:pt x="14975" y="2708"/>
                  <a:pt x="14971" y="2705"/>
                </a:cubicBezTo>
                <a:cubicBezTo>
                  <a:pt x="14960" y="2694"/>
                  <a:pt x="14960" y="2676"/>
                  <a:pt x="14971" y="2666"/>
                </a:cubicBezTo>
                <a:lnTo>
                  <a:pt x="15214" y="2423"/>
                </a:lnTo>
                <a:cubicBezTo>
                  <a:pt x="15225" y="2412"/>
                  <a:pt x="15243" y="2412"/>
                  <a:pt x="15253" y="2423"/>
                </a:cubicBezTo>
                <a:cubicBezTo>
                  <a:pt x="15264" y="2434"/>
                  <a:pt x="15263" y="2451"/>
                  <a:pt x="15253" y="2462"/>
                </a:cubicBezTo>
                <a:lnTo>
                  <a:pt x="15010" y="2705"/>
                </a:lnTo>
                <a:cubicBezTo>
                  <a:pt x="15003" y="2712"/>
                  <a:pt x="14996" y="2712"/>
                  <a:pt x="14989" y="2712"/>
                </a:cubicBezTo>
                <a:close/>
                <a:moveTo>
                  <a:pt x="14506" y="2712"/>
                </a:moveTo>
                <a:cubicBezTo>
                  <a:pt x="14499" y="2712"/>
                  <a:pt x="14492" y="2708"/>
                  <a:pt x="14488" y="2705"/>
                </a:cubicBezTo>
                <a:cubicBezTo>
                  <a:pt x="14478" y="2694"/>
                  <a:pt x="14478" y="2676"/>
                  <a:pt x="14488" y="2666"/>
                </a:cubicBezTo>
                <a:lnTo>
                  <a:pt x="14731" y="2423"/>
                </a:lnTo>
                <a:cubicBezTo>
                  <a:pt x="14742" y="2412"/>
                  <a:pt x="14760" y="2412"/>
                  <a:pt x="14770" y="2423"/>
                </a:cubicBezTo>
                <a:cubicBezTo>
                  <a:pt x="14781" y="2434"/>
                  <a:pt x="14781" y="2451"/>
                  <a:pt x="14770" y="2462"/>
                </a:cubicBezTo>
                <a:lnTo>
                  <a:pt x="14531" y="2705"/>
                </a:lnTo>
                <a:cubicBezTo>
                  <a:pt x="14520" y="2712"/>
                  <a:pt x="14513" y="2712"/>
                  <a:pt x="14506" y="2712"/>
                </a:cubicBezTo>
                <a:close/>
                <a:moveTo>
                  <a:pt x="14023" y="2712"/>
                </a:moveTo>
                <a:cubicBezTo>
                  <a:pt x="14016" y="2712"/>
                  <a:pt x="14009" y="2708"/>
                  <a:pt x="14006" y="2705"/>
                </a:cubicBezTo>
                <a:cubicBezTo>
                  <a:pt x="13995" y="2694"/>
                  <a:pt x="13995" y="2676"/>
                  <a:pt x="14006" y="2666"/>
                </a:cubicBezTo>
                <a:lnTo>
                  <a:pt x="14249" y="2423"/>
                </a:lnTo>
                <a:cubicBezTo>
                  <a:pt x="14259" y="2412"/>
                  <a:pt x="14278" y="2412"/>
                  <a:pt x="14288" y="2423"/>
                </a:cubicBezTo>
                <a:cubicBezTo>
                  <a:pt x="14299" y="2434"/>
                  <a:pt x="14298" y="2451"/>
                  <a:pt x="14288" y="2462"/>
                </a:cubicBezTo>
                <a:lnTo>
                  <a:pt x="14045" y="2705"/>
                </a:lnTo>
                <a:cubicBezTo>
                  <a:pt x="14037" y="2712"/>
                  <a:pt x="14030" y="2712"/>
                  <a:pt x="14023" y="2712"/>
                </a:cubicBezTo>
                <a:close/>
                <a:moveTo>
                  <a:pt x="13541" y="2712"/>
                </a:moveTo>
                <a:cubicBezTo>
                  <a:pt x="13534" y="2712"/>
                  <a:pt x="13527" y="2708"/>
                  <a:pt x="13523" y="2705"/>
                </a:cubicBezTo>
                <a:cubicBezTo>
                  <a:pt x="13513" y="2694"/>
                  <a:pt x="13513" y="2676"/>
                  <a:pt x="13523" y="2666"/>
                </a:cubicBezTo>
                <a:lnTo>
                  <a:pt x="13763" y="2423"/>
                </a:lnTo>
                <a:cubicBezTo>
                  <a:pt x="13773" y="2412"/>
                  <a:pt x="13791" y="2412"/>
                  <a:pt x="13801" y="2423"/>
                </a:cubicBezTo>
                <a:cubicBezTo>
                  <a:pt x="13812" y="2434"/>
                  <a:pt x="13812" y="2451"/>
                  <a:pt x="13801" y="2462"/>
                </a:cubicBezTo>
                <a:lnTo>
                  <a:pt x="13558" y="2705"/>
                </a:lnTo>
                <a:cubicBezTo>
                  <a:pt x="13555" y="2712"/>
                  <a:pt x="13548" y="2712"/>
                  <a:pt x="13541" y="2712"/>
                </a:cubicBezTo>
                <a:close/>
                <a:moveTo>
                  <a:pt x="13058" y="2712"/>
                </a:moveTo>
                <a:cubicBezTo>
                  <a:pt x="13051" y="2712"/>
                  <a:pt x="13044" y="2708"/>
                  <a:pt x="13041" y="2705"/>
                </a:cubicBezTo>
                <a:cubicBezTo>
                  <a:pt x="13030" y="2694"/>
                  <a:pt x="13030" y="2676"/>
                  <a:pt x="13041" y="2666"/>
                </a:cubicBezTo>
                <a:lnTo>
                  <a:pt x="13284" y="2423"/>
                </a:lnTo>
                <a:cubicBezTo>
                  <a:pt x="13294" y="2412"/>
                  <a:pt x="13312" y="2412"/>
                  <a:pt x="13322" y="2423"/>
                </a:cubicBezTo>
                <a:cubicBezTo>
                  <a:pt x="13333" y="2434"/>
                  <a:pt x="13333" y="2451"/>
                  <a:pt x="13322" y="2462"/>
                </a:cubicBezTo>
                <a:lnTo>
                  <a:pt x="13079" y="2705"/>
                </a:lnTo>
                <a:cubicBezTo>
                  <a:pt x="13072" y="2712"/>
                  <a:pt x="13065" y="2712"/>
                  <a:pt x="13058" y="2712"/>
                </a:cubicBezTo>
                <a:close/>
                <a:moveTo>
                  <a:pt x="12093" y="2712"/>
                </a:moveTo>
                <a:cubicBezTo>
                  <a:pt x="12086" y="2712"/>
                  <a:pt x="12079" y="2708"/>
                  <a:pt x="12075" y="2705"/>
                </a:cubicBezTo>
                <a:cubicBezTo>
                  <a:pt x="12065" y="2694"/>
                  <a:pt x="12065" y="2676"/>
                  <a:pt x="12075" y="2666"/>
                </a:cubicBezTo>
                <a:lnTo>
                  <a:pt x="12318" y="2423"/>
                </a:lnTo>
                <a:cubicBezTo>
                  <a:pt x="12329" y="2412"/>
                  <a:pt x="12347" y="2412"/>
                  <a:pt x="12357" y="2423"/>
                </a:cubicBezTo>
                <a:cubicBezTo>
                  <a:pt x="12368" y="2434"/>
                  <a:pt x="12368" y="2451"/>
                  <a:pt x="12357" y="2462"/>
                </a:cubicBezTo>
                <a:lnTo>
                  <a:pt x="12114" y="2705"/>
                </a:lnTo>
                <a:cubicBezTo>
                  <a:pt x="12107" y="2712"/>
                  <a:pt x="12100" y="2712"/>
                  <a:pt x="12093" y="2712"/>
                </a:cubicBezTo>
                <a:close/>
                <a:moveTo>
                  <a:pt x="11129" y="2712"/>
                </a:moveTo>
                <a:cubicBezTo>
                  <a:pt x="11122" y="2712"/>
                  <a:pt x="11114" y="2708"/>
                  <a:pt x="11111" y="2705"/>
                </a:cubicBezTo>
                <a:cubicBezTo>
                  <a:pt x="11100" y="2694"/>
                  <a:pt x="11100" y="2676"/>
                  <a:pt x="11111" y="2666"/>
                </a:cubicBezTo>
                <a:lnTo>
                  <a:pt x="11354" y="2423"/>
                </a:lnTo>
                <a:cubicBezTo>
                  <a:pt x="11365" y="2412"/>
                  <a:pt x="11382" y="2412"/>
                  <a:pt x="11393" y="2423"/>
                </a:cubicBezTo>
                <a:cubicBezTo>
                  <a:pt x="11403" y="2434"/>
                  <a:pt x="11403" y="2451"/>
                  <a:pt x="11393" y="2462"/>
                </a:cubicBezTo>
                <a:lnTo>
                  <a:pt x="11150" y="2705"/>
                </a:lnTo>
                <a:cubicBezTo>
                  <a:pt x="11143" y="2712"/>
                  <a:pt x="11136" y="2712"/>
                  <a:pt x="11129" y="2712"/>
                </a:cubicBezTo>
                <a:close/>
                <a:moveTo>
                  <a:pt x="10163" y="2712"/>
                </a:moveTo>
                <a:cubicBezTo>
                  <a:pt x="10156" y="2712"/>
                  <a:pt x="10149" y="2708"/>
                  <a:pt x="10146" y="2705"/>
                </a:cubicBezTo>
                <a:cubicBezTo>
                  <a:pt x="10135" y="2694"/>
                  <a:pt x="10135" y="2676"/>
                  <a:pt x="10146" y="2666"/>
                </a:cubicBezTo>
                <a:lnTo>
                  <a:pt x="10389" y="2423"/>
                </a:lnTo>
                <a:cubicBezTo>
                  <a:pt x="10399" y="2412"/>
                  <a:pt x="10417" y="2412"/>
                  <a:pt x="10428" y="2423"/>
                </a:cubicBezTo>
                <a:cubicBezTo>
                  <a:pt x="10438" y="2434"/>
                  <a:pt x="10438" y="2451"/>
                  <a:pt x="10428" y="2462"/>
                </a:cubicBezTo>
                <a:lnTo>
                  <a:pt x="10184" y="2705"/>
                </a:lnTo>
                <a:cubicBezTo>
                  <a:pt x="10177" y="2712"/>
                  <a:pt x="10170" y="2712"/>
                  <a:pt x="10163" y="2712"/>
                </a:cubicBezTo>
                <a:close/>
                <a:moveTo>
                  <a:pt x="9681" y="2712"/>
                </a:moveTo>
                <a:cubicBezTo>
                  <a:pt x="9674" y="2712"/>
                  <a:pt x="9667" y="2708"/>
                  <a:pt x="9663" y="2705"/>
                </a:cubicBezTo>
                <a:cubicBezTo>
                  <a:pt x="9652" y="2694"/>
                  <a:pt x="9652" y="2676"/>
                  <a:pt x="9663" y="2666"/>
                </a:cubicBezTo>
                <a:lnTo>
                  <a:pt x="9906" y="2423"/>
                </a:lnTo>
                <a:cubicBezTo>
                  <a:pt x="9917" y="2412"/>
                  <a:pt x="9934" y="2412"/>
                  <a:pt x="9945" y="2423"/>
                </a:cubicBezTo>
                <a:cubicBezTo>
                  <a:pt x="9955" y="2434"/>
                  <a:pt x="9955" y="2451"/>
                  <a:pt x="9945" y="2462"/>
                </a:cubicBezTo>
                <a:lnTo>
                  <a:pt x="9702" y="2705"/>
                </a:lnTo>
                <a:cubicBezTo>
                  <a:pt x="9695" y="2712"/>
                  <a:pt x="9688" y="2712"/>
                  <a:pt x="9681" y="2712"/>
                </a:cubicBezTo>
                <a:close/>
                <a:moveTo>
                  <a:pt x="9198" y="2712"/>
                </a:moveTo>
                <a:cubicBezTo>
                  <a:pt x="9191" y="2712"/>
                  <a:pt x="9184" y="2708"/>
                  <a:pt x="9180" y="2705"/>
                </a:cubicBezTo>
                <a:cubicBezTo>
                  <a:pt x="9170" y="2694"/>
                  <a:pt x="9170" y="2676"/>
                  <a:pt x="9180" y="2666"/>
                </a:cubicBezTo>
                <a:lnTo>
                  <a:pt x="9420" y="2423"/>
                </a:lnTo>
                <a:cubicBezTo>
                  <a:pt x="9431" y="2412"/>
                  <a:pt x="9448" y="2412"/>
                  <a:pt x="9459" y="2423"/>
                </a:cubicBezTo>
                <a:cubicBezTo>
                  <a:pt x="9469" y="2434"/>
                  <a:pt x="9469" y="2451"/>
                  <a:pt x="9459" y="2462"/>
                </a:cubicBezTo>
                <a:lnTo>
                  <a:pt x="9216" y="2705"/>
                </a:lnTo>
                <a:cubicBezTo>
                  <a:pt x="9212" y="2712"/>
                  <a:pt x="9205" y="2712"/>
                  <a:pt x="9198" y="2712"/>
                </a:cubicBezTo>
                <a:close/>
                <a:moveTo>
                  <a:pt x="8715" y="2712"/>
                </a:moveTo>
                <a:cubicBezTo>
                  <a:pt x="8708" y="2712"/>
                  <a:pt x="8701" y="2708"/>
                  <a:pt x="8698" y="2705"/>
                </a:cubicBezTo>
                <a:cubicBezTo>
                  <a:pt x="8687" y="2694"/>
                  <a:pt x="8687" y="2676"/>
                  <a:pt x="8698" y="2666"/>
                </a:cubicBezTo>
                <a:lnTo>
                  <a:pt x="8941" y="2423"/>
                </a:lnTo>
                <a:cubicBezTo>
                  <a:pt x="8951" y="2412"/>
                  <a:pt x="8969" y="2412"/>
                  <a:pt x="8980" y="2423"/>
                </a:cubicBezTo>
                <a:cubicBezTo>
                  <a:pt x="8990" y="2434"/>
                  <a:pt x="8990" y="2451"/>
                  <a:pt x="8980" y="2462"/>
                </a:cubicBezTo>
                <a:lnTo>
                  <a:pt x="8737" y="2705"/>
                </a:lnTo>
                <a:cubicBezTo>
                  <a:pt x="8730" y="2712"/>
                  <a:pt x="8722" y="2712"/>
                  <a:pt x="8715" y="2712"/>
                </a:cubicBezTo>
                <a:close/>
                <a:moveTo>
                  <a:pt x="8233" y="2712"/>
                </a:moveTo>
                <a:cubicBezTo>
                  <a:pt x="8226" y="2712"/>
                  <a:pt x="8219" y="2708"/>
                  <a:pt x="8215" y="2705"/>
                </a:cubicBezTo>
                <a:cubicBezTo>
                  <a:pt x="8205" y="2694"/>
                  <a:pt x="8205" y="2676"/>
                  <a:pt x="8215" y="2666"/>
                </a:cubicBezTo>
                <a:lnTo>
                  <a:pt x="8458" y="2423"/>
                </a:lnTo>
                <a:cubicBezTo>
                  <a:pt x="8469" y="2412"/>
                  <a:pt x="8486" y="2412"/>
                  <a:pt x="8497" y="2423"/>
                </a:cubicBezTo>
                <a:cubicBezTo>
                  <a:pt x="8508" y="2434"/>
                  <a:pt x="8508" y="2451"/>
                  <a:pt x="8497" y="2462"/>
                </a:cubicBezTo>
                <a:lnTo>
                  <a:pt x="8257" y="2705"/>
                </a:lnTo>
                <a:cubicBezTo>
                  <a:pt x="8247" y="2712"/>
                  <a:pt x="8240" y="2712"/>
                  <a:pt x="8233" y="2712"/>
                </a:cubicBezTo>
                <a:close/>
                <a:moveTo>
                  <a:pt x="7750" y="2712"/>
                </a:moveTo>
                <a:cubicBezTo>
                  <a:pt x="7743" y="2712"/>
                  <a:pt x="7736" y="2708"/>
                  <a:pt x="7733" y="2705"/>
                </a:cubicBezTo>
                <a:cubicBezTo>
                  <a:pt x="7722" y="2694"/>
                  <a:pt x="7722" y="2676"/>
                  <a:pt x="7733" y="2666"/>
                </a:cubicBezTo>
                <a:lnTo>
                  <a:pt x="7976" y="2423"/>
                </a:lnTo>
                <a:cubicBezTo>
                  <a:pt x="7986" y="2412"/>
                  <a:pt x="8004" y="2412"/>
                  <a:pt x="8014" y="2423"/>
                </a:cubicBezTo>
                <a:cubicBezTo>
                  <a:pt x="8025" y="2434"/>
                  <a:pt x="8025" y="2451"/>
                  <a:pt x="8014" y="2462"/>
                </a:cubicBezTo>
                <a:lnTo>
                  <a:pt x="7771" y="2705"/>
                </a:lnTo>
                <a:cubicBezTo>
                  <a:pt x="7764" y="2712"/>
                  <a:pt x="7757" y="2712"/>
                  <a:pt x="7750" y="2712"/>
                </a:cubicBezTo>
                <a:close/>
                <a:moveTo>
                  <a:pt x="6785" y="2712"/>
                </a:moveTo>
                <a:cubicBezTo>
                  <a:pt x="6778" y="2712"/>
                  <a:pt x="6771" y="2708"/>
                  <a:pt x="6767" y="2705"/>
                </a:cubicBezTo>
                <a:cubicBezTo>
                  <a:pt x="6757" y="2694"/>
                  <a:pt x="6757" y="2676"/>
                  <a:pt x="6767" y="2666"/>
                </a:cubicBezTo>
                <a:lnTo>
                  <a:pt x="7010" y="2423"/>
                </a:lnTo>
                <a:cubicBezTo>
                  <a:pt x="7021" y="2412"/>
                  <a:pt x="7039" y="2412"/>
                  <a:pt x="7049" y="2423"/>
                </a:cubicBezTo>
                <a:cubicBezTo>
                  <a:pt x="7060" y="2434"/>
                  <a:pt x="7060" y="2451"/>
                  <a:pt x="7049" y="2462"/>
                </a:cubicBezTo>
                <a:lnTo>
                  <a:pt x="6806" y="2705"/>
                </a:lnTo>
                <a:cubicBezTo>
                  <a:pt x="6799" y="2712"/>
                  <a:pt x="6792" y="2712"/>
                  <a:pt x="6785" y="2712"/>
                </a:cubicBezTo>
                <a:close/>
                <a:moveTo>
                  <a:pt x="6302" y="2712"/>
                </a:moveTo>
                <a:cubicBezTo>
                  <a:pt x="6295" y="2712"/>
                  <a:pt x="6288" y="2708"/>
                  <a:pt x="6285" y="2705"/>
                </a:cubicBezTo>
                <a:cubicBezTo>
                  <a:pt x="6274" y="2694"/>
                  <a:pt x="6274" y="2676"/>
                  <a:pt x="6285" y="2666"/>
                </a:cubicBezTo>
                <a:lnTo>
                  <a:pt x="6528" y="2423"/>
                </a:lnTo>
                <a:cubicBezTo>
                  <a:pt x="6538" y="2412"/>
                  <a:pt x="6556" y="2412"/>
                  <a:pt x="6566" y="2423"/>
                </a:cubicBezTo>
                <a:cubicBezTo>
                  <a:pt x="6577" y="2434"/>
                  <a:pt x="6577" y="2451"/>
                  <a:pt x="6566" y="2462"/>
                </a:cubicBezTo>
                <a:lnTo>
                  <a:pt x="6323" y="2705"/>
                </a:lnTo>
                <a:cubicBezTo>
                  <a:pt x="6316" y="2712"/>
                  <a:pt x="6309" y="2712"/>
                  <a:pt x="6302" y="2712"/>
                </a:cubicBezTo>
                <a:close/>
                <a:moveTo>
                  <a:pt x="5820" y="2712"/>
                </a:moveTo>
                <a:cubicBezTo>
                  <a:pt x="5813" y="2712"/>
                  <a:pt x="5806" y="2708"/>
                  <a:pt x="5802" y="2705"/>
                </a:cubicBezTo>
                <a:cubicBezTo>
                  <a:pt x="5791" y="2694"/>
                  <a:pt x="5791" y="2676"/>
                  <a:pt x="5802" y="2666"/>
                </a:cubicBezTo>
                <a:lnTo>
                  <a:pt x="6045" y="2423"/>
                </a:lnTo>
                <a:cubicBezTo>
                  <a:pt x="6056" y="2412"/>
                  <a:pt x="6073" y="2412"/>
                  <a:pt x="6084" y="2423"/>
                </a:cubicBezTo>
                <a:cubicBezTo>
                  <a:pt x="6094" y="2434"/>
                  <a:pt x="6094" y="2451"/>
                  <a:pt x="6084" y="2462"/>
                </a:cubicBezTo>
                <a:lnTo>
                  <a:pt x="5841" y="2705"/>
                </a:lnTo>
                <a:cubicBezTo>
                  <a:pt x="5834" y="2712"/>
                  <a:pt x="5827" y="2712"/>
                  <a:pt x="5820" y="2712"/>
                </a:cubicBezTo>
                <a:close/>
                <a:moveTo>
                  <a:pt x="5337" y="2712"/>
                </a:moveTo>
                <a:cubicBezTo>
                  <a:pt x="5330" y="2712"/>
                  <a:pt x="5323" y="2708"/>
                  <a:pt x="5319" y="2705"/>
                </a:cubicBezTo>
                <a:cubicBezTo>
                  <a:pt x="5309" y="2694"/>
                  <a:pt x="5309" y="2676"/>
                  <a:pt x="5319" y="2666"/>
                </a:cubicBezTo>
                <a:lnTo>
                  <a:pt x="5562" y="2423"/>
                </a:lnTo>
                <a:cubicBezTo>
                  <a:pt x="5573" y="2412"/>
                  <a:pt x="5591" y="2412"/>
                  <a:pt x="5601" y="2423"/>
                </a:cubicBezTo>
                <a:cubicBezTo>
                  <a:pt x="5612" y="2434"/>
                  <a:pt x="5612" y="2451"/>
                  <a:pt x="5601" y="2462"/>
                </a:cubicBezTo>
                <a:lnTo>
                  <a:pt x="5358" y="2705"/>
                </a:lnTo>
                <a:cubicBezTo>
                  <a:pt x="5351" y="2712"/>
                  <a:pt x="5344" y="2712"/>
                  <a:pt x="5337" y="2712"/>
                </a:cubicBezTo>
                <a:close/>
                <a:moveTo>
                  <a:pt x="1959" y="2712"/>
                </a:moveTo>
                <a:cubicBezTo>
                  <a:pt x="1951" y="2712"/>
                  <a:pt x="1944" y="2708"/>
                  <a:pt x="1941" y="2705"/>
                </a:cubicBezTo>
                <a:cubicBezTo>
                  <a:pt x="1930" y="2694"/>
                  <a:pt x="1930" y="2676"/>
                  <a:pt x="1941" y="2666"/>
                </a:cubicBezTo>
                <a:lnTo>
                  <a:pt x="2184" y="2423"/>
                </a:lnTo>
                <a:cubicBezTo>
                  <a:pt x="2195" y="2412"/>
                  <a:pt x="2212" y="2412"/>
                  <a:pt x="2223" y="2423"/>
                </a:cubicBezTo>
                <a:cubicBezTo>
                  <a:pt x="2233" y="2434"/>
                  <a:pt x="2233" y="2451"/>
                  <a:pt x="2223" y="2462"/>
                </a:cubicBezTo>
                <a:lnTo>
                  <a:pt x="1980" y="2705"/>
                </a:lnTo>
                <a:cubicBezTo>
                  <a:pt x="1969" y="2712"/>
                  <a:pt x="1966" y="2712"/>
                  <a:pt x="1959" y="2712"/>
                </a:cubicBezTo>
                <a:close/>
                <a:moveTo>
                  <a:pt x="1476" y="2712"/>
                </a:moveTo>
                <a:cubicBezTo>
                  <a:pt x="1469" y="2712"/>
                  <a:pt x="1462" y="2708"/>
                  <a:pt x="1458" y="2705"/>
                </a:cubicBezTo>
                <a:cubicBezTo>
                  <a:pt x="1448" y="2694"/>
                  <a:pt x="1448" y="2676"/>
                  <a:pt x="1458" y="2666"/>
                </a:cubicBezTo>
                <a:lnTo>
                  <a:pt x="1701" y="2423"/>
                </a:lnTo>
                <a:cubicBezTo>
                  <a:pt x="1712" y="2412"/>
                  <a:pt x="1729" y="2412"/>
                  <a:pt x="1740" y="2423"/>
                </a:cubicBezTo>
                <a:cubicBezTo>
                  <a:pt x="1750" y="2434"/>
                  <a:pt x="1751" y="2451"/>
                  <a:pt x="1740" y="2462"/>
                </a:cubicBezTo>
                <a:lnTo>
                  <a:pt x="1497" y="2705"/>
                </a:lnTo>
                <a:cubicBezTo>
                  <a:pt x="1486" y="2712"/>
                  <a:pt x="1483" y="2712"/>
                  <a:pt x="1476" y="2712"/>
                </a:cubicBezTo>
                <a:close/>
                <a:moveTo>
                  <a:pt x="993" y="2712"/>
                </a:moveTo>
                <a:cubicBezTo>
                  <a:pt x="986" y="2712"/>
                  <a:pt x="979" y="2708"/>
                  <a:pt x="976" y="2705"/>
                </a:cubicBezTo>
                <a:cubicBezTo>
                  <a:pt x="965" y="2694"/>
                  <a:pt x="965" y="2676"/>
                  <a:pt x="976" y="2666"/>
                </a:cubicBezTo>
                <a:lnTo>
                  <a:pt x="1219" y="2423"/>
                </a:lnTo>
                <a:cubicBezTo>
                  <a:pt x="1229" y="2412"/>
                  <a:pt x="1247" y="2412"/>
                  <a:pt x="1257" y="2423"/>
                </a:cubicBezTo>
                <a:cubicBezTo>
                  <a:pt x="1268" y="2434"/>
                  <a:pt x="1268" y="2451"/>
                  <a:pt x="1257" y="2462"/>
                </a:cubicBezTo>
                <a:lnTo>
                  <a:pt x="1014" y="2705"/>
                </a:lnTo>
                <a:cubicBezTo>
                  <a:pt x="1004" y="2712"/>
                  <a:pt x="1000" y="2712"/>
                  <a:pt x="993" y="2712"/>
                </a:cubicBezTo>
                <a:close/>
                <a:moveTo>
                  <a:pt x="511" y="2712"/>
                </a:moveTo>
                <a:cubicBezTo>
                  <a:pt x="504" y="2712"/>
                  <a:pt x="497" y="2708"/>
                  <a:pt x="493" y="2705"/>
                </a:cubicBezTo>
                <a:cubicBezTo>
                  <a:pt x="482" y="2694"/>
                  <a:pt x="482" y="2676"/>
                  <a:pt x="493" y="2666"/>
                </a:cubicBezTo>
                <a:lnTo>
                  <a:pt x="736" y="2423"/>
                </a:lnTo>
                <a:cubicBezTo>
                  <a:pt x="747" y="2412"/>
                  <a:pt x="764" y="2412"/>
                  <a:pt x="775" y="2423"/>
                </a:cubicBezTo>
                <a:cubicBezTo>
                  <a:pt x="785" y="2434"/>
                  <a:pt x="785" y="2451"/>
                  <a:pt x="775" y="2462"/>
                </a:cubicBezTo>
                <a:lnTo>
                  <a:pt x="532" y="2705"/>
                </a:lnTo>
                <a:cubicBezTo>
                  <a:pt x="521" y="2712"/>
                  <a:pt x="514" y="2712"/>
                  <a:pt x="511" y="2712"/>
                </a:cubicBezTo>
                <a:close/>
                <a:moveTo>
                  <a:pt x="28" y="2712"/>
                </a:moveTo>
                <a:cubicBezTo>
                  <a:pt x="21" y="2712"/>
                  <a:pt x="14" y="2708"/>
                  <a:pt x="10" y="2705"/>
                </a:cubicBezTo>
                <a:cubicBezTo>
                  <a:pt x="0" y="2694"/>
                  <a:pt x="0" y="2676"/>
                  <a:pt x="10" y="2666"/>
                </a:cubicBezTo>
                <a:lnTo>
                  <a:pt x="253" y="2423"/>
                </a:lnTo>
                <a:cubicBezTo>
                  <a:pt x="264" y="2412"/>
                  <a:pt x="282" y="2412"/>
                  <a:pt x="292" y="2423"/>
                </a:cubicBezTo>
                <a:cubicBezTo>
                  <a:pt x="303" y="2434"/>
                  <a:pt x="303" y="2451"/>
                  <a:pt x="292" y="2462"/>
                </a:cubicBezTo>
                <a:lnTo>
                  <a:pt x="49" y="2705"/>
                </a:lnTo>
                <a:cubicBezTo>
                  <a:pt x="39" y="2712"/>
                  <a:pt x="31" y="2712"/>
                  <a:pt x="28" y="2712"/>
                </a:cubicBezTo>
                <a:close/>
                <a:moveTo>
                  <a:pt x="23193" y="2229"/>
                </a:moveTo>
                <a:cubicBezTo>
                  <a:pt x="23186" y="2229"/>
                  <a:pt x="23180" y="2226"/>
                  <a:pt x="23176" y="2222"/>
                </a:cubicBezTo>
                <a:cubicBezTo>
                  <a:pt x="23166" y="2212"/>
                  <a:pt x="23165" y="2194"/>
                  <a:pt x="23176" y="2184"/>
                </a:cubicBezTo>
                <a:lnTo>
                  <a:pt x="23419" y="1941"/>
                </a:lnTo>
                <a:cubicBezTo>
                  <a:pt x="23430" y="1930"/>
                  <a:pt x="23447" y="1930"/>
                  <a:pt x="23458" y="1941"/>
                </a:cubicBezTo>
                <a:cubicBezTo>
                  <a:pt x="23468" y="1951"/>
                  <a:pt x="23468" y="1969"/>
                  <a:pt x="23458" y="1979"/>
                </a:cubicBezTo>
                <a:lnTo>
                  <a:pt x="23215" y="2219"/>
                </a:lnTo>
                <a:cubicBezTo>
                  <a:pt x="23208" y="2229"/>
                  <a:pt x="23201" y="2229"/>
                  <a:pt x="23193" y="2229"/>
                </a:cubicBezTo>
                <a:close/>
                <a:moveTo>
                  <a:pt x="22711" y="2229"/>
                </a:moveTo>
                <a:cubicBezTo>
                  <a:pt x="22704" y="2229"/>
                  <a:pt x="22697" y="2226"/>
                  <a:pt x="22693" y="2222"/>
                </a:cubicBezTo>
                <a:cubicBezTo>
                  <a:pt x="22683" y="2212"/>
                  <a:pt x="22683" y="2194"/>
                  <a:pt x="22693" y="2184"/>
                </a:cubicBezTo>
                <a:lnTo>
                  <a:pt x="22936" y="1941"/>
                </a:lnTo>
                <a:cubicBezTo>
                  <a:pt x="22947" y="1930"/>
                  <a:pt x="22964" y="1930"/>
                  <a:pt x="22975" y="1941"/>
                </a:cubicBezTo>
                <a:cubicBezTo>
                  <a:pt x="22986" y="1951"/>
                  <a:pt x="22986" y="1969"/>
                  <a:pt x="22975" y="1979"/>
                </a:cubicBezTo>
                <a:lnTo>
                  <a:pt x="22732" y="2222"/>
                </a:lnTo>
                <a:cubicBezTo>
                  <a:pt x="22725" y="2229"/>
                  <a:pt x="22718" y="2229"/>
                  <a:pt x="22711" y="2229"/>
                </a:cubicBezTo>
                <a:close/>
                <a:moveTo>
                  <a:pt x="22228" y="2229"/>
                </a:moveTo>
                <a:cubicBezTo>
                  <a:pt x="22221" y="2229"/>
                  <a:pt x="22215" y="2226"/>
                  <a:pt x="22211" y="2222"/>
                </a:cubicBezTo>
                <a:cubicBezTo>
                  <a:pt x="22201" y="2212"/>
                  <a:pt x="22200" y="2194"/>
                  <a:pt x="22211" y="2184"/>
                </a:cubicBezTo>
                <a:lnTo>
                  <a:pt x="22454" y="1941"/>
                </a:lnTo>
                <a:cubicBezTo>
                  <a:pt x="22464" y="1930"/>
                  <a:pt x="22482" y="1930"/>
                  <a:pt x="22492" y="1941"/>
                </a:cubicBezTo>
                <a:cubicBezTo>
                  <a:pt x="22503" y="1951"/>
                  <a:pt x="22503" y="1969"/>
                  <a:pt x="22492" y="1979"/>
                </a:cubicBezTo>
                <a:lnTo>
                  <a:pt x="22249" y="2219"/>
                </a:lnTo>
                <a:cubicBezTo>
                  <a:pt x="22242" y="2229"/>
                  <a:pt x="22235" y="2229"/>
                  <a:pt x="22228" y="2229"/>
                </a:cubicBezTo>
                <a:close/>
                <a:moveTo>
                  <a:pt x="21746" y="2229"/>
                </a:moveTo>
                <a:cubicBezTo>
                  <a:pt x="21739" y="2229"/>
                  <a:pt x="21732" y="2226"/>
                  <a:pt x="21728" y="2222"/>
                </a:cubicBezTo>
                <a:cubicBezTo>
                  <a:pt x="21718" y="2212"/>
                  <a:pt x="21717" y="2194"/>
                  <a:pt x="21728" y="2184"/>
                </a:cubicBezTo>
                <a:lnTo>
                  <a:pt x="21968" y="1941"/>
                </a:lnTo>
                <a:cubicBezTo>
                  <a:pt x="21978" y="1930"/>
                  <a:pt x="21996" y="1930"/>
                  <a:pt x="22006" y="1941"/>
                </a:cubicBezTo>
                <a:cubicBezTo>
                  <a:pt x="22017" y="1951"/>
                  <a:pt x="22017" y="1969"/>
                  <a:pt x="22006" y="1979"/>
                </a:cubicBezTo>
                <a:lnTo>
                  <a:pt x="21763" y="2222"/>
                </a:lnTo>
                <a:cubicBezTo>
                  <a:pt x="21760" y="2229"/>
                  <a:pt x="21753" y="2229"/>
                  <a:pt x="21746" y="2229"/>
                </a:cubicBezTo>
                <a:close/>
                <a:moveTo>
                  <a:pt x="21263" y="2229"/>
                </a:moveTo>
                <a:cubicBezTo>
                  <a:pt x="21256" y="2229"/>
                  <a:pt x="21249" y="2226"/>
                  <a:pt x="21245" y="2222"/>
                </a:cubicBezTo>
                <a:cubicBezTo>
                  <a:pt x="21235" y="2212"/>
                  <a:pt x="21235" y="2194"/>
                  <a:pt x="21245" y="2184"/>
                </a:cubicBezTo>
                <a:lnTo>
                  <a:pt x="21488" y="1941"/>
                </a:lnTo>
                <a:cubicBezTo>
                  <a:pt x="21499" y="1930"/>
                  <a:pt x="21517" y="1930"/>
                  <a:pt x="21527" y="1941"/>
                </a:cubicBezTo>
                <a:cubicBezTo>
                  <a:pt x="21538" y="1951"/>
                  <a:pt x="21538" y="1969"/>
                  <a:pt x="21527" y="1979"/>
                </a:cubicBezTo>
                <a:lnTo>
                  <a:pt x="21284" y="2219"/>
                </a:lnTo>
                <a:cubicBezTo>
                  <a:pt x="21277" y="2229"/>
                  <a:pt x="21270" y="2229"/>
                  <a:pt x="21263" y="2229"/>
                </a:cubicBezTo>
                <a:close/>
                <a:moveTo>
                  <a:pt x="20780" y="2229"/>
                </a:moveTo>
                <a:cubicBezTo>
                  <a:pt x="20773" y="2229"/>
                  <a:pt x="20767" y="2226"/>
                  <a:pt x="20763" y="2222"/>
                </a:cubicBezTo>
                <a:cubicBezTo>
                  <a:pt x="20753" y="2212"/>
                  <a:pt x="20752" y="2194"/>
                  <a:pt x="20763" y="2184"/>
                </a:cubicBezTo>
                <a:lnTo>
                  <a:pt x="21006" y="1941"/>
                </a:lnTo>
                <a:cubicBezTo>
                  <a:pt x="21016" y="1930"/>
                  <a:pt x="21034" y="1930"/>
                  <a:pt x="21045" y="1941"/>
                </a:cubicBezTo>
                <a:cubicBezTo>
                  <a:pt x="21055" y="1951"/>
                  <a:pt x="21055" y="1969"/>
                  <a:pt x="21045" y="1979"/>
                </a:cubicBezTo>
                <a:lnTo>
                  <a:pt x="20805" y="2222"/>
                </a:lnTo>
                <a:cubicBezTo>
                  <a:pt x="20794" y="2229"/>
                  <a:pt x="20787" y="2229"/>
                  <a:pt x="20780" y="2229"/>
                </a:cubicBezTo>
                <a:close/>
                <a:moveTo>
                  <a:pt x="20298" y="2229"/>
                </a:moveTo>
                <a:cubicBezTo>
                  <a:pt x="20291" y="2229"/>
                  <a:pt x="20284" y="2226"/>
                  <a:pt x="20280" y="2222"/>
                </a:cubicBezTo>
                <a:cubicBezTo>
                  <a:pt x="20269" y="2212"/>
                  <a:pt x="20269" y="2194"/>
                  <a:pt x="20280" y="2184"/>
                </a:cubicBezTo>
                <a:lnTo>
                  <a:pt x="20523" y="1941"/>
                </a:lnTo>
                <a:cubicBezTo>
                  <a:pt x="20534" y="1930"/>
                  <a:pt x="20551" y="1930"/>
                  <a:pt x="20562" y="1941"/>
                </a:cubicBezTo>
                <a:cubicBezTo>
                  <a:pt x="20572" y="1951"/>
                  <a:pt x="20572" y="1969"/>
                  <a:pt x="20562" y="1979"/>
                </a:cubicBezTo>
                <a:lnTo>
                  <a:pt x="20319" y="2222"/>
                </a:lnTo>
                <a:cubicBezTo>
                  <a:pt x="20312" y="2229"/>
                  <a:pt x="20305" y="2229"/>
                  <a:pt x="20298" y="2229"/>
                </a:cubicBezTo>
                <a:close/>
                <a:moveTo>
                  <a:pt x="19815" y="2229"/>
                </a:moveTo>
                <a:cubicBezTo>
                  <a:pt x="19808" y="2229"/>
                  <a:pt x="19801" y="2226"/>
                  <a:pt x="19797" y="2222"/>
                </a:cubicBezTo>
                <a:cubicBezTo>
                  <a:pt x="19787" y="2212"/>
                  <a:pt x="19787" y="2194"/>
                  <a:pt x="19797" y="2184"/>
                </a:cubicBezTo>
                <a:lnTo>
                  <a:pt x="20037" y="1941"/>
                </a:lnTo>
                <a:cubicBezTo>
                  <a:pt x="20048" y="1930"/>
                  <a:pt x="20065" y="1930"/>
                  <a:pt x="20076" y="1941"/>
                </a:cubicBezTo>
                <a:cubicBezTo>
                  <a:pt x="20086" y="1951"/>
                  <a:pt x="20086" y="1969"/>
                  <a:pt x="20076" y="1979"/>
                </a:cubicBezTo>
                <a:lnTo>
                  <a:pt x="19833" y="2222"/>
                </a:lnTo>
                <a:cubicBezTo>
                  <a:pt x="19829" y="2229"/>
                  <a:pt x="19822" y="2229"/>
                  <a:pt x="19815" y="2229"/>
                </a:cubicBezTo>
                <a:close/>
                <a:moveTo>
                  <a:pt x="19332" y="2229"/>
                </a:moveTo>
                <a:cubicBezTo>
                  <a:pt x="19325" y="2229"/>
                  <a:pt x="19319" y="2226"/>
                  <a:pt x="19315" y="2222"/>
                </a:cubicBezTo>
                <a:cubicBezTo>
                  <a:pt x="19305" y="2212"/>
                  <a:pt x="19304" y="2194"/>
                  <a:pt x="19315" y="2184"/>
                </a:cubicBezTo>
                <a:lnTo>
                  <a:pt x="19558" y="1941"/>
                </a:lnTo>
                <a:cubicBezTo>
                  <a:pt x="19568" y="1930"/>
                  <a:pt x="19586" y="1930"/>
                  <a:pt x="19597" y="1941"/>
                </a:cubicBezTo>
                <a:cubicBezTo>
                  <a:pt x="19607" y="1951"/>
                  <a:pt x="19607" y="1969"/>
                  <a:pt x="19597" y="1979"/>
                </a:cubicBezTo>
                <a:lnTo>
                  <a:pt x="19354" y="2222"/>
                </a:lnTo>
                <a:cubicBezTo>
                  <a:pt x="19346" y="2229"/>
                  <a:pt x="19339" y="2229"/>
                  <a:pt x="19332" y="2229"/>
                </a:cubicBezTo>
                <a:close/>
                <a:moveTo>
                  <a:pt x="18850" y="2229"/>
                </a:moveTo>
                <a:cubicBezTo>
                  <a:pt x="18843" y="2229"/>
                  <a:pt x="18836" y="2226"/>
                  <a:pt x="18832" y="2222"/>
                </a:cubicBezTo>
                <a:cubicBezTo>
                  <a:pt x="18822" y="2212"/>
                  <a:pt x="18822" y="2194"/>
                  <a:pt x="18832" y="2184"/>
                </a:cubicBezTo>
                <a:lnTo>
                  <a:pt x="19075" y="1941"/>
                </a:lnTo>
                <a:cubicBezTo>
                  <a:pt x="19086" y="1930"/>
                  <a:pt x="19103" y="1930"/>
                  <a:pt x="19114" y="1941"/>
                </a:cubicBezTo>
                <a:cubicBezTo>
                  <a:pt x="19125" y="1951"/>
                  <a:pt x="19125" y="1969"/>
                  <a:pt x="19114" y="1979"/>
                </a:cubicBezTo>
                <a:lnTo>
                  <a:pt x="18874" y="2222"/>
                </a:lnTo>
                <a:cubicBezTo>
                  <a:pt x="18864" y="2229"/>
                  <a:pt x="18857" y="2229"/>
                  <a:pt x="18850" y="2229"/>
                </a:cubicBezTo>
                <a:close/>
                <a:moveTo>
                  <a:pt x="18367" y="2229"/>
                </a:moveTo>
                <a:cubicBezTo>
                  <a:pt x="18360" y="2229"/>
                  <a:pt x="18354" y="2226"/>
                  <a:pt x="18350" y="2222"/>
                </a:cubicBezTo>
                <a:cubicBezTo>
                  <a:pt x="18340" y="2212"/>
                  <a:pt x="18339" y="2194"/>
                  <a:pt x="18350" y="2184"/>
                </a:cubicBezTo>
                <a:lnTo>
                  <a:pt x="18593" y="1941"/>
                </a:lnTo>
                <a:cubicBezTo>
                  <a:pt x="18603" y="1930"/>
                  <a:pt x="18621" y="1930"/>
                  <a:pt x="18631" y="1941"/>
                </a:cubicBezTo>
                <a:cubicBezTo>
                  <a:pt x="18642" y="1951"/>
                  <a:pt x="18642" y="1969"/>
                  <a:pt x="18631" y="1979"/>
                </a:cubicBezTo>
                <a:lnTo>
                  <a:pt x="18388" y="2222"/>
                </a:lnTo>
                <a:cubicBezTo>
                  <a:pt x="18381" y="2229"/>
                  <a:pt x="18374" y="2229"/>
                  <a:pt x="18367" y="2229"/>
                </a:cubicBezTo>
                <a:close/>
                <a:moveTo>
                  <a:pt x="17884" y="2229"/>
                </a:moveTo>
                <a:cubicBezTo>
                  <a:pt x="17877" y="2229"/>
                  <a:pt x="17871" y="2226"/>
                  <a:pt x="17867" y="2222"/>
                </a:cubicBezTo>
                <a:cubicBezTo>
                  <a:pt x="17857" y="2212"/>
                  <a:pt x="17856" y="2194"/>
                  <a:pt x="17867" y="2184"/>
                </a:cubicBezTo>
                <a:lnTo>
                  <a:pt x="18110" y="1941"/>
                </a:lnTo>
                <a:cubicBezTo>
                  <a:pt x="18121" y="1930"/>
                  <a:pt x="18138" y="1930"/>
                  <a:pt x="18149" y="1941"/>
                </a:cubicBezTo>
                <a:cubicBezTo>
                  <a:pt x="18159" y="1951"/>
                  <a:pt x="18159" y="1969"/>
                  <a:pt x="18149" y="1979"/>
                </a:cubicBezTo>
                <a:lnTo>
                  <a:pt x="17906" y="2219"/>
                </a:lnTo>
                <a:cubicBezTo>
                  <a:pt x="17899" y="2229"/>
                  <a:pt x="17892" y="2229"/>
                  <a:pt x="17884" y="2229"/>
                </a:cubicBezTo>
                <a:close/>
                <a:moveTo>
                  <a:pt x="17402" y="2229"/>
                </a:moveTo>
                <a:cubicBezTo>
                  <a:pt x="17395" y="2229"/>
                  <a:pt x="17388" y="2226"/>
                  <a:pt x="17384" y="2222"/>
                </a:cubicBezTo>
                <a:cubicBezTo>
                  <a:pt x="17374" y="2212"/>
                  <a:pt x="17374" y="2194"/>
                  <a:pt x="17384" y="2184"/>
                </a:cubicBezTo>
                <a:lnTo>
                  <a:pt x="17627" y="1941"/>
                </a:lnTo>
                <a:cubicBezTo>
                  <a:pt x="17638" y="1930"/>
                  <a:pt x="17655" y="1930"/>
                  <a:pt x="17666" y="1941"/>
                </a:cubicBezTo>
                <a:cubicBezTo>
                  <a:pt x="17677" y="1951"/>
                  <a:pt x="17677" y="1969"/>
                  <a:pt x="17666" y="1979"/>
                </a:cubicBezTo>
                <a:lnTo>
                  <a:pt x="17423" y="2222"/>
                </a:lnTo>
                <a:cubicBezTo>
                  <a:pt x="17416" y="2229"/>
                  <a:pt x="17409" y="2229"/>
                  <a:pt x="17402" y="2229"/>
                </a:cubicBezTo>
                <a:close/>
                <a:moveTo>
                  <a:pt x="16919" y="2229"/>
                </a:moveTo>
                <a:cubicBezTo>
                  <a:pt x="16912" y="2229"/>
                  <a:pt x="16905" y="2226"/>
                  <a:pt x="16902" y="2222"/>
                </a:cubicBezTo>
                <a:cubicBezTo>
                  <a:pt x="16891" y="2212"/>
                  <a:pt x="16891" y="2194"/>
                  <a:pt x="16902" y="2184"/>
                </a:cubicBezTo>
                <a:lnTo>
                  <a:pt x="17145" y="1941"/>
                </a:lnTo>
                <a:cubicBezTo>
                  <a:pt x="17155" y="1930"/>
                  <a:pt x="17173" y="1930"/>
                  <a:pt x="17183" y="1941"/>
                </a:cubicBezTo>
                <a:cubicBezTo>
                  <a:pt x="17194" y="1951"/>
                  <a:pt x="17194" y="1969"/>
                  <a:pt x="17183" y="1979"/>
                </a:cubicBezTo>
                <a:lnTo>
                  <a:pt x="16940" y="2219"/>
                </a:lnTo>
                <a:cubicBezTo>
                  <a:pt x="16933" y="2229"/>
                  <a:pt x="16926" y="2229"/>
                  <a:pt x="16919" y="2229"/>
                </a:cubicBezTo>
                <a:close/>
                <a:moveTo>
                  <a:pt x="16437" y="2229"/>
                </a:moveTo>
                <a:cubicBezTo>
                  <a:pt x="16430" y="2229"/>
                  <a:pt x="16422" y="2226"/>
                  <a:pt x="16419" y="2222"/>
                </a:cubicBezTo>
                <a:cubicBezTo>
                  <a:pt x="16408" y="2212"/>
                  <a:pt x="16408" y="2194"/>
                  <a:pt x="16419" y="2184"/>
                </a:cubicBezTo>
                <a:lnTo>
                  <a:pt x="16662" y="1941"/>
                </a:lnTo>
                <a:cubicBezTo>
                  <a:pt x="16673" y="1930"/>
                  <a:pt x="16691" y="1931"/>
                  <a:pt x="16701" y="1941"/>
                </a:cubicBezTo>
                <a:cubicBezTo>
                  <a:pt x="16712" y="1952"/>
                  <a:pt x="16711" y="1969"/>
                  <a:pt x="16701" y="1979"/>
                </a:cubicBezTo>
                <a:lnTo>
                  <a:pt x="16458" y="2222"/>
                </a:lnTo>
                <a:cubicBezTo>
                  <a:pt x="16451" y="2229"/>
                  <a:pt x="16444" y="2229"/>
                  <a:pt x="16437" y="2229"/>
                </a:cubicBezTo>
                <a:close/>
                <a:moveTo>
                  <a:pt x="15954" y="2229"/>
                </a:moveTo>
                <a:cubicBezTo>
                  <a:pt x="15947" y="2229"/>
                  <a:pt x="15940" y="2226"/>
                  <a:pt x="15936" y="2222"/>
                </a:cubicBezTo>
                <a:cubicBezTo>
                  <a:pt x="15926" y="2212"/>
                  <a:pt x="15926" y="2194"/>
                  <a:pt x="15936" y="2184"/>
                </a:cubicBezTo>
                <a:lnTo>
                  <a:pt x="16179" y="1941"/>
                </a:lnTo>
                <a:cubicBezTo>
                  <a:pt x="16190" y="1930"/>
                  <a:pt x="16208" y="1931"/>
                  <a:pt x="16218" y="1941"/>
                </a:cubicBezTo>
                <a:cubicBezTo>
                  <a:pt x="16229" y="1952"/>
                  <a:pt x="16229" y="1969"/>
                  <a:pt x="16218" y="1979"/>
                </a:cubicBezTo>
                <a:lnTo>
                  <a:pt x="15975" y="2219"/>
                </a:lnTo>
                <a:cubicBezTo>
                  <a:pt x="15968" y="2229"/>
                  <a:pt x="15961" y="2229"/>
                  <a:pt x="15954" y="2229"/>
                </a:cubicBezTo>
                <a:close/>
                <a:moveTo>
                  <a:pt x="15471" y="2229"/>
                </a:moveTo>
                <a:cubicBezTo>
                  <a:pt x="15464" y="2229"/>
                  <a:pt x="15457" y="2226"/>
                  <a:pt x="15454" y="2222"/>
                </a:cubicBezTo>
                <a:cubicBezTo>
                  <a:pt x="15443" y="2212"/>
                  <a:pt x="15443" y="2194"/>
                  <a:pt x="15454" y="2184"/>
                </a:cubicBezTo>
                <a:lnTo>
                  <a:pt x="15693" y="1941"/>
                </a:lnTo>
                <a:cubicBezTo>
                  <a:pt x="15704" y="1930"/>
                  <a:pt x="15721" y="1931"/>
                  <a:pt x="15732" y="1941"/>
                </a:cubicBezTo>
                <a:cubicBezTo>
                  <a:pt x="15743" y="1952"/>
                  <a:pt x="15743" y="1969"/>
                  <a:pt x="15732" y="1979"/>
                </a:cubicBezTo>
                <a:lnTo>
                  <a:pt x="15489" y="2222"/>
                </a:lnTo>
                <a:cubicBezTo>
                  <a:pt x="15485" y="2229"/>
                  <a:pt x="15478" y="2229"/>
                  <a:pt x="15471" y="2229"/>
                </a:cubicBezTo>
                <a:close/>
                <a:moveTo>
                  <a:pt x="14989" y="2229"/>
                </a:moveTo>
                <a:cubicBezTo>
                  <a:pt x="14982" y="2229"/>
                  <a:pt x="14975" y="2226"/>
                  <a:pt x="14971" y="2222"/>
                </a:cubicBezTo>
                <a:cubicBezTo>
                  <a:pt x="14960" y="2212"/>
                  <a:pt x="14960" y="2194"/>
                  <a:pt x="14971" y="2184"/>
                </a:cubicBezTo>
                <a:lnTo>
                  <a:pt x="15214" y="1941"/>
                </a:lnTo>
                <a:cubicBezTo>
                  <a:pt x="15225" y="1930"/>
                  <a:pt x="15243" y="1931"/>
                  <a:pt x="15253" y="1941"/>
                </a:cubicBezTo>
                <a:cubicBezTo>
                  <a:pt x="15264" y="1952"/>
                  <a:pt x="15263" y="1969"/>
                  <a:pt x="15253" y="1979"/>
                </a:cubicBezTo>
                <a:lnTo>
                  <a:pt x="15010" y="2222"/>
                </a:lnTo>
                <a:cubicBezTo>
                  <a:pt x="15003" y="2229"/>
                  <a:pt x="14996" y="2229"/>
                  <a:pt x="14989" y="2229"/>
                </a:cubicBezTo>
                <a:close/>
                <a:moveTo>
                  <a:pt x="14506" y="2229"/>
                </a:moveTo>
                <a:cubicBezTo>
                  <a:pt x="14499" y="2229"/>
                  <a:pt x="14492" y="2226"/>
                  <a:pt x="14488" y="2222"/>
                </a:cubicBezTo>
                <a:cubicBezTo>
                  <a:pt x="14478" y="2212"/>
                  <a:pt x="14478" y="2194"/>
                  <a:pt x="14488" y="2184"/>
                </a:cubicBezTo>
                <a:lnTo>
                  <a:pt x="14731" y="1941"/>
                </a:lnTo>
                <a:cubicBezTo>
                  <a:pt x="14742" y="1930"/>
                  <a:pt x="14760" y="1931"/>
                  <a:pt x="14770" y="1941"/>
                </a:cubicBezTo>
                <a:cubicBezTo>
                  <a:pt x="14781" y="1952"/>
                  <a:pt x="14781" y="1969"/>
                  <a:pt x="14770" y="1979"/>
                </a:cubicBezTo>
                <a:lnTo>
                  <a:pt x="14531" y="2222"/>
                </a:lnTo>
                <a:cubicBezTo>
                  <a:pt x="14520" y="2229"/>
                  <a:pt x="14513" y="2229"/>
                  <a:pt x="14506" y="2229"/>
                </a:cubicBezTo>
                <a:close/>
                <a:moveTo>
                  <a:pt x="14023" y="2229"/>
                </a:moveTo>
                <a:cubicBezTo>
                  <a:pt x="14016" y="2229"/>
                  <a:pt x="14009" y="2226"/>
                  <a:pt x="14006" y="2222"/>
                </a:cubicBezTo>
                <a:cubicBezTo>
                  <a:pt x="13995" y="2212"/>
                  <a:pt x="13995" y="2194"/>
                  <a:pt x="14006" y="2184"/>
                </a:cubicBezTo>
                <a:lnTo>
                  <a:pt x="14249" y="1941"/>
                </a:lnTo>
                <a:cubicBezTo>
                  <a:pt x="14259" y="1930"/>
                  <a:pt x="14278" y="1931"/>
                  <a:pt x="14288" y="1941"/>
                </a:cubicBezTo>
                <a:cubicBezTo>
                  <a:pt x="14299" y="1952"/>
                  <a:pt x="14298" y="1969"/>
                  <a:pt x="14288" y="1979"/>
                </a:cubicBezTo>
                <a:lnTo>
                  <a:pt x="14045" y="2222"/>
                </a:lnTo>
                <a:cubicBezTo>
                  <a:pt x="14037" y="2229"/>
                  <a:pt x="14030" y="2229"/>
                  <a:pt x="14023" y="2229"/>
                </a:cubicBezTo>
                <a:close/>
                <a:moveTo>
                  <a:pt x="13541" y="2229"/>
                </a:moveTo>
                <a:cubicBezTo>
                  <a:pt x="13534" y="2229"/>
                  <a:pt x="13527" y="2226"/>
                  <a:pt x="13523" y="2222"/>
                </a:cubicBezTo>
                <a:cubicBezTo>
                  <a:pt x="13513" y="2212"/>
                  <a:pt x="13513" y="2194"/>
                  <a:pt x="13523" y="2184"/>
                </a:cubicBezTo>
                <a:lnTo>
                  <a:pt x="13763" y="1941"/>
                </a:lnTo>
                <a:cubicBezTo>
                  <a:pt x="13773" y="1930"/>
                  <a:pt x="13791" y="1931"/>
                  <a:pt x="13801" y="1941"/>
                </a:cubicBezTo>
                <a:cubicBezTo>
                  <a:pt x="13812" y="1952"/>
                  <a:pt x="13812" y="1969"/>
                  <a:pt x="13801" y="1979"/>
                </a:cubicBezTo>
                <a:lnTo>
                  <a:pt x="13558" y="2222"/>
                </a:lnTo>
                <a:cubicBezTo>
                  <a:pt x="13555" y="2229"/>
                  <a:pt x="13548" y="2229"/>
                  <a:pt x="13541" y="2229"/>
                </a:cubicBezTo>
                <a:close/>
                <a:moveTo>
                  <a:pt x="13058" y="2229"/>
                </a:moveTo>
                <a:cubicBezTo>
                  <a:pt x="13051" y="2229"/>
                  <a:pt x="13044" y="2226"/>
                  <a:pt x="13041" y="2222"/>
                </a:cubicBezTo>
                <a:cubicBezTo>
                  <a:pt x="13030" y="2212"/>
                  <a:pt x="13030" y="2194"/>
                  <a:pt x="13041" y="2184"/>
                </a:cubicBezTo>
                <a:lnTo>
                  <a:pt x="13284" y="1941"/>
                </a:lnTo>
                <a:cubicBezTo>
                  <a:pt x="13294" y="1930"/>
                  <a:pt x="13312" y="1931"/>
                  <a:pt x="13322" y="1941"/>
                </a:cubicBezTo>
                <a:cubicBezTo>
                  <a:pt x="13333" y="1952"/>
                  <a:pt x="13333" y="1969"/>
                  <a:pt x="13322" y="1979"/>
                </a:cubicBezTo>
                <a:lnTo>
                  <a:pt x="13079" y="2222"/>
                </a:lnTo>
                <a:cubicBezTo>
                  <a:pt x="13072" y="2229"/>
                  <a:pt x="13065" y="2229"/>
                  <a:pt x="13058" y="2229"/>
                </a:cubicBezTo>
                <a:close/>
                <a:moveTo>
                  <a:pt x="12575" y="2229"/>
                </a:moveTo>
                <a:cubicBezTo>
                  <a:pt x="12568" y="2229"/>
                  <a:pt x="12561" y="2226"/>
                  <a:pt x="12558" y="2222"/>
                </a:cubicBezTo>
                <a:cubicBezTo>
                  <a:pt x="12547" y="2212"/>
                  <a:pt x="12547" y="2194"/>
                  <a:pt x="12558" y="2184"/>
                </a:cubicBezTo>
                <a:lnTo>
                  <a:pt x="12801" y="1941"/>
                </a:lnTo>
                <a:cubicBezTo>
                  <a:pt x="12812" y="1930"/>
                  <a:pt x="12830" y="1931"/>
                  <a:pt x="12840" y="1941"/>
                </a:cubicBezTo>
                <a:cubicBezTo>
                  <a:pt x="12851" y="1952"/>
                  <a:pt x="12850" y="1969"/>
                  <a:pt x="12840" y="1979"/>
                </a:cubicBezTo>
                <a:lnTo>
                  <a:pt x="12597" y="2219"/>
                </a:lnTo>
                <a:cubicBezTo>
                  <a:pt x="12590" y="2229"/>
                  <a:pt x="12583" y="2229"/>
                  <a:pt x="12575" y="2229"/>
                </a:cubicBezTo>
                <a:close/>
                <a:moveTo>
                  <a:pt x="12093" y="2229"/>
                </a:moveTo>
                <a:cubicBezTo>
                  <a:pt x="12086" y="2229"/>
                  <a:pt x="12079" y="2226"/>
                  <a:pt x="12075" y="2222"/>
                </a:cubicBezTo>
                <a:cubicBezTo>
                  <a:pt x="12065" y="2212"/>
                  <a:pt x="12065" y="2194"/>
                  <a:pt x="12075" y="2184"/>
                </a:cubicBezTo>
                <a:lnTo>
                  <a:pt x="12318" y="1941"/>
                </a:lnTo>
                <a:cubicBezTo>
                  <a:pt x="12329" y="1930"/>
                  <a:pt x="12347" y="1931"/>
                  <a:pt x="12357" y="1941"/>
                </a:cubicBezTo>
                <a:cubicBezTo>
                  <a:pt x="12368" y="1952"/>
                  <a:pt x="12368" y="1969"/>
                  <a:pt x="12357" y="1979"/>
                </a:cubicBezTo>
                <a:lnTo>
                  <a:pt x="12114" y="2222"/>
                </a:lnTo>
                <a:cubicBezTo>
                  <a:pt x="12107" y="2229"/>
                  <a:pt x="12100" y="2229"/>
                  <a:pt x="12093" y="2229"/>
                </a:cubicBezTo>
                <a:close/>
                <a:moveTo>
                  <a:pt x="11611" y="2229"/>
                </a:moveTo>
                <a:cubicBezTo>
                  <a:pt x="11604" y="2229"/>
                  <a:pt x="11597" y="2226"/>
                  <a:pt x="11594" y="2222"/>
                </a:cubicBezTo>
                <a:cubicBezTo>
                  <a:pt x="11583" y="2212"/>
                  <a:pt x="11583" y="2194"/>
                  <a:pt x="11594" y="2184"/>
                </a:cubicBezTo>
                <a:lnTo>
                  <a:pt x="11836" y="1941"/>
                </a:lnTo>
                <a:cubicBezTo>
                  <a:pt x="11846" y="1930"/>
                  <a:pt x="11864" y="1931"/>
                  <a:pt x="11874" y="1941"/>
                </a:cubicBezTo>
                <a:cubicBezTo>
                  <a:pt x="11885" y="1952"/>
                  <a:pt x="11885" y="1969"/>
                  <a:pt x="11874" y="1979"/>
                </a:cubicBezTo>
                <a:lnTo>
                  <a:pt x="11632" y="2219"/>
                </a:lnTo>
                <a:cubicBezTo>
                  <a:pt x="11625" y="2229"/>
                  <a:pt x="11618" y="2229"/>
                  <a:pt x="11611" y="2229"/>
                </a:cubicBezTo>
                <a:close/>
                <a:moveTo>
                  <a:pt x="11129" y="2229"/>
                </a:moveTo>
                <a:cubicBezTo>
                  <a:pt x="11122" y="2229"/>
                  <a:pt x="11114" y="2226"/>
                  <a:pt x="11111" y="2222"/>
                </a:cubicBezTo>
                <a:cubicBezTo>
                  <a:pt x="11100" y="2212"/>
                  <a:pt x="11100" y="2194"/>
                  <a:pt x="11111" y="2184"/>
                </a:cubicBezTo>
                <a:lnTo>
                  <a:pt x="11354" y="1941"/>
                </a:lnTo>
                <a:cubicBezTo>
                  <a:pt x="11365" y="1930"/>
                  <a:pt x="11382" y="1931"/>
                  <a:pt x="11393" y="1941"/>
                </a:cubicBezTo>
                <a:cubicBezTo>
                  <a:pt x="11403" y="1952"/>
                  <a:pt x="11403" y="1969"/>
                  <a:pt x="11393" y="1979"/>
                </a:cubicBezTo>
                <a:lnTo>
                  <a:pt x="11150" y="2222"/>
                </a:lnTo>
                <a:cubicBezTo>
                  <a:pt x="11143" y="2229"/>
                  <a:pt x="11136" y="2229"/>
                  <a:pt x="11129" y="2229"/>
                </a:cubicBezTo>
                <a:close/>
                <a:moveTo>
                  <a:pt x="10646" y="2229"/>
                </a:moveTo>
                <a:cubicBezTo>
                  <a:pt x="10639" y="2229"/>
                  <a:pt x="10632" y="2226"/>
                  <a:pt x="10628" y="2222"/>
                </a:cubicBezTo>
                <a:cubicBezTo>
                  <a:pt x="10618" y="2212"/>
                  <a:pt x="10618" y="2194"/>
                  <a:pt x="10628" y="2184"/>
                </a:cubicBezTo>
                <a:lnTo>
                  <a:pt x="10871" y="1941"/>
                </a:lnTo>
                <a:cubicBezTo>
                  <a:pt x="10882" y="1930"/>
                  <a:pt x="10899" y="1931"/>
                  <a:pt x="10910" y="1941"/>
                </a:cubicBezTo>
                <a:cubicBezTo>
                  <a:pt x="10920" y="1952"/>
                  <a:pt x="10921" y="1969"/>
                  <a:pt x="10910" y="1979"/>
                </a:cubicBezTo>
                <a:lnTo>
                  <a:pt x="10667" y="2219"/>
                </a:lnTo>
                <a:cubicBezTo>
                  <a:pt x="10660" y="2229"/>
                  <a:pt x="10653" y="2229"/>
                  <a:pt x="10646" y="2229"/>
                </a:cubicBezTo>
                <a:close/>
                <a:moveTo>
                  <a:pt x="10163" y="2229"/>
                </a:moveTo>
                <a:cubicBezTo>
                  <a:pt x="10156" y="2229"/>
                  <a:pt x="10149" y="2226"/>
                  <a:pt x="10146" y="2222"/>
                </a:cubicBezTo>
                <a:cubicBezTo>
                  <a:pt x="10135" y="2212"/>
                  <a:pt x="10135" y="2194"/>
                  <a:pt x="10146" y="2184"/>
                </a:cubicBezTo>
                <a:lnTo>
                  <a:pt x="10389" y="1941"/>
                </a:lnTo>
                <a:cubicBezTo>
                  <a:pt x="10399" y="1930"/>
                  <a:pt x="10417" y="1931"/>
                  <a:pt x="10428" y="1941"/>
                </a:cubicBezTo>
                <a:cubicBezTo>
                  <a:pt x="10438" y="1952"/>
                  <a:pt x="10438" y="1969"/>
                  <a:pt x="10428" y="1979"/>
                </a:cubicBezTo>
                <a:lnTo>
                  <a:pt x="10184" y="2222"/>
                </a:lnTo>
                <a:cubicBezTo>
                  <a:pt x="10177" y="2229"/>
                  <a:pt x="10170" y="2229"/>
                  <a:pt x="10163" y="2229"/>
                </a:cubicBezTo>
                <a:close/>
                <a:moveTo>
                  <a:pt x="9681" y="2229"/>
                </a:moveTo>
                <a:cubicBezTo>
                  <a:pt x="9674" y="2229"/>
                  <a:pt x="9667" y="2226"/>
                  <a:pt x="9663" y="2222"/>
                </a:cubicBezTo>
                <a:cubicBezTo>
                  <a:pt x="9652" y="2212"/>
                  <a:pt x="9652" y="2194"/>
                  <a:pt x="9663" y="2184"/>
                </a:cubicBezTo>
                <a:lnTo>
                  <a:pt x="9906" y="1941"/>
                </a:lnTo>
                <a:cubicBezTo>
                  <a:pt x="9917" y="1930"/>
                  <a:pt x="9934" y="1931"/>
                  <a:pt x="9945" y="1941"/>
                </a:cubicBezTo>
                <a:cubicBezTo>
                  <a:pt x="9955" y="1952"/>
                  <a:pt x="9955" y="1969"/>
                  <a:pt x="9945" y="1979"/>
                </a:cubicBezTo>
                <a:lnTo>
                  <a:pt x="9702" y="2222"/>
                </a:lnTo>
                <a:cubicBezTo>
                  <a:pt x="9695" y="2229"/>
                  <a:pt x="9688" y="2229"/>
                  <a:pt x="9681" y="2229"/>
                </a:cubicBezTo>
                <a:close/>
                <a:moveTo>
                  <a:pt x="9198" y="2229"/>
                </a:moveTo>
                <a:cubicBezTo>
                  <a:pt x="9191" y="2229"/>
                  <a:pt x="9184" y="2226"/>
                  <a:pt x="9180" y="2222"/>
                </a:cubicBezTo>
                <a:cubicBezTo>
                  <a:pt x="9170" y="2212"/>
                  <a:pt x="9170" y="2194"/>
                  <a:pt x="9180" y="2184"/>
                </a:cubicBezTo>
                <a:lnTo>
                  <a:pt x="9420" y="1941"/>
                </a:lnTo>
                <a:cubicBezTo>
                  <a:pt x="9431" y="1930"/>
                  <a:pt x="9448" y="1931"/>
                  <a:pt x="9459" y="1941"/>
                </a:cubicBezTo>
                <a:cubicBezTo>
                  <a:pt x="9469" y="1952"/>
                  <a:pt x="9469" y="1969"/>
                  <a:pt x="9459" y="1979"/>
                </a:cubicBezTo>
                <a:lnTo>
                  <a:pt x="9216" y="2222"/>
                </a:lnTo>
                <a:cubicBezTo>
                  <a:pt x="9212" y="2229"/>
                  <a:pt x="9205" y="2229"/>
                  <a:pt x="9198" y="2229"/>
                </a:cubicBezTo>
                <a:close/>
                <a:moveTo>
                  <a:pt x="8715" y="2229"/>
                </a:moveTo>
                <a:cubicBezTo>
                  <a:pt x="8708" y="2229"/>
                  <a:pt x="8701" y="2226"/>
                  <a:pt x="8698" y="2222"/>
                </a:cubicBezTo>
                <a:cubicBezTo>
                  <a:pt x="8687" y="2212"/>
                  <a:pt x="8687" y="2194"/>
                  <a:pt x="8698" y="2184"/>
                </a:cubicBezTo>
                <a:lnTo>
                  <a:pt x="8941" y="1941"/>
                </a:lnTo>
                <a:cubicBezTo>
                  <a:pt x="8951" y="1930"/>
                  <a:pt x="8969" y="1931"/>
                  <a:pt x="8980" y="1941"/>
                </a:cubicBezTo>
                <a:cubicBezTo>
                  <a:pt x="8990" y="1952"/>
                  <a:pt x="8990" y="1969"/>
                  <a:pt x="8980" y="1979"/>
                </a:cubicBezTo>
                <a:lnTo>
                  <a:pt x="8737" y="2222"/>
                </a:lnTo>
                <a:cubicBezTo>
                  <a:pt x="8730" y="2229"/>
                  <a:pt x="8722" y="2229"/>
                  <a:pt x="8715" y="2229"/>
                </a:cubicBezTo>
                <a:close/>
                <a:moveTo>
                  <a:pt x="8233" y="2229"/>
                </a:moveTo>
                <a:cubicBezTo>
                  <a:pt x="8226" y="2229"/>
                  <a:pt x="8219" y="2226"/>
                  <a:pt x="8215" y="2222"/>
                </a:cubicBezTo>
                <a:cubicBezTo>
                  <a:pt x="8205" y="2212"/>
                  <a:pt x="8205" y="2194"/>
                  <a:pt x="8215" y="2184"/>
                </a:cubicBezTo>
                <a:lnTo>
                  <a:pt x="8458" y="1941"/>
                </a:lnTo>
                <a:cubicBezTo>
                  <a:pt x="8469" y="1930"/>
                  <a:pt x="8486" y="1931"/>
                  <a:pt x="8497" y="1941"/>
                </a:cubicBezTo>
                <a:cubicBezTo>
                  <a:pt x="8508" y="1952"/>
                  <a:pt x="8508" y="1969"/>
                  <a:pt x="8497" y="1979"/>
                </a:cubicBezTo>
                <a:lnTo>
                  <a:pt x="8257" y="2222"/>
                </a:lnTo>
                <a:cubicBezTo>
                  <a:pt x="8247" y="2229"/>
                  <a:pt x="8240" y="2229"/>
                  <a:pt x="8233" y="2229"/>
                </a:cubicBezTo>
                <a:close/>
                <a:moveTo>
                  <a:pt x="7750" y="2229"/>
                </a:moveTo>
                <a:cubicBezTo>
                  <a:pt x="7743" y="2229"/>
                  <a:pt x="7736" y="2226"/>
                  <a:pt x="7733" y="2222"/>
                </a:cubicBezTo>
                <a:cubicBezTo>
                  <a:pt x="7722" y="2212"/>
                  <a:pt x="7722" y="2194"/>
                  <a:pt x="7733" y="2184"/>
                </a:cubicBezTo>
                <a:lnTo>
                  <a:pt x="7976" y="1941"/>
                </a:lnTo>
                <a:cubicBezTo>
                  <a:pt x="7986" y="1930"/>
                  <a:pt x="8004" y="1930"/>
                  <a:pt x="8014" y="1941"/>
                </a:cubicBezTo>
                <a:cubicBezTo>
                  <a:pt x="8025" y="1951"/>
                  <a:pt x="8025" y="1969"/>
                  <a:pt x="8014" y="1979"/>
                </a:cubicBezTo>
                <a:lnTo>
                  <a:pt x="7771" y="2222"/>
                </a:lnTo>
                <a:cubicBezTo>
                  <a:pt x="7764" y="2229"/>
                  <a:pt x="7757" y="2229"/>
                  <a:pt x="7750" y="2229"/>
                </a:cubicBezTo>
                <a:close/>
                <a:moveTo>
                  <a:pt x="7268" y="2229"/>
                </a:moveTo>
                <a:cubicBezTo>
                  <a:pt x="7260" y="2229"/>
                  <a:pt x="7253" y="2226"/>
                  <a:pt x="7250" y="2222"/>
                </a:cubicBezTo>
                <a:cubicBezTo>
                  <a:pt x="7239" y="2212"/>
                  <a:pt x="7239" y="2194"/>
                  <a:pt x="7250" y="2184"/>
                </a:cubicBezTo>
                <a:lnTo>
                  <a:pt x="7493" y="1941"/>
                </a:lnTo>
                <a:cubicBezTo>
                  <a:pt x="7504" y="1930"/>
                  <a:pt x="7521" y="1930"/>
                  <a:pt x="7532" y="1941"/>
                </a:cubicBezTo>
                <a:cubicBezTo>
                  <a:pt x="7542" y="1951"/>
                  <a:pt x="7542" y="1969"/>
                  <a:pt x="7532" y="1979"/>
                </a:cubicBezTo>
                <a:lnTo>
                  <a:pt x="7289" y="2219"/>
                </a:lnTo>
                <a:cubicBezTo>
                  <a:pt x="7282" y="2229"/>
                  <a:pt x="7275" y="2229"/>
                  <a:pt x="7268" y="2229"/>
                </a:cubicBezTo>
                <a:close/>
                <a:moveTo>
                  <a:pt x="6785" y="2229"/>
                </a:moveTo>
                <a:cubicBezTo>
                  <a:pt x="6778" y="2229"/>
                  <a:pt x="6771" y="2226"/>
                  <a:pt x="6767" y="2222"/>
                </a:cubicBezTo>
                <a:cubicBezTo>
                  <a:pt x="6757" y="2212"/>
                  <a:pt x="6757" y="2194"/>
                  <a:pt x="6767" y="2184"/>
                </a:cubicBezTo>
                <a:lnTo>
                  <a:pt x="7010" y="1941"/>
                </a:lnTo>
                <a:cubicBezTo>
                  <a:pt x="7021" y="1930"/>
                  <a:pt x="7039" y="1930"/>
                  <a:pt x="7049" y="1941"/>
                </a:cubicBezTo>
                <a:cubicBezTo>
                  <a:pt x="7060" y="1951"/>
                  <a:pt x="7060" y="1969"/>
                  <a:pt x="7049" y="1979"/>
                </a:cubicBezTo>
                <a:lnTo>
                  <a:pt x="6806" y="2222"/>
                </a:lnTo>
                <a:cubicBezTo>
                  <a:pt x="6799" y="2229"/>
                  <a:pt x="6792" y="2229"/>
                  <a:pt x="6785" y="2229"/>
                </a:cubicBezTo>
                <a:close/>
                <a:moveTo>
                  <a:pt x="6302" y="2229"/>
                </a:moveTo>
                <a:cubicBezTo>
                  <a:pt x="6295" y="2229"/>
                  <a:pt x="6288" y="2226"/>
                  <a:pt x="6285" y="2222"/>
                </a:cubicBezTo>
                <a:cubicBezTo>
                  <a:pt x="6274" y="2212"/>
                  <a:pt x="6274" y="2194"/>
                  <a:pt x="6285" y="2184"/>
                </a:cubicBezTo>
                <a:lnTo>
                  <a:pt x="6528" y="1941"/>
                </a:lnTo>
                <a:cubicBezTo>
                  <a:pt x="6538" y="1930"/>
                  <a:pt x="6556" y="1930"/>
                  <a:pt x="6566" y="1941"/>
                </a:cubicBezTo>
                <a:cubicBezTo>
                  <a:pt x="6577" y="1951"/>
                  <a:pt x="6577" y="1969"/>
                  <a:pt x="6566" y="1979"/>
                </a:cubicBezTo>
                <a:lnTo>
                  <a:pt x="6323" y="2222"/>
                </a:lnTo>
                <a:cubicBezTo>
                  <a:pt x="6316" y="2229"/>
                  <a:pt x="6309" y="2229"/>
                  <a:pt x="6302" y="2229"/>
                </a:cubicBezTo>
                <a:close/>
                <a:moveTo>
                  <a:pt x="5820" y="2229"/>
                </a:moveTo>
                <a:cubicBezTo>
                  <a:pt x="5813" y="2229"/>
                  <a:pt x="5806" y="2226"/>
                  <a:pt x="5802" y="2222"/>
                </a:cubicBezTo>
                <a:cubicBezTo>
                  <a:pt x="5791" y="2212"/>
                  <a:pt x="5791" y="2194"/>
                  <a:pt x="5802" y="2184"/>
                </a:cubicBezTo>
                <a:lnTo>
                  <a:pt x="6045" y="1941"/>
                </a:lnTo>
                <a:cubicBezTo>
                  <a:pt x="6056" y="1930"/>
                  <a:pt x="6073" y="1930"/>
                  <a:pt x="6084" y="1941"/>
                </a:cubicBezTo>
                <a:cubicBezTo>
                  <a:pt x="6094" y="1951"/>
                  <a:pt x="6094" y="1969"/>
                  <a:pt x="6084" y="1979"/>
                </a:cubicBezTo>
                <a:lnTo>
                  <a:pt x="5841" y="2222"/>
                </a:lnTo>
                <a:cubicBezTo>
                  <a:pt x="5834" y="2229"/>
                  <a:pt x="5827" y="2229"/>
                  <a:pt x="5820" y="2229"/>
                </a:cubicBezTo>
                <a:close/>
                <a:moveTo>
                  <a:pt x="5337" y="2229"/>
                </a:moveTo>
                <a:cubicBezTo>
                  <a:pt x="5330" y="2229"/>
                  <a:pt x="5323" y="2226"/>
                  <a:pt x="5319" y="2222"/>
                </a:cubicBezTo>
                <a:cubicBezTo>
                  <a:pt x="5309" y="2212"/>
                  <a:pt x="5309" y="2194"/>
                  <a:pt x="5319" y="2184"/>
                </a:cubicBezTo>
                <a:lnTo>
                  <a:pt x="5562" y="1941"/>
                </a:lnTo>
                <a:cubicBezTo>
                  <a:pt x="5573" y="1930"/>
                  <a:pt x="5591" y="1930"/>
                  <a:pt x="5601" y="1941"/>
                </a:cubicBezTo>
                <a:cubicBezTo>
                  <a:pt x="5612" y="1951"/>
                  <a:pt x="5612" y="1969"/>
                  <a:pt x="5601" y="1979"/>
                </a:cubicBezTo>
                <a:lnTo>
                  <a:pt x="5358" y="2222"/>
                </a:lnTo>
                <a:cubicBezTo>
                  <a:pt x="5351" y="2229"/>
                  <a:pt x="5344" y="2229"/>
                  <a:pt x="5337" y="2229"/>
                </a:cubicBezTo>
                <a:close/>
                <a:moveTo>
                  <a:pt x="4854" y="2229"/>
                </a:moveTo>
                <a:cubicBezTo>
                  <a:pt x="4847" y="2229"/>
                  <a:pt x="4840" y="2226"/>
                  <a:pt x="4837" y="2222"/>
                </a:cubicBezTo>
                <a:cubicBezTo>
                  <a:pt x="4826" y="2212"/>
                  <a:pt x="4826" y="2194"/>
                  <a:pt x="4837" y="2184"/>
                </a:cubicBezTo>
                <a:lnTo>
                  <a:pt x="5080" y="1941"/>
                </a:lnTo>
                <a:cubicBezTo>
                  <a:pt x="5090" y="1930"/>
                  <a:pt x="5108" y="1930"/>
                  <a:pt x="5119" y="1941"/>
                </a:cubicBezTo>
                <a:cubicBezTo>
                  <a:pt x="5129" y="1951"/>
                  <a:pt x="5129" y="1969"/>
                  <a:pt x="5119" y="1979"/>
                </a:cubicBezTo>
                <a:lnTo>
                  <a:pt x="4875" y="2222"/>
                </a:lnTo>
                <a:cubicBezTo>
                  <a:pt x="4865" y="2229"/>
                  <a:pt x="4861" y="2229"/>
                  <a:pt x="4854" y="2229"/>
                </a:cubicBezTo>
                <a:close/>
                <a:moveTo>
                  <a:pt x="4372" y="2229"/>
                </a:moveTo>
                <a:cubicBezTo>
                  <a:pt x="4365" y="2229"/>
                  <a:pt x="4358" y="2226"/>
                  <a:pt x="4354" y="2222"/>
                </a:cubicBezTo>
                <a:cubicBezTo>
                  <a:pt x="4344" y="2212"/>
                  <a:pt x="4344" y="2194"/>
                  <a:pt x="4354" y="2184"/>
                </a:cubicBezTo>
                <a:lnTo>
                  <a:pt x="4597" y="1941"/>
                </a:lnTo>
                <a:cubicBezTo>
                  <a:pt x="4608" y="1930"/>
                  <a:pt x="4625" y="1930"/>
                  <a:pt x="4636" y="1941"/>
                </a:cubicBezTo>
                <a:cubicBezTo>
                  <a:pt x="4646" y="1951"/>
                  <a:pt x="4646" y="1969"/>
                  <a:pt x="4636" y="1979"/>
                </a:cubicBezTo>
                <a:lnTo>
                  <a:pt x="4393" y="2222"/>
                </a:lnTo>
                <a:cubicBezTo>
                  <a:pt x="4382" y="2229"/>
                  <a:pt x="4379" y="2229"/>
                  <a:pt x="4372" y="2229"/>
                </a:cubicBezTo>
                <a:close/>
                <a:moveTo>
                  <a:pt x="3889" y="2229"/>
                </a:moveTo>
                <a:cubicBezTo>
                  <a:pt x="3882" y="2229"/>
                  <a:pt x="3875" y="2226"/>
                  <a:pt x="3871" y="2222"/>
                </a:cubicBezTo>
                <a:cubicBezTo>
                  <a:pt x="3861" y="2212"/>
                  <a:pt x="3861" y="2194"/>
                  <a:pt x="3871" y="2184"/>
                </a:cubicBezTo>
                <a:lnTo>
                  <a:pt x="4115" y="1941"/>
                </a:lnTo>
                <a:cubicBezTo>
                  <a:pt x="4125" y="1930"/>
                  <a:pt x="4143" y="1930"/>
                  <a:pt x="4153" y="1941"/>
                </a:cubicBezTo>
                <a:cubicBezTo>
                  <a:pt x="4164" y="1951"/>
                  <a:pt x="4164" y="1969"/>
                  <a:pt x="4153" y="1979"/>
                </a:cubicBezTo>
                <a:lnTo>
                  <a:pt x="3910" y="2222"/>
                </a:lnTo>
                <a:cubicBezTo>
                  <a:pt x="3900" y="2229"/>
                  <a:pt x="3896" y="2229"/>
                  <a:pt x="3889" y="2229"/>
                </a:cubicBezTo>
                <a:close/>
                <a:moveTo>
                  <a:pt x="3406" y="2229"/>
                </a:moveTo>
                <a:cubicBezTo>
                  <a:pt x="3399" y="2229"/>
                  <a:pt x="3392" y="2226"/>
                  <a:pt x="3389" y="2222"/>
                </a:cubicBezTo>
                <a:cubicBezTo>
                  <a:pt x="3378" y="2212"/>
                  <a:pt x="3378" y="2194"/>
                  <a:pt x="3389" y="2184"/>
                </a:cubicBezTo>
                <a:lnTo>
                  <a:pt x="3632" y="1941"/>
                </a:lnTo>
                <a:cubicBezTo>
                  <a:pt x="3642" y="1930"/>
                  <a:pt x="3660" y="1930"/>
                  <a:pt x="3671" y="1941"/>
                </a:cubicBezTo>
                <a:cubicBezTo>
                  <a:pt x="3681" y="1951"/>
                  <a:pt x="3681" y="1969"/>
                  <a:pt x="3671" y="1979"/>
                </a:cubicBezTo>
                <a:lnTo>
                  <a:pt x="3428" y="2222"/>
                </a:lnTo>
                <a:cubicBezTo>
                  <a:pt x="3417" y="2229"/>
                  <a:pt x="3413" y="2229"/>
                  <a:pt x="3406" y="2229"/>
                </a:cubicBezTo>
                <a:close/>
                <a:moveTo>
                  <a:pt x="2924" y="2229"/>
                </a:moveTo>
                <a:cubicBezTo>
                  <a:pt x="2917" y="2229"/>
                  <a:pt x="2910" y="2226"/>
                  <a:pt x="2906" y="2222"/>
                </a:cubicBezTo>
                <a:cubicBezTo>
                  <a:pt x="2896" y="2212"/>
                  <a:pt x="2896" y="2194"/>
                  <a:pt x="2906" y="2184"/>
                </a:cubicBezTo>
                <a:lnTo>
                  <a:pt x="3149" y="1941"/>
                </a:lnTo>
                <a:cubicBezTo>
                  <a:pt x="3160" y="1930"/>
                  <a:pt x="3177" y="1931"/>
                  <a:pt x="3188" y="1941"/>
                </a:cubicBezTo>
                <a:cubicBezTo>
                  <a:pt x="3199" y="1952"/>
                  <a:pt x="3199" y="1969"/>
                  <a:pt x="3188" y="1979"/>
                </a:cubicBezTo>
                <a:lnTo>
                  <a:pt x="2945" y="2222"/>
                </a:lnTo>
                <a:cubicBezTo>
                  <a:pt x="2934" y="2229"/>
                  <a:pt x="2931" y="2229"/>
                  <a:pt x="2924" y="2229"/>
                </a:cubicBezTo>
                <a:close/>
                <a:moveTo>
                  <a:pt x="2441" y="2229"/>
                </a:moveTo>
                <a:cubicBezTo>
                  <a:pt x="2434" y="2229"/>
                  <a:pt x="2427" y="2226"/>
                  <a:pt x="2424" y="2222"/>
                </a:cubicBezTo>
                <a:cubicBezTo>
                  <a:pt x="2413" y="2212"/>
                  <a:pt x="2413" y="2194"/>
                  <a:pt x="2424" y="2184"/>
                </a:cubicBezTo>
                <a:lnTo>
                  <a:pt x="2667" y="1941"/>
                </a:lnTo>
                <a:cubicBezTo>
                  <a:pt x="2677" y="1930"/>
                  <a:pt x="2694" y="1931"/>
                  <a:pt x="2705" y="1941"/>
                </a:cubicBezTo>
                <a:cubicBezTo>
                  <a:pt x="2715" y="1952"/>
                  <a:pt x="2716" y="1969"/>
                  <a:pt x="2705" y="1979"/>
                </a:cubicBezTo>
                <a:lnTo>
                  <a:pt x="2462" y="2222"/>
                </a:lnTo>
                <a:cubicBezTo>
                  <a:pt x="2452" y="2229"/>
                  <a:pt x="2448" y="2229"/>
                  <a:pt x="2441" y="2229"/>
                </a:cubicBezTo>
                <a:close/>
                <a:moveTo>
                  <a:pt x="1959" y="2229"/>
                </a:moveTo>
                <a:cubicBezTo>
                  <a:pt x="1951" y="2229"/>
                  <a:pt x="1944" y="2226"/>
                  <a:pt x="1941" y="2222"/>
                </a:cubicBezTo>
                <a:cubicBezTo>
                  <a:pt x="1930" y="2212"/>
                  <a:pt x="1930" y="2194"/>
                  <a:pt x="1941" y="2184"/>
                </a:cubicBezTo>
                <a:lnTo>
                  <a:pt x="2184" y="1941"/>
                </a:lnTo>
                <a:cubicBezTo>
                  <a:pt x="2195" y="1930"/>
                  <a:pt x="2212" y="1931"/>
                  <a:pt x="2223" y="1941"/>
                </a:cubicBezTo>
                <a:cubicBezTo>
                  <a:pt x="2233" y="1952"/>
                  <a:pt x="2233" y="1969"/>
                  <a:pt x="2223" y="1979"/>
                </a:cubicBezTo>
                <a:lnTo>
                  <a:pt x="1980" y="2222"/>
                </a:lnTo>
                <a:cubicBezTo>
                  <a:pt x="1969" y="2229"/>
                  <a:pt x="1966" y="2229"/>
                  <a:pt x="1959" y="2229"/>
                </a:cubicBezTo>
                <a:close/>
                <a:moveTo>
                  <a:pt x="1476" y="2229"/>
                </a:moveTo>
                <a:cubicBezTo>
                  <a:pt x="1469" y="2229"/>
                  <a:pt x="1462" y="2226"/>
                  <a:pt x="1458" y="2222"/>
                </a:cubicBezTo>
                <a:cubicBezTo>
                  <a:pt x="1448" y="2212"/>
                  <a:pt x="1448" y="2194"/>
                  <a:pt x="1458" y="2184"/>
                </a:cubicBezTo>
                <a:lnTo>
                  <a:pt x="1701" y="1941"/>
                </a:lnTo>
                <a:cubicBezTo>
                  <a:pt x="1712" y="1930"/>
                  <a:pt x="1729" y="1931"/>
                  <a:pt x="1740" y="1941"/>
                </a:cubicBezTo>
                <a:cubicBezTo>
                  <a:pt x="1750" y="1952"/>
                  <a:pt x="1751" y="1969"/>
                  <a:pt x="1740" y="1979"/>
                </a:cubicBezTo>
                <a:lnTo>
                  <a:pt x="1497" y="2222"/>
                </a:lnTo>
                <a:cubicBezTo>
                  <a:pt x="1486" y="2229"/>
                  <a:pt x="1483" y="2229"/>
                  <a:pt x="1476" y="2229"/>
                </a:cubicBezTo>
                <a:close/>
                <a:moveTo>
                  <a:pt x="993" y="2229"/>
                </a:moveTo>
                <a:cubicBezTo>
                  <a:pt x="986" y="2229"/>
                  <a:pt x="979" y="2226"/>
                  <a:pt x="976" y="2222"/>
                </a:cubicBezTo>
                <a:cubicBezTo>
                  <a:pt x="965" y="2212"/>
                  <a:pt x="965" y="2194"/>
                  <a:pt x="976" y="2184"/>
                </a:cubicBezTo>
                <a:lnTo>
                  <a:pt x="1219" y="1941"/>
                </a:lnTo>
                <a:cubicBezTo>
                  <a:pt x="1229" y="1930"/>
                  <a:pt x="1247" y="1930"/>
                  <a:pt x="1257" y="1941"/>
                </a:cubicBezTo>
                <a:cubicBezTo>
                  <a:pt x="1268" y="1951"/>
                  <a:pt x="1268" y="1969"/>
                  <a:pt x="1257" y="1979"/>
                </a:cubicBezTo>
                <a:lnTo>
                  <a:pt x="1014" y="2222"/>
                </a:lnTo>
                <a:cubicBezTo>
                  <a:pt x="1004" y="2229"/>
                  <a:pt x="1000" y="2229"/>
                  <a:pt x="993" y="2229"/>
                </a:cubicBezTo>
                <a:close/>
                <a:moveTo>
                  <a:pt x="511" y="2229"/>
                </a:moveTo>
                <a:cubicBezTo>
                  <a:pt x="504" y="2229"/>
                  <a:pt x="497" y="2226"/>
                  <a:pt x="493" y="2222"/>
                </a:cubicBezTo>
                <a:cubicBezTo>
                  <a:pt x="482" y="2212"/>
                  <a:pt x="482" y="2194"/>
                  <a:pt x="493" y="2184"/>
                </a:cubicBezTo>
                <a:lnTo>
                  <a:pt x="736" y="1941"/>
                </a:lnTo>
                <a:cubicBezTo>
                  <a:pt x="747" y="1930"/>
                  <a:pt x="764" y="1930"/>
                  <a:pt x="775" y="1941"/>
                </a:cubicBezTo>
                <a:cubicBezTo>
                  <a:pt x="785" y="1951"/>
                  <a:pt x="785" y="1969"/>
                  <a:pt x="775" y="1979"/>
                </a:cubicBezTo>
                <a:lnTo>
                  <a:pt x="532" y="2222"/>
                </a:lnTo>
                <a:cubicBezTo>
                  <a:pt x="521" y="2229"/>
                  <a:pt x="514" y="2229"/>
                  <a:pt x="511" y="2229"/>
                </a:cubicBezTo>
                <a:close/>
                <a:moveTo>
                  <a:pt x="28" y="2229"/>
                </a:moveTo>
                <a:cubicBezTo>
                  <a:pt x="21" y="2229"/>
                  <a:pt x="14" y="2226"/>
                  <a:pt x="10" y="2222"/>
                </a:cubicBezTo>
                <a:cubicBezTo>
                  <a:pt x="0" y="2212"/>
                  <a:pt x="0" y="2194"/>
                  <a:pt x="10" y="2184"/>
                </a:cubicBezTo>
                <a:lnTo>
                  <a:pt x="253" y="1941"/>
                </a:lnTo>
                <a:cubicBezTo>
                  <a:pt x="264" y="1930"/>
                  <a:pt x="282" y="1930"/>
                  <a:pt x="292" y="1941"/>
                </a:cubicBezTo>
                <a:cubicBezTo>
                  <a:pt x="303" y="1951"/>
                  <a:pt x="303" y="1969"/>
                  <a:pt x="292" y="1979"/>
                </a:cubicBezTo>
                <a:lnTo>
                  <a:pt x="49" y="2222"/>
                </a:lnTo>
                <a:cubicBezTo>
                  <a:pt x="39" y="2229"/>
                  <a:pt x="31" y="2229"/>
                  <a:pt x="28" y="2229"/>
                </a:cubicBezTo>
                <a:close/>
                <a:moveTo>
                  <a:pt x="22711" y="1747"/>
                </a:moveTo>
                <a:cubicBezTo>
                  <a:pt x="22704" y="1747"/>
                  <a:pt x="22697" y="1743"/>
                  <a:pt x="22693" y="1740"/>
                </a:cubicBezTo>
                <a:cubicBezTo>
                  <a:pt x="22683" y="1729"/>
                  <a:pt x="22683" y="1712"/>
                  <a:pt x="22693" y="1701"/>
                </a:cubicBezTo>
                <a:lnTo>
                  <a:pt x="22936" y="1458"/>
                </a:lnTo>
                <a:cubicBezTo>
                  <a:pt x="22947" y="1448"/>
                  <a:pt x="22964" y="1448"/>
                  <a:pt x="22975" y="1458"/>
                </a:cubicBezTo>
                <a:cubicBezTo>
                  <a:pt x="22986" y="1469"/>
                  <a:pt x="22986" y="1486"/>
                  <a:pt x="22975" y="1497"/>
                </a:cubicBezTo>
                <a:lnTo>
                  <a:pt x="22732" y="1740"/>
                </a:lnTo>
                <a:cubicBezTo>
                  <a:pt x="22725" y="1747"/>
                  <a:pt x="22718" y="1747"/>
                  <a:pt x="22711" y="1747"/>
                </a:cubicBezTo>
                <a:close/>
                <a:moveTo>
                  <a:pt x="21746" y="1747"/>
                </a:moveTo>
                <a:cubicBezTo>
                  <a:pt x="21739" y="1747"/>
                  <a:pt x="21731" y="1743"/>
                  <a:pt x="21728" y="1740"/>
                </a:cubicBezTo>
                <a:cubicBezTo>
                  <a:pt x="21717" y="1729"/>
                  <a:pt x="21717" y="1712"/>
                  <a:pt x="21728" y="1701"/>
                </a:cubicBezTo>
                <a:lnTo>
                  <a:pt x="21968" y="1458"/>
                </a:lnTo>
                <a:cubicBezTo>
                  <a:pt x="21978" y="1448"/>
                  <a:pt x="21996" y="1448"/>
                  <a:pt x="22006" y="1458"/>
                </a:cubicBezTo>
                <a:cubicBezTo>
                  <a:pt x="22017" y="1469"/>
                  <a:pt x="22017" y="1486"/>
                  <a:pt x="22006" y="1497"/>
                </a:cubicBezTo>
                <a:lnTo>
                  <a:pt x="21763" y="1740"/>
                </a:lnTo>
                <a:cubicBezTo>
                  <a:pt x="21760" y="1747"/>
                  <a:pt x="21753" y="1747"/>
                  <a:pt x="21746" y="1747"/>
                </a:cubicBezTo>
                <a:close/>
                <a:moveTo>
                  <a:pt x="20780" y="1747"/>
                </a:moveTo>
                <a:cubicBezTo>
                  <a:pt x="20773" y="1747"/>
                  <a:pt x="20766" y="1743"/>
                  <a:pt x="20763" y="1740"/>
                </a:cubicBezTo>
                <a:cubicBezTo>
                  <a:pt x="20752" y="1729"/>
                  <a:pt x="20752" y="1712"/>
                  <a:pt x="20763" y="1701"/>
                </a:cubicBezTo>
                <a:lnTo>
                  <a:pt x="21006" y="1458"/>
                </a:lnTo>
                <a:cubicBezTo>
                  <a:pt x="21016" y="1448"/>
                  <a:pt x="21034" y="1448"/>
                  <a:pt x="21045" y="1458"/>
                </a:cubicBezTo>
                <a:cubicBezTo>
                  <a:pt x="21055" y="1469"/>
                  <a:pt x="21055" y="1486"/>
                  <a:pt x="21045" y="1497"/>
                </a:cubicBezTo>
                <a:lnTo>
                  <a:pt x="20805" y="1740"/>
                </a:lnTo>
                <a:cubicBezTo>
                  <a:pt x="20794" y="1747"/>
                  <a:pt x="20787" y="1747"/>
                  <a:pt x="20780" y="1747"/>
                </a:cubicBezTo>
                <a:close/>
                <a:moveTo>
                  <a:pt x="20298" y="1747"/>
                </a:moveTo>
                <a:cubicBezTo>
                  <a:pt x="20291" y="1747"/>
                  <a:pt x="20284" y="1743"/>
                  <a:pt x="20280" y="1740"/>
                </a:cubicBezTo>
                <a:cubicBezTo>
                  <a:pt x="20269" y="1729"/>
                  <a:pt x="20269" y="1712"/>
                  <a:pt x="20280" y="1701"/>
                </a:cubicBezTo>
                <a:lnTo>
                  <a:pt x="20523" y="1458"/>
                </a:lnTo>
                <a:cubicBezTo>
                  <a:pt x="20534" y="1448"/>
                  <a:pt x="20551" y="1448"/>
                  <a:pt x="20562" y="1458"/>
                </a:cubicBezTo>
                <a:cubicBezTo>
                  <a:pt x="20572" y="1469"/>
                  <a:pt x="20572" y="1486"/>
                  <a:pt x="20562" y="1497"/>
                </a:cubicBezTo>
                <a:lnTo>
                  <a:pt x="20319" y="1740"/>
                </a:lnTo>
                <a:cubicBezTo>
                  <a:pt x="20312" y="1747"/>
                  <a:pt x="20305" y="1747"/>
                  <a:pt x="20298" y="1747"/>
                </a:cubicBezTo>
                <a:close/>
                <a:moveTo>
                  <a:pt x="19815" y="1747"/>
                </a:moveTo>
                <a:cubicBezTo>
                  <a:pt x="19808" y="1747"/>
                  <a:pt x="19801" y="1743"/>
                  <a:pt x="19797" y="1740"/>
                </a:cubicBezTo>
                <a:cubicBezTo>
                  <a:pt x="19787" y="1729"/>
                  <a:pt x="19787" y="1712"/>
                  <a:pt x="19797" y="1701"/>
                </a:cubicBezTo>
                <a:lnTo>
                  <a:pt x="20037" y="1458"/>
                </a:lnTo>
                <a:cubicBezTo>
                  <a:pt x="20048" y="1448"/>
                  <a:pt x="20065" y="1448"/>
                  <a:pt x="20076" y="1458"/>
                </a:cubicBezTo>
                <a:cubicBezTo>
                  <a:pt x="20086" y="1469"/>
                  <a:pt x="20086" y="1486"/>
                  <a:pt x="20076" y="1497"/>
                </a:cubicBezTo>
                <a:lnTo>
                  <a:pt x="19833" y="1740"/>
                </a:lnTo>
                <a:cubicBezTo>
                  <a:pt x="19829" y="1747"/>
                  <a:pt x="19822" y="1747"/>
                  <a:pt x="19815" y="1747"/>
                </a:cubicBezTo>
                <a:close/>
                <a:moveTo>
                  <a:pt x="19332" y="1747"/>
                </a:moveTo>
                <a:cubicBezTo>
                  <a:pt x="19325" y="1747"/>
                  <a:pt x="19318" y="1743"/>
                  <a:pt x="19315" y="1740"/>
                </a:cubicBezTo>
                <a:cubicBezTo>
                  <a:pt x="19304" y="1729"/>
                  <a:pt x="19304" y="1712"/>
                  <a:pt x="19315" y="1701"/>
                </a:cubicBezTo>
                <a:lnTo>
                  <a:pt x="19558" y="1458"/>
                </a:lnTo>
                <a:cubicBezTo>
                  <a:pt x="19568" y="1448"/>
                  <a:pt x="19586" y="1448"/>
                  <a:pt x="19597" y="1458"/>
                </a:cubicBezTo>
                <a:cubicBezTo>
                  <a:pt x="19607" y="1469"/>
                  <a:pt x="19607" y="1486"/>
                  <a:pt x="19597" y="1497"/>
                </a:cubicBezTo>
                <a:lnTo>
                  <a:pt x="19354" y="1740"/>
                </a:lnTo>
                <a:cubicBezTo>
                  <a:pt x="19346" y="1747"/>
                  <a:pt x="19339" y="1747"/>
                  <a:pt x="19332" y="1747"/>
                </a:cubicBezTo>
                <a:close/>
                <a:moveTo>
                  <a:pt x="18850" y="1747"/>
                </a:moveTo>
                <a:cubicBezTo>
                  <a:pt x="18843" y="1747"/>
                  <a:pt x="18836" y="1743"/>
                  <a:pt x="18832" y="1740"/>
                </a:cubicBezTo>
                <a:cubicBezTo>
                  <a:pt x="18822" y="1729"/>
                  <a:pt x="18822" y="1712"/>
                  <a:pt x="18832" y="1701"/>
                </a:cubicBezTo>
                <a:lnTo>
                  <a:pt x="19075" y="1458"/>
                </a:lnTo>
                <a:cubicBezTo>
                  <a:pt x="19086" y="1448"/>
                  <a:pt x="19103" y="1448"/>
                  <a:pt x="19114" y="1458"/>
                </a:cubicBezTo>
                <a:cubicBezTo>
                  <a:pt x="19125" y="1469"/>
                  <a:pt x="19125" y="1486"/>
                  <a:pt x="19114" y="1497"/>
                </a:cubicBezTo>
                <a:lnTo>
                  <a:pt x="18874" y="1740"/>
                </a:lnTo>
                <a:cubicBezTo>
                  <a:pt x="18864" y="1747"/>
                  <a:pt x="18857" y="1747"/>
                  <a:pt x="18850" y="1747"/>
                </a:cubicBezTo>
                <a:close/>
                <a:moveTo>
                  <a:pt x="18367" y="1747"/>
                </a:moveTo>
                <a:cubicBezTo>
                  <a:pt x="18360" y="1747"/>
                  <a:pt x="18353" y="1743"/>
                  <a:pt x="18350" y="1740"/>
                </a:cubicBezTo>
                <a:cubicBezTo>
                  <a:pt x="18339" y="1729"/>
                  <a:pt x="18339" y="1712"/>
                  <a:pt x="18350" y="1701"/>
                </a:cubicBezTo>
                <a:lnTo>
                  <a:pt x="18593" y="1458"/>
                </a:lnTo>
                <a:cubicBezTo>
                  <a:pt x="18603" y="1448"/>
                  <a:pt x="18621" y="1448"/>
                  <a:pt x="18631" y="1458"/>
                </a:cubicBezTo>
                <a:cubicBezTo>
                  <a:pt x="18642" y="1469"/>
                  <a:pt x="18642" y="1486"/>
                  <a:pt x="18631" y="1497"/>
                </a:cubicBezTo>
                <a:lnTo>
                  <a:pt x="18388" y="1740"/>
                </a:lnTo>
                <a:cubicBezTo>
                  <a:pt x="18381" y="1747"/>
                  <a:pt x="18374" y="1747"/>
                  <a:pt x="18367" y="1747"/>
                </a:cubicBezTo>
                <a:close/>
                <a:moveTo>
                  <a:pt x="17402" y="1747"/>
                </a:moveTo>
                <a:cubicBezTo>
                  <a:pt x="17395" y="1747"/>
                  <a:pt x="17388" y="1743"/>
                  <a:pt x="17384" y="1740"/>
                </a:cubicBezTo>
                <a:cubicBezTo>
                  <a:pt x="17374" y="1729"/>
                  <a:pt x="17374" y="1712"/>
                  <a:pt x="17384" y="1701"/>
                </a:cubicBezTo>
                <a:lnTo>
                  <a:pt x="17627" y="1458"/>
                </a:lnTo>
                <a:cubicBezTo>
                  <a:pt x="17638" y="1448"/>
                  <a:pt x="17655" y="1448"/>
                  <a:pt x="17666" y="1458"/>
                </a:cubicBezTo>
                <a:cubicBezTo>
                  <a:pt x="17677" y="1469"/>
                  <a:pt x="17677" y="1486"/>
                  <a:pt x="17666" y="1497"/>
                </a:cubicBezTo>
                <a:lnTo>
                  <a:pt x="17423" y="1740"/>
                </a:lnTo>
                <a:cubicBezTo>
                  <a:pt x="17416" y="1747"/>
                  <a:pt x="17409" y="1747"/>
                  <a:pt x="17402" y="1747"/>
                </a:cubicBezTo>
                <a:close/>
                <a:moveTo>
                  <a:pt x="16437" y="1747"/>
                </a:moveTo>
                <a:cubicBezTo>
                  <a:pt x="16430" y="1747"/>
                  <a:pt x="16422" y="1743"/>
                  <a:pt x="16419" y="1740"/>
                </a:cubicBezTo>
                <a:cubicBezTo>
                  <a:pt x="16408" y="1729"/>
                  <a:pt x="16408" y="1712"/>
                  <a:pt x="16419" y="1701"/>
                </a:cubicBezTo>
                <a:lnTo>
                  <a:pt x="16662" y="1458"/>
                </a:lnTo>
                <a:cubicBezTo>
                  <a:pt x="16673" y="1448"/>
                  <a:pt x="16691" y="1448"/>
                  <a:pt x="16701" y="1458"/>
                </a:cubicBezTo>
                <a:cubicBezTo>
                  <a:pt x="16712" y="1469"/>
                  <a:pt x="16711" y="1486"/>
                  <a:pt x="16701" y="1497"/>
                </a:cubicBezTo>
                <a:lnTo>
                  <a:pt x="16458" y="1740"/>
                </a:lnTo>
                <a:cubicBezTo>
                  <a:pt x="16451" y="1747"/>
                  <a:pt x="16444" y="1747"/>
                  <a:pt x="16437" y="1747"/>
                </a:cubicBezTo>
                <a:close/>
                <a:moveTo>
                  <a:pt x="15471" y="1747"/>
                </a:moveTo>
                <a:cubicBezTo>
                  <a:pt x="15464" y="1747"/>
                  <a:pt x="15457" y="1743"/>
                  <a:pt x="15454" y="1740"/>
                </a:cubicBezTo>
                <a:cubicBezTo>
                  <a:pt x="15443" y="1729"/>
                  <a:pt x="15443" y="1712"/>
                  <a:pt x="15454" y="1701"/>
                </a:cubicBezTo>
                <a:lnTo>
                  <a:pt x="15693" y="1458"/>
                </a:lnTo>
                <a:cubicBezTo>
                  <a:pt x="15704" y="1448"/>
                  <a:pt x="15721" y="1448"/>
                  <a:pt x="15732" y="1458"/>
                </a:cubicBezTo>
                <a:cubicBezTo>
                  <a:pt x="15743" y="1469"/>
                  <a:pt x="15743" y="1486"/>
                  <a:pt x="15732" y="1497"/>
                </a:cubicBezTo>
                <a:lnTo>
                  <a:pt x="15489" y="1740"/>
                </a:lnTo>
                <a:cubicBezTo>
                  <a:pt x="15485" y="1747"/>
                  <a:pt x="15478" y="1747"/>
                  <a:pt x="15471" y="1747"/>
                </a:cubicBezTo>
                <a:close/>
                <a:moveTo>
                  <a:pt x="14989" y="1747"/>
                </a:moveTo>
                <a:cubicBezTo>
                  <a:pt x="14982" y="1747"/>
                  <a:pt x="14975" y="1743"/>
                  <a:pt x="14971" y="1740"/>
                </a:cubicBezTo>
                <a:cubicBezTo>
                  <a:pt x="14960" y="1729"/>
                  <a:pt x="14960" y="1712"/>
                  <a:pt x="14971" y="1701"/>
                </a:cubicBezTo>
                <a:lnTo>
                  <a:pt x="15214" y="1458"/>
                </a:lnTo>
                <a:cubicBezTo>
                  <a:pt x="15225" y="1448"/>
                  <a:pt x="15243" y="1448"/>
                  <a:pt x="15253" y="1458"/>
                </a:cubicBezTo>
                <a:cubicBezTo>
                  <a:pt x="15264" y="1469"/>
                  <a:pt x="15263" y="1486"/>
                  <a:pt x="15253" y="1497"/>
                </a:cubicBezTo>
                <a:lnTo>
                  <a:pt x="15010" y="1740"/>
                </a:lnTo>
                <a:cubicBezTo>
                  <a:pt x="15003" y="1747"/>
                  <a:pt x="14996" y="1747"/>
                  <a:pt x="14989" y="1747"/>
                </a:cubicBezTo>
                <a:close/>
                <a:moveTo>
                  <a:pt x="14506" y="1747"/>
                </a:moveTo>
                <a:cubicBezTo>
                  <a:pt x="14499" y="1747"/>
                  <a:pt x="14492" y="1743"/>
                  <a:pt x="14488" y="1740"/>
                </a:cubicBezTo>
                <a:cubicBezTo>
                  <a:pt x="14478" y="1729"/>
                  <a:pt x="14478" y="1712"/>
                  <a:pt x="14488" y="1701"/>
                </a:cubicBezTo>
                <a:lnTo>
                  <a:pt x="14731" y="1458"/>
                </a:lnTo>
                <a:cubicBezTo>
                  <a:pt x="14742" y="1448"/>
                  <a:pt x="14760" y="1448"/>
                  <a:pt x="14770" y="1458"/>
                </a:cubicBezTo>
                <a:cubicBezTo>
                  <a:pt x="14781" y="1469"/>
                  <a:pt x="14781" y="1486"/>
                  <a:pt x="14770" y="1497"/>
                </a:cubicBezTo>
                <a:lnTo>
                  <a:pt x="14531" y="1740"/>
                </a:lnTo>
                <a:cubicBezTo>
                  <a:pt x="14520" y="1747"/>
                  <a:pt x="14513" y="1747"/>
                  <a:pt x="14506" y="1747"/>
                </a:cubicBezTo>
                <a:close/>
                <a:moveTo>
                  <a:pt x="14023" y="1747"/>
                </a:moveTo>
                <a:cubicBezTo>
                  <a:pt x="14016" y="1747"/>
                  <a:pt x="14009" y="1743"/>
                  <a:pt x="14006" y="1740"/>
                </a:cubicBezTo>
                <a:cubicBezTo>
                  <a:pt x="13995" y="1729"/>
                  <a:pt x="13995" y="1712"/>
                  <a:pt x="14006" y="1701"/>
                </a:cubicBezTo>
                <a:lnTo>
                  <a:pt x="14249" y="1458"/>
                </a:lnTo>
                <a:cubicBezTo>
                  <a:pt x="14259" y="1448"/>
                  <a:pt x="14278" y="1448"/>
                  <a:pt x="14288" y="1458"/>
                </a:cubicBezTo>
                <a:cubicBezTo>
                  <a:pt x="14299" y="1469"/>
                  <a:pt x="14298" y="1486"/>
                  <a:pt x="14288" y="1497"/>
                </a:cubicBezTo>
                <a:lnTo>
                  <a:pt x="14045" y="1740"/>
                </a:lnTo>
                <a:cubicBezTo>
                  <a:pt x="14037" y="1747"/>
                  <a:pt x="14030" y="1747"/>
                  <a:pt x="14023" y="1747"/>
                </a:cubicBezTo>
                <a:close/>
                <a:moveTo>
                  <a:pt x="13541" y="1747"/>
                </a:moveTo>
                <a:cubicBezTo>
                  <a:pt x="13534" y="1747"/>
                  <a:pt x="13527" y="1743"/>
                  <a:pt x="13523" y="1740"/>
                </a:cubicBezTo>
                <a:cubicBezTo>
                  <a:pt x="13513" y="1729"/>
                  <a:pt x="13513" y="1712"/>
                  <a:pt x="13523" y="1701"/>
                </a:cubicBezTo>
                <a:lnTo>
                  <a:pt x="13763" y="1458"/>
                </a:lnTo>
                <a:cubicBezTo>
                  <a:pt x="13773" y="1448"/>
                  <a:pt x="13791" y="1448"/>
                  <a:pt x="13801" y="1458"/>
                </a:cubicBezTo>
                <a:cubicBezTo>
                  <a:pt x="13812" y="1469"/>
                  <a:pt x="13812" y="1486"/>
                  <a:pt x="13801" y="1497"/>
                </a:cubicBezTo>
                <a:lnTo>
                  <a:pt x="13558" y="1740"/>
                </a:lnTo>
                <a:cubicBezTo>
                  <a:pt x="13555" y="1747"/>
                  <a:pt x="13548" y="1747"/>
                  <a:pt x="13541" y="1747"/>
                </a:cubicBezTo>
                <a:close/>
                <a:moveTo>
                  <a:pt x="13058" y="1747"/>
                </a:moveTo>
                <a:cubicBezTo>
                  <a:pt x="13051" y="1747"/>
                  <a:pt x="13044" y="1743"/>
                  <a:pt x="13041" y="1740"/>
                </a:cubicBezTo>
                <a:cubicBezTo>
                  <a:pt x="13030" y="1729"/>
                  <a:pt x="13030" y="1712"/>
                  <a:pt x="13041" y="1701"/>
                </a:cubicBezTo>
                <a:lnTo>
                  <a:pt x="13284" y="1458"/>
                </a:lnTo>
                <a:cubicBezTo>
                  <a:pt x="13294" y="1448"/>
                  <a:pt x="13312" y="1448"/>
                  <a:pt x="13322" y="1458"/>
                </a:cubicBezTo>
                <a:cubicBezTo>
                  <a:pt x="13333" y="1469"/>
                  <a:pt x="13333" y="1486"/>
                  <a:pt x="13322" y="1497"/>
                </a:cubicBezTo>
                <a:lnTo>
                  <a:pt x="13079" y="1740"/>
                </a:lnTo>
                <a:cubicBezTo>
                  <a:pt x="13072" y="1747"/>
                  <a:pt x="13065" y="1747"/>
                  <a:pt x="13058" y="1747"/>
                </a:cubicBezTo>
                <a:close/>
                <a:moveTo>
                  <a:pt x="12093" y="1747"/>
                </a:moveTo>
                <a:cubicBezTo>
                  <a:pt x="12086" y="1747"/>
                  <a:pt x="12079" y="1743"/>
                  <a:pt x="12075" y="1740"/>
                </a:cubicBezTo>
                <a:cubicBezTo>
                  <a:pt x="12065" y="1729"/>
                  <a:pt x="12065" y="1712"/>
                  <a:pt x="12075" y="1701"/>
                </a:cubicBezTo>
                <a:lnTo>
                  <a:pt x="12318" y="1458"/>
                </a:lnTo>
                <a:cubicBezTo>
                  <a:pt x="12329" y="1448"/>
                  <a:pt x="12347" y="1448"/>
                  <a:pt x="12357" y="1458"/>
                </a:cubicBezTo>
                <a:cubicBezTo>
                  <a:pt x="12368" y="1469"/>
                  <a:pt x="12368" y="1486"/>
                  <a:pt x="12357" y="1497"/>
                </a:cubicBezTo>
                <a:lnTo>
                  <a:pt x="12114" y="1740"/>
                </a:lnTo>
                <a:cubicBezTo>
                  <a:pt x="12107" y="1747"/>
                  <a:pt x="12100" y="1747"/>
                  <a:pt x="12093" y="1747"/>
                </a:cubicBezTo>
                <a:close/>
                <a:moveTo>
                  <a:pt x="11129" y="1747"/>
                </a:moveTo>
                <a:cubicBezTo>
                  <a:pt x="11122" y="1747"/>
                  <a:pt x="11114" y="1743"/>
                  <a:pt x="11111" y="1740"/>
                </a:cubicBezTo>
                <a:cubicBezTo>
                  <a:pt x="11100" y="1729"/>
                  <a:pt x="11100" y="1712"/>
                  <a:pt x="11111" y="1701"/>
                </a:cubicBezTo>
                <a:lnTo>
                  <a:pt x="11354" y="1458"/>
                </a:lnTo>
                <a:cubicBezTo>
                  <a:pt x="11365" y="1448"/>
                  <a:pt x="11382" y="1448"/>
                  <a:pt x="11393" y="1458"/>
                </a:cubicBezTo>
                <a:cubicBezTo>
                  <a:pt x="11403" y="1469"/>
                  <a:pt x="11403" y="1486"/>
                  <a:pt x="11393" y="1497"/>
                </a:cubicBezTo>
                <a:lnTo>
                  <a:pt x="11150" y="1740"/>
                </a:lnTo>
                <a:cubicBezTo>
                  <a:pt x="11143" y="1747"/>
                  <a:pt x="11136" y="1747"/>
                  <a:pt x="11129" y="1747"/>
                </a:cubicBezTo>
                <a:close/>
                <a:moveTo>
                  <a:pt x="10163" y="1747"/>
                </a:moveTo>
                <a:cubicBezTo>
                  <a:pt x="10156" y="1747"/>
                  <a:pt x="10149" y="1743"/>
                  <a:pt x="10146" y="1740"/>
                </a:cubicBezTo>
                <a:cubicBezTo>
                  <a:pt x="10135" y="1729"/>
                  <a:pt x="10135" y="1712"/>
                  <a:pt x="10146" y="1701"/>
                </a:cubicBezTo>
                <a:lnTo>
                  <a:pt x="10389" y="1458"/>
                </a:lnTo>
                <a:cubicBezTo>
                  <a:pt x="10399" y="1448"/>
                  <a:pt x="10417" y="1448"/>
                  <a:pt x="10428" y="1458"/>
                </a:cubicBezTo>
                <a:cubicBezTo>
                  <a:pt x="10438" y="1469"/>
                  <a:pt x="10438" y="1486"/>
                  <a:pt x="10428" y="1497"/>
                </a:cubicBezTo>
                <a:lnTo>
                  <a:pt x="10184" y="1740"/>
                </a:lnTo>
                <a:cubicBezTo>
                  <a:pt x="10177" y="1747"/>
                  <a:pt x="10170" y="1747"/>
                  <a:pt x="10163" y="1747"/>
                </a:cubicBezTo>
                <a:close/>
                <a:moveTo>
                  <a:pt x="9681" y="1747"/>
                </a:moveTo>
                <a:cubicBezTo>
                  <a:pt x="9674" y="1747"/>
                  <a:pt x="9667" y="1743"/>
                  <a:pt x="9663" y="1740"/>
                </a:cubicBezTo>
                <a:cubicBezTo>
                  <a:pt x="9652" y="1729"/>
                  <a:pt x="9652" y="1712"/>
                  <a:pt x="9663" y="1701"/>
                </a:cubicBezTo>
                <a:lnTo>
                  <a:pt x="9906" y="1458"/>
                </a:lnTo>
                <a:cubicBezTo>
                  <a:pt x="9917" y="1448"/>
                  <a:pt x="9934" y="1448"/>
                  <a:pt x="9945" y="1458"/>
                </a:cubicBezTo>
                <a:cubicBezTo>
                  <a:pt x="9955" y="1469"/>
                  <a:pt x="9955" y="1486"/>
                  <a:pt x="9945" y="1497"/>
                </a:cubicBezTo>
                <a:lnTo>
                  <a:pt x="9702" y="1740"/>
                </a:lnTo>
                <a:cubicBezTo>
                  <a:pt x="9695" y="1747"/>
                  <a:pt x="9688" y="1747"/>
                  <a:pt x="9681" y="1747"/>
                </a:cubicBezTo>
                <a:close/>
                <a:moveTo>
                  <a:pt x="9198" y="1747"/>
                </a:moveTo>
                <a:cubicBezTo>
                  <a:pt x="9191" y="1747"/>
                  <a:pt x="9184" y="1743"/>
                  <a:pt x="9180" y="1740"/>
                </a:cubicBezTo>
                <a:cubicBezTo>
                  <a:pt x="9170" y="1729"/>
                  <a:pt x="9170" y="1712"/>
                  <a:pt x="9180" y="1701"/>
                </a:cubicBezTo>
                <a:lnTo>
                  <a:pt x="9420" y="1458"/>
                </a:lnTo>
                <a:cubicBezTo>
                  <a:pt x="9431" y="1448"/>
                  <a:pt x="9448" y="1448"/>
                  <a:pt x="9459" y="1458"/>
                </a:cubicBezTo>
                <a:cubicBezTo>
                  <a:pt x="9469" y="1469"/>
                  <a:pt x="9469" y="1486"/>
                  <a:pt x="9459" y="1497"/>
                </a:cubicBezTo>
                <a:lnTo>
                  <a:pt x="9216" y="1740"/>
                </a:lnTo>
                <a:cubicBezTo>
                  <a:pt x="9212" y="1747"/>
                  <a:pt x="9205" y="1747"/>
                  <a:pt x="9198" y="1747"/>
                </a:cubicBezTo>
                <a:close/>
                <a:moveTo>
                  <a:pt x="8715" y="1747"/>
                </a:moveTo>
                <a:cubicBezTo>
                  <a:pt x="8708" y="1747"/>
                  <a:pt x="8701" y="1743"/>
                  <a:pt x="8698" y="1740"/>
                </a:cubicBezTo>
                <a:cubicBezTo>
                  <a:pt x="8687" y="1729"/>
                  <a:pt x="8687" y="1712"/>
                  <a:pt x="8698" y="1701"/>
                </a:cubicBezTo>
                <a:lnTo>
                  <a:pt x="8941" y="1458"/>
                </a:lnTo>
                <a:cubicBezTo>
                  <a:pt x="8951" y="1448"/>
                  <a:pt x="8969" y="1448"/>
                  <a:pt x="8980" y="1458"/>
                </a:cubicBezTo>
                <a:cubicBezTo>
                  <a:pt x="8990" y="1469"/>
                  <a:pt x="8990" y="1486"/>
                  <a:pt x="8980" y="1497"/>
                </a:cubicBezTo>
                <a:lnTo>
                  <a:pt x="8737" y="1740"/>
                </a:lnTo>
                <a:cubicBezTo>
                  <a:pt x="8730" y="1747"/>
                  <a:pt x="8722" y="1747"/>
                  <a:pt x="8715" y="1747"/>
                </a:cubicBezTo>
                <a:close/>
                <a:moveTo>
                  <a:pt x="8233" y="1747"/>
                </a:moveTo>
                <a:cubicBezTo>
                  <a:pt x="8226" y="1747"/>
                  <a:pt x="8219" y="1743"/>
                  <a:pt x="8215" y="1740"/>
                </a:cubicBezTo>
                <a:cubicBezTo>
                  <a:pt x="8205" y="1729"/>
                  <a:pt x="8205" y="1712"/>
                  <a:pt x="8215" y="1701"/>
                </a:cubicBezTo>
                <a:lnTo>
                  <a:pt x="8458" y="1458"/>
                </a:lnTo>
                <a:cubicBezTo>
                  <a:pt x="8469" y="1448"/>
                  <a:pt x="8486" y="1448"/>
                  <a:pt x="8497" y="1458"/>
                </a:cubicBezTo>
                <a:cubicBezTo>
                  <a:pt x="8508" y="1469"/>
                  <a:pt x="8508" y="1486"/>
                  <a:pt x="8497" y="1497"/>
                </a:cubicBezTo>
                <a:lnTo>
                  <a:pt x="8257" y="1740"/>
                </a:lnTo>
                <a:cubicBezTo>
                  <a:pt x="8247" y="1747"/>
                  <a:pt x="8240" y="1747"/>
                  <a:pt x="8233" y="1747"/>
                </a:cubicBezTo>
                <a:close/>
                <a:moveTo>
                  <a:pt x="7750" y="1747"/>
                </a:moveTo>
                <a:cubicBezTo>
                  <a:pt x="7743" y="1747"/>
                  <a:pt x="7736" y="1743"/>
                  <a:pt x="7733" y="1740"/>
                </a:cubicBezTo>
                <a:cubicBezTo>
                  <a:pt x="7722" y="1729"/>
                  <a:pt x="7722" y="1712"/>
                  <a:pt x="7733" y="1701"/>
                </a:cubicBezTo>
                <a:lnTo>
                  <a:pt x="7976" y="1458"/>
                </a:lnTo>
                <a:cubicBezTo>
                  <a:pt x="7986" y="1448"/>
                  <a:pt x="8004" y="1448"/>
                  <a:pt x="8014" y="1458"/>
                </a:cubicBezTo>
                <a:cubicBezTo>
                  <a:pt x="8025" y="1469"/>
                  <a:pt x="8025" y="1486"/>
                  <a:pt x="8014" y="1497"/>
                </a:cubicBezTo>
                <a:lnTo>
                  <a:pt x="7771" y="1740"/>
                </a:lnTo>
                <a:cubicBezTo>
                  <a:pt x="7764" y="1747"/>
                  <a:pt x="7757" y="1747"/>
                  <a:pt x="7750" y="1747"/>
                </a:cubicBezTo>
                <a:close/>
                <a:moveTo>
                  <a:pt x="6785" y="1747"/>
                </a:moveTo>
                <a:cubicBezTo>
                  <a:pt x="6778" y="1747"/>
                  <a:pt x="6771" y="1743"/>
                  <a:pt x="6767" y="1740"/>
                </a:cubicBezTo>
                <a:cubicBezTo>
                  <a:pt x="6757" y="1729"/>
                  <a:pt x="6757" y="1712"/>
                  <a:pt x="6767" y="1701"/>
                </a:cubicBezTo>
                <a:lnTo>
                  <a:pt x="7010" y="1458"/>
                </a:lnTo>
                <a:cubicBezTo>
                  <a:pt x="7021" y="1448"/>
                  <a:pt x="7039" y="1448"/>
                  <a:pt x="7049" y="1458"/>
                </a:cubicBezTo>
                <a:cubicBezTo>
                  <a:pt x="7060" y="1469"/>
                  <a:pt x="7060" y="1486"/>
                  <a:pt x="7049" y="1497"/>
                </a:cubicBezTo>
                <a:lnTo>
                  <a:pt x="6806" y="1740"/>
                </a:lnTo>
                <a:cubicBezTo>
                  <a:pt x="6799" y="1747"/>
                  <a:pt x="6792" y="1747"/>
                  <a:pt x="6785" y="1747"/>
                </a:cubicBezTo>
                <a:close/>
                <a:moveTo>
                  <a:pt x="6302" y="1747"/>
                </a:moveTo>
                <a:cubicBezTo>
                  <a:pt x="6295" y="1747"/>
                  <a:pt x="6288" y="1743"/>
                  <a:pt x="6285" y="1740"/>
                </a:cubicBezTo>
                <a:cubicBezTo>
                  <a:pt x="6274" y="1729"/>
                  <a:pt x="6274" y="1712"/>
                  <a:pt x="6285" y="1701"/>
                </a:cubicBezTo>
                <a:lnTo>
                  <a:pt x="6528" y="1458"/>
                </a:lnTo>
                <a:cubicBezTo>
                  <a:pt x="6538" y="1448"/>
                  <a:pt x="6556" y="1448"/>
                  <a:pt x="6566" y="1458"/>
                </a:cubicBezTo>
                <a:cubicBezTo>
                  <a:pt x="6577" y="1469"/>
                  <a:pt x="6577" y="1486"/>
                  <a:pt x="6566" y="1497"/>
                </a:cubicBezTo>
                <a:lnTo>
                  <a:pt x="6323" y="1740"/>
                </a:lnTo>
                <a:cubicBezTo>
                  <a:pt x="6316" y="1747"/>
                  <a:pt x="6309" y="1747"/>
                  <a:pt x="6302" y="1747"/>
                </a:cubicBezTo>
                <a:close/>
                <a:moveTo>
                  <a:pt x="5820" y="1747"/>
                </a:moveTo>
                <a:cubicBezTo>
                  <a:pt x="5813" y="1747"/>
                  <a:pt x="5806" y="1743"/>
                  <a:pt x="5802" y="1740"/>
                </a:cubicBezTo>
                <a:cubicBezTo>
                  <a:pt x="5791" y="1729"/>
                  <a:pt x="5791" y="1712"/>
                  <a:pt x="5802" y="1701"/>
                </a:cubicBezTo>
                <a:lnTo>
                  <a:pt x="6045" y="1458"/>
                </a:lnTo>
                <a:cubicBezTo>
                  <a:pt x="6056" y="1448"/>
                  <a:pt x="6073" y="1448"/>
                  <a:pt x="6084" y="1458"/>
                </a:cubicBezTo>
                <a:cubicBezTo>
                  <a:pt x="6094" y="1469"/>
                  <a:pt x="6094" y="1486"/>
                  <a:pt x="6084" y="1497"/>
                </a:cubicBezTo>
                <a:lnTo>
                  <a:pt x="5841" y="1740"/>
                </a:lnTo>
                <a:cubicBezTo>
                  <a:pt x="5834" y="1747"/>
                  <a:pt x="5827" y="1747"/>
                  <a:pt x="5820" y="1747"/>
                </a:cubicBezTo>
                <a:close/>
                <a:moveTo>
                  <a:pt x="5337" y="1747"/>
                </a:moveTo>
                <a:cubicBezTo>
                  <a:pt x="5330" y="1747"/>
                  <a:pt x="5323" y="1743"/>
                  <a:pt x="5319" y="1740"/>
                </a:cubicBezTo>
                <a:cubicBezTo>
                  <a:pt x="5309" y="1729"/>
                  <a:pt x="5309" y="1712"/>
                  <a:pt x="5319" y="1701"/>
                </a:cubicBezTo>
                <a:lnTo>
                  <a:pt x="5562" y="1458"/>
                </a:lnTo>
                <a:cubicBezTo>
                  <a:pt x="5573" y="1448"/>
                  <a:pt x="5591" y="1448"/>
                  <a:pt x="5601" y="1458"/>
                </a:cubicBezTo>
                <a:cubicBezTo>
                  <a:pt x="5612" y="1469"/>
                  <a:pt x="5612" y="1486"/>
                  <a:pt x="5601" y="1497"/>
                </a:cubicBezTo>
                <a:lnTo>
                  <a:pt x="5358" y="1740"/>
                </a:lnTo>
                <a:cubicBezTo>
                  <a:pt x="5351" y="1747"/>
                  <a:pt x="5344" y="1747"/>
                  <a:pt x="5337" y="1747"/>
                </a:cubicBezTo>
                <a:close/>
                <a:moveTo>
                  <a:pt x="1959" y="1747"/>
                </a:moveTo>
                <a:cubicBezTo>
                  <a:pt x="1951" y="1747"/>
                  <a:pt x="1944" y="1743"/>
                  <a:pt x="1941" y="1740"/>
                </a:cubicBezTo>
                <a:cubicBezTo>
                  <a:pt x="1930" y="1729"/>
                  <a:pt x="1930" y="1712"/>
                  <a:pt x="1941" y="1701"/>
                </a:cubicBezTo>
                <a:lnTo>
                  <a:pt x="2184" y="1458"/>
                </a:lnTo>
                <a:cubicBezTo>
                  <a:pt x="2195" y="1448"/>
                  <a:pt x="2212" y="1448"/>
                  <a:pt x="2223" y="1458"/>
                </a:cubicBezTo>
                <a:cubicBezTo>
                  <a:pt x="2233" y="1469"/>
                  <a:pt x="2233" y="1486"/>
                  <a:pt x="2223" y="1497"/>
                </a:cubicBezTo>
                <a:lnTo>
                  <a:pt x="1980" y="1740"/>
                </a:lnTo>
                <a:cubicBezTo>
                  <a:pt x="1969" y="1747"/>
                  <a:pt x="1966" y="1747"/>
                  <a:pt x="1959" y="1747"/>
                </a:cubicBezTo>
                <a:close/>
                <a:moveTo>
                  <a:pt x="1476" y="1747"/>
                </a:moveTo>
                <a:cubicBezTo>
                  <a:pt x="1469" y="1747"/>
                  <a:pt x="1462" y="1743"/>
                  <a:pt x="1458" y="1740"/>
                </a:cubicBezTo>
                <a:cubicBezTo>
                  <a:pt x="1448" y="1729"/>
                  <a:pt x="1448" y="1712"/>
                  <a:pt x="1458" y="1701"/>
                </a:cubicBezTo>
                <a:lnTo>
                  <a:pt x="1701" y="1458"/>
                </a:lnTo>
                <a:cubicBezTo>
                  <a:pt x="1712" y="1448"/>
                  <a:pt x="1729" y="1448"/>
                  <a:pt x="1740" y="1458"/>
                </a:cubicBezTo>
                <a:cubicBezTo>
                  <a:pt x="1750" y="1469"/>
                  <a:pt x="1751" y="1486"/>
                  <a:pt x="1740" y="1497"/>
                </a:cubicBezTo>
                <a:lnTo>
                  <a:pt x="1497" y="1740"/>
                </a:lnTo>
                <a:cubicBezTo>
                  <a:pt x="1486" y="1747"/>
                  <a:pt x="1483" y="1747"/>
                  <a:pt x="1476" y="1747"/>
                </a:cubicBezTo>
                <a:close/>
                <a:moveTo>
                  <a:pt x="993" y="1747"/>
                </a:moveTo>
                <a:cubicBezTo>
                  <a:pt x="986" y="1747"/>
                  <a:pt x="979" y="1743"/>
                  <a:pt x="976" y="1740"/>
                </a:cubicBezTo>
                <a:cubicBezTo>
                  <a:pt x="965" y="1729"/>
                  <a:pt x="965" y="1712"/>
                  <a:pt x="976" y="1701"/>
                </a:cubicBezTo>
                <a:lnTo>
                  <a:pt x="1219" y="1458"/>
                </a:lnTo>
                <a:cubicBezTo>
                  <a:pt x="1229" y="1448"/>
                  <a:pt x="1247" y="1448"/>
                  <a:pt x="1257" y="1458"/>
                </a:cubicBezTo>
                <a:cubicBezTo>
                  <a:pt x="1268" y="1469"/>
                  <a:pt x="1268" y="1486"/>
                  <a:pt x="1257" y="1497"/>
                </a:cubicBezTo>
                <a:lnTo>
                  <a:pt x="1014" y="1740"/>
                </a:lnTo>
                <a:cubicBezTo>
                  <a:pt x="1004" y="1747"/>
                  <a:pt x="1000" y="1747"/>
                  <a:pt x="993" y="1747"/>
                </a:cubicBezTo>
                <a:close/>
                <a:moveTo>
                  <a:pt x="511" y="1747"/>
                </a:moveTo>
                <a:cubicBezTo>
                  <a:pt x="504" y="1747"/>
                  <a:pt x="497" y="1743"/>
                  <a:pt x="493" y="1740"/>
                </a:cubicBezTo>
                <a:cubicBezTo>
                  <a:pt x="482" y="1729"/>
                  <a:pt x="482" y="1712"/>
                  <a:pt x="493" y="1701"/>
                </a:cubicBezTo>
                <a:lnTo>
                  <a:pt x="736" y="1458"/>
                </a:lnTo>
                <a:cubicBezTo>
                  <a:pt x="747" y="1448"/>
                  <a:pt x="764" y="1448"/>
                  <a:pt x="775" y="1458"/>
                </a:cubicBezTo>
                <a:cubicBezTo>
                  <a:pt x="785" y="1469"/>
                  <a:pt x="785" y="1486"/>
                  <a:pt x="775" y="1497"/>
                </a:cubicBezTo>
                <a:lnTo>
                  <a:pt x="532" y="1740"/>
                </a:lnTo>
                <a:cubicBezTo>
                  <a:pt x="521" y="1747"/>
                  <a:pt x="514" y="1747"/>
                  <a:pt x="511" y="1747"/>
                </a:cubicBezTo>
                <a:close/>
                <a:moveTo>
                  <a:pt x="28" y="1747"/>
                </a:moveTo>
                <a:cubicBezTo>
                  <a:pt x="21" y="1747"/>
                  <a:pt x="14" y="1743"/>
                  <a:pt x="10" y="1740"/>
                </a:cubicBezTo>
                <a:cubicBezTo>
                  <a:pt x="0" y="1729"/>
                  <a:pt x="0" y="1712"/>
                  <a:pt x="10" y="1701"/>
                </a:cubicBezTo>
                <a:lnTo>
                  <a:pt x="253" y="1458"/>
                </a:lnTo>
                <a:cubicBezTo>
                  <a:pt x="264" y="1448"/>
                  <a:pt x="282" y="1448"/>
                  <a:pt x="292" y="1458"/>
                </a:cubicBezTo>
                <a:cubicBezTo>
                  <a:pt x="303" y="1469"/>
                  <a:pt x="303" y="1486"/>
                  <a:pt x="292" y="1497"/>
                </a:cubicBezTo>
                <a:lnTo>
                  <a:pt x="49" y="1740"/>
                </a:lnTo>
                <a:cubicBezTo>
                  <a:pt x="39" y="1747"/>
                  <a:pt x="31" y="1747"/>
                  <a:pt x="28" y="1747"/>
                </a:cubicBezTo>
                <a:close/>
                <a:moveTo>
                  <a:pt x="23193" y="1747"/>
                </a:moveTo>
                <a:cubicBezTo>
                  <a:pt x="23186" y="1747"/>
                  <a:pt x="23179" y="1743"/>
                  <a:pt x="23176" y="1740"/>
                </a:cubicBezTo>
                <a:cubicBezTo>
                  <a:pt x="23165" y="1729"/>
                  <a:pt x="23165" y="1712"/>
                  <a:pt x="23176" y="1701"/>
                </a:cubicBezTo>
                <a:lnTo>
                  <a:pt x="23419" y="1458"/>
                </a:lnTo>
                <a:cubicBezTo>
                  <a:pt x="23430" y="1448"/>
                  <a:pt x="23447" y="1448"/>
                  <a:pt x="23458" y="1458"/>
                </a:cubicBezTo>
                <a:cubicBezTo>
                  <a:pt x="23468" y="1469"/>
                  <a:pt x="23468" y="1486"/>
                  <a:pt x="23458" y="1497"/>
                </a:cubicBezTo>
                <a:lnTo>
                  <a:pt x="23215" y="1740"/>
                </a:lnTo>
                <a:cubicBezTo>
                  <a:pt x="23208" y="1747"/>
                  <a:pt x="23201" y="1747"/>
                  <a:pt x="23193" y="1747"/>
                </a:cubicBezTo>
                <a:close/>
                <a:moveTo>
                  <a:pt x="22228" y="1747"/>
                </a:moveTo>
                <a:cubicBezTo>
                  <a:pt x="22221" y="1747"/>
                  <a:pt x="22214" y="1743"/>
                  <a:pt x="22211" y="1740"/>
                </a:cubicBezTo>
                <a:cubicBezTo>
                  <a:pt x="22200" y="1729"/>
                  <a:pt x="22200" y="1712"/>
                  <a:pt x="22211" y="1701"/>
                </a:cubicBezTo>
                <a:lnTo>
                  <a:pt x="22454" y="1458"/>
                </a:lnTo>
                <a:cubicBezTo>
                  <a:pt x="22464" y="1448"/>
                  <a:pt x="22482" y="1448"/>
                  <a:pt x="22492" y="1458"/>
                </a:cubicBezTo>
                <a:cubicBezTo>
                  <a:pt x="22503" y="1469"/>
                  <a:pt x="22503" y="1486"/>
                  <a:pt x="22492" y="1497"/>
                </a:cubicBezTo>
                <a:lnTo>
                  <a:pt x="22249" y="1740"/>
                </a:lnTo>
                <a:cubicBezTo>
                  <a:pt x="22242" y="1747"/>
                  <a:pt x="22235" y="1747"/>
                  <a:pt x="22228" y="1747"/>
                </a:cubicBezTo>
                <a:close/>
                <a:moveTo>
                  <a:pt x="21263" y="1747"/>
                </a:moveTo>
                <a:cubicBezTo>
                  <a:pt x="21256" y="1747"/>
                  <a:pt x="21249" y="1743"/>
                  <a:pt x="21245" y="1740"/>
                </a:cubicBezTo>
                <a:cubicBezTo>
                  <a:pt x="21235" y="1729"/>
                  <a:pt x="21235" y="1712"/>
                  <a:pt x="21245" y="1701"/>
                </a:cubicBezTo>
                <a:lnTo>
                  <a:pt x="21488" y="1458"/>
                </a:lnTo>
                <a:cubicBezTo>
                  <a:pt x="21499" y="1448"/>
                  <a:pt x="21517" y="1448"/>
                  <a:pt x="21527" y="1458"/>
                </a:cubicBezTo>
                <a:cubicBezTo>
                  <a:pt x="21538" y="1469"/>
                  <a:pt x="21538" y="1486"/>
                  <a:pt x="21527" y="1497"/>
                </a:cubicBezTo>
                <a:lnTo>
                  <a:pt x="21284" y="1740"/>
                </a:lnTo>
                <a:cubicBezTo>
                  <a:pt x="21277" y="1747"/>
                  <a:pt x="21270" y="1747"/>
                  <a:pt x="21263" y="1747"/>
                </a:cubicBezTo>
                <a:close/>
                <a:moveTo>
                  <a:pt x="17884" y="1747"/>
                </a:moveTo>
                <a:cubicBezTo>
                  <a:pt x="17877" y="1747"/>
                  <a:pt x="17870" y="1743"/>
                  <a:pt x="17867" y="1740"/>
                </a:cubicBezTo>
                <a:cubicBezTo>
                  <a:pt x="17856" y="1729"/>
                  <a:pt x="17856" y="1712"/>
                  <a:pt x="17867" y="1701"/>
                </a:cubicBezTo>
                <a:lnTo>
                  <a:pt x="18110" y="1458"/>
                </a:lnTo>
                <a:cubicBezTo>
                  <a:pt x="18121" y="1448"/>
                  <a:pt x="18138" y="1448"/>
                  <a:pt x="18149" y="1458"/>
                </a:cubicBezTo>
                <a:cubicBezTo>
                  <a:pt x="18159" y="1469"/>
                  <a:pt x="18159" y="1486"/>
                  <a:pt x="18149" y="1497"/>
                </a:cubicBezTo>
                <a:lnTo>
                  <a:pt x="17906" y="1740"/>
                </a:lnTo>
                <a:cubicBezTo>
                  <a:pt x="17899" y="1747"/>
                  <a:pt x="17892" y="1747"/>
                  <a:pt x="17884" y="1747"/>
                </a:cubicBezTo>
                <a:close/>
                <a:moveTo>
                  <a:pt x="16919" y="1747"/>
                </a:moveTo>
                <a:cubicBezTo>
                  <a:pt x="16912" y="1747"/>
                  <a:pt x="16905" y="1743"/>
                  <a:pt x="16902" y="1740"/>
                </a:cubicBezTo>
                <a:cubicBezTo>
                  <a:pt x="16891" y="1729"/>
                  <a:pt x="16891" y="1712"/>
                  <a:pt x="16902" y="1701"/>
                </a:cubicBezTo>
                <a:lnTo>
                  <a:pt x="17145" y="1458"/>
                </a:lnTo>
                <a:cubicBezTo>
                  <a:pt x="17155" y="1448"/>
                  <a:pt x="17173" y="1448"/>
                  <a:pt x="17183" y="1458"/>
                </a:cubicBezTo>
                <a:cubicBezTo>
                  <a:pt x="17194" y="1469"/>
                  <a:pt x="17194" y="1486"/>
                  <a:pt x="17183" y="1497"/>
                </a:cubicBezTo>
                <a:lnTo>
                  <a:pt x="16940" y="1740"/>
                </a:lnTo>
                <a:cubicBezTo>
                  <a:pt x="16933" y="1747"/>
                  <a:pt x="16926" y="1747"/>
                  <a:pt x="16919" y="1747"/>
                </a:cubicBezTo>
                <a:close/>
                <a:moveTo>
                  <a:pt x="15954" y="1747"/>
                </a:moveTo>
                <a:cubicBezTo>
                  <a:pt x="15947" y="1747"/>
                  <a:pt x="15940" y="1743"/>
                  <a:pt x="15936" y="1740"/>
                </a:cubicBezTo>
                <a:cubicBezTo>
                  <a:pt x="15926" y="1729"/>
                  <a:pt x="15926" y="1712"/>
                  <a:pt x="15936" y="1701"/>
                </a:cubicBezTo>
                <a:lnTo>
                  <a:pt x="16179" y="1458"/>
                </a:lnTo>
                <a:cubicBezTo>
                  <a:pt x="16190" y="1448"/>
                  <a:pt x="16208" y="1448"/>
                  <a:pt x="16218" y="1458"/>
                </a:cubicBezTo>
                <a:cubicBezTo>
                  <a:pt x="16229" y="1469"/>
                  <a:pt x="16229" y="1486"/>
                  <a:pt x="16218" y="1497"/>
                </a:cubicBezTo>
                <a:lnTo>
                  <a:pt x="15975" y="1740"/>
                </a:lnTo>
                <a:cubicBezTo>
                  <a:pt x="15968" y="1747"/>
                  <a:pt x="15961" y="1747"/>
                  <a:pt x="15954" y="1747"/>
                </a:cubicBezTo>
                <a:close/>
                <a:moveTo>
                  <a:pt x="12575" y="1747"/>
                </a:moveTo>
                <a:cubicBezTo>
                  <a:pt x="12568" y="1747"/>
                  <a:pt x="12561" y="1743"/>
                  <a:pt x="12558" y="1740"/>
                </a:cubicBezTo>
                <a:cubicBezTo>
                  <a:pt x="12547" y="1729"/>
                  <a:pt x="12547" y="1712"/>
                  <a:pt x="12558" y="1701"/>
                </a:cubicBezTo>
                <a:lnTo>
                  <a:pt x="12801" y="1458"/>
                </a:lnTo>
                <a:cubicBezTo>
                  <a:pt x="12812" y="1448"/>
                  <a:pt x="12830" y="1448"/>
                  <a:pt x="12840" y="1458"/>
                </a:cubicBezTo>
                <a:cubicBezTo>
                  <a:pt x="12851" y="1469"/>
                  <a:pt x="12850" y="1486"/>
                  <a:pt x="12840" y="1497"/>
                </a:cubicBezTo>
                <a:lnTo>
                  <a:pt x="12597" y="1740"/>
                </a:lnTo>
                <a:cubicBezTo>
                  <a:pt x="12590" y="1747"/>
                  <a:pt x="12583" y="1747"/>
                  <a:pt x="12575" y="1747"/>
                </a:cubicBezTo>
                <a:close/>
                <a:moveTo>
                  <a:pt x="11611" y="1747"/>
                </a:moveTo>
                <a:cubicBezTo>
                  <a:pt x="11604" y="1747"/>
                  <a:pt x="11597" y="1743"/>
                  <a:pt x="11594" y="1740"/>
                </a:cubicBezTo>
                <a:cubicBezTo>
                  <a:pt x="11583" y="1729"/>
                  <a:pt x="11583" y="1712"/>
                  <a:pt x="11594" y="1701"/>
                </a:cubicBezTo>
                <a:lnTo>
                  <a:pt x="11836" y="1458"/>
                </a:lnTo>
                <a:cubicBezTo>
                  <a:pt x="11846" y="1448"/>
                  <a:pt x="11864" y="1448"/>
                  <a:pt x="11874" y="1458"/>
                </a:cubicBezTo>
                <a:cubicBezTo>
                  <a:pt x="11885" y="1469"/>
                  <a:pt x="11885" y="1486"/>
                  <a:pt x="11874" y="1497"/>
                </a:cubicBezTo>
                <a:lnTo>
                  <a:pt x="11632" y="1740"/>
                </a:lnTo>
                <a:cubicBezTo>
                  <a:pt x="11625" y="1747"/>
                  <a:pt x="11618" y="1747"/>
                  <a:pt x="11611" y="1747"/>
                </a:cubicBezTo>
                <a:close/>
                <a:moveTo>
                  <a:pt x="10646" y="1747"/>
                </a:moveTo>
                <a:cubicBezTo>
                  <a:pt x="10639" y="1747"/>
                  <a:pt x="10632" y="1743"/>
                  <a:pt x="10628" y="1740"/>
                </a:cubicBezTo>
                <a:cubicBezTo>
                  <a:pt x="10618" y="1729"/>
                  <a:pt x="10618" y="1712"/>
                  <a:pt x="10628" y="1701"/>
                </a:cubicBezTo>
                <a:lnTo>
                  <a:pt x="10871" y="1458"/>
                </a:lnTo>
                <a:cubicBezTo>
                  <a:pt x="10882" y="1448"/>
                  <a:pt x="10899" y="1448"/>
                  <a:pt x="10910" y="1458"/>
                </a:cubicBezTo>
                <a:cubicBezTo>
                  <a:pt x="10920" y="1469"/>
                  <a:pt x="10921" y="1486"/>
                  <a:pt x="10910" y="1497"/>
                </a:cubicBezTo>
                <a:lnTo>
                  <a:pt x="10667" y="1740"/>
                </a:lnTo>
                <a:cubicBezTo>
                  <a:pt x="10660" y="1747"/>
                  <a:pt x="10653" y="1747"/>
                  <a:pt x="10646" y="1747"/>
                </a:cubicBezTo>
                <a:close/>
                <a:moveTo>
                  <a:pt x="7268" y="1747"/>
                </a:moveTo>
                <a:cubicBezTo>
                  <a:pt x="7260" y="1747"/>
                  <a:pt x="7253" y="1743"/>
                  <a:pt x="7250" y="1740"/>
                </a:cubicBezTo>
                <a:cubicBezTo>
                  <a:pt x="7239" y="1729"/>
                  <a:pt x="7239" y="1712"/>
                  <a:pt x="7250" y="1701"/>
                </a:cubicBezTo>
                <a:lnTo>
                  <a:pt x="7493" y="1458"/>
                </a:lnTo>
                <a:cubicBezTo>
                  <a:pt x="7504" y="1448"/>
                  <a:pt x="7521" y="1448"/>
                  <a:pt x="7532" y="1458"/>
                </a:cubicBezTo>
                <a:cubicBezTo>
                  <a:pt x="7542" y="1469"/>
                  <a:pt x="7542" y="1486"/>
                  <a:pt x="7532" y="1497"/>
                </a:cubicBezTo>
                <a:lnTo>
                  <a:pt x="7289" y="1740"/>
                </a:lnTo>
                <a:cubicBezTo>
                  <a:pt x="7282" y="1747"/>
                  <a:pt x="7275" y="1747"/>
                  <a:pt x="7268" y="1747"/>
                </a:cubicBezTo>
                <a:close/>
                <a:moveTo>
                  <a:pt x="4854" y="1747"/>
                </a:moveTo>
                <a:cubicBezTo>
                  <a:pt x="4847" y="1747"/>
                  <a:pt x="4840" y="1743"/>
                  <a:pt x="4837" y="1740"/>
                </a:cubicBezTo>
                <a:cubicBezTo>
                  <a:pt x="4826" y="1729"/>
                  <a:pt x="4826" y="1712"/>
                  <a:pt x="4837" y="1701"/>
                </a:cubicBezTo>
                <a:lnTo>
                  <a:pt x="5080" y="1458"/>
                </a:lnTo>
                <a:cubicBezTo>
                  <a:pt x="5090" y="1448"/>
                  <a:pt x="5108" y="1448"/>
                  <a:pt x="5119" y="1458"/>
                </a:cubicBezTo>
                <a:cubicBezTo>
                  <a:pt x="5129" y="1469"/>
                  <a:pt x="5129" y="1486"/>
                  <a:pt x="5119" y="1497"/>
                </a:cubicBezTo>
                <a:lnTo>
                  <a:pt x="4875" y="1740"/>
                </a:lnTo>
                <a:cubicBezTo>
                  <a:pt x="4865" y="1747"/>
                  <a:pt x="4861" y="1747"/>
                  <a:pt x="4854" y="1747"/>
                </a:cubicBezTo>
                <a:close/>
                <a:moveTo>
                  <a:pt x="4372" y="1747"/>
                </a:moveTo>
                <a:cubicBezTo>
                  <a:pt x="4365" y="1747"/>
                  <a:pt x="4358" y="1743"/>
                  <a:pt x="4354" y="1740"/>
                </a:cubicBezTo>
                <a:cubicBezTo>
                  <a:pt x="4344" y="1729"/>
                  <a:pt x="4344" y="1712"/>
                  <a:pt x="4354" y="1701"/>
                </a:cubicBezTo>
                <a:lnTo>
                  <a:pt x="4597" y="1458"/>
                </a:lnTo>
                <a:cubicBezTo>
                  <a:pt x="4608" y="1448"/>
                  <a:pt x="4625" y="1448"/>
                  <a:pt x="4636" y="1458"/>
                </a:cubicBezTo>
                <a:cubicBezTo>
                  <a:pt x="4646" y="1469"/>
                  <a:pt x="4646" y="1486"/>
                  <a:pt x="4636" y="1497"/>
                </a:cubicBezTo>
                <a:lnTo>
                  <a:pt x="4393" y="1740"/>
                </a:lnTo>
                <a:cubicBezTo>
                  <a:pt x="4382" y="1747"/>
                  <a:pt x="4379" y="1747"/>
                  <a:pt x="4372" y="1747"/>
                </a:cubicBezTo>
                <a:close/>
                <a:moveTo>
                  <a:pt x="3889" y="1747"/>
                </a:moveTo>
                <a:cubicBezTo>
                  <a:pt x="3882" y="1747"/>
                  <a:pt x="3875" y="1743"/>
                  <a:pt x="3871" y="1740"/>
                </a:cubicBezTo>
                <a:cubicBezTo>
                  <a:pt x="3861" y="1729"/>
                  <a:pt x="3861" y="1712"/>
                  <a:pt x="3871" y="1701"/>
                </a:cubicBezTo>
                <a:lnTo>
                  <a:pt x="4115" y="1458"/>
                </a:lnTo>
                <a:cubicBezTo>
                  <a:pt x="4125" y="1448"/>
                  <a:pt x="4143" y="1448"/>
                  <a:pt x="4153" y="1458"/>
                </a:cubicBezTo>
                <a:cubicBezTo>
                  <a:pt x="4164" y="1469"/>
                  <a:pt x="4164" y="1486"/>
                  <a:pt x="4153" y="1497"/>
                </a:cubicBezTo>
                <a:lnTo>
                  <a:pt x="3910" y="1740"/>
                </a:lnTo>
                <a:cubicBezTo>
                  <a:pt x="3900" y="1747"/>
                  <a:pt x="3896" y="1747"/>
                  <a:pt x="3889" y="1747"/>
                </a:cubicBezTo>
                <a:close/>
                <a:moveTo>
                  <a:pt x="3406" y="1747"/>
                </a:moveTo>
                <a:cubicBezTo>
                  <a:pt x="3399" y="1747"/>
                  <a:pt x="3392" y="1743"/>
                  <a:pt x="3389" y="1740"/>
                </a:cubicBezTo>
                <a:cubicBezTo>
                  <a:pt x="3378" y="1729"/>
                  <a:pt x="3378" y="1712"/>
                  <a:pt x="3389" y="1701"/>
                </a:cubicBezTo>
                <a:lnTo>
                  <a:pt x="3632" y="1458"/>
                </a:lnTo>
                <a:cubicBezTo>
                  <a:pt x="3642" y="1448"/>
                  <a:pt x="3660" y="1448"/>
                  <a:pt x="3671" y="1458"/>
                </a:cubicBezTo>
                <a:cubicBezTo>
                  <a:pt x="3681" y="1469"/>
                  <a:pt x="3681" y="1486"/>
                  <a:pt x="3671" y="1497"/>
                </a:cubicBezTo>
                <a:lnTo>
                  <a:pt x="3428" y="1740"/>
                </a:lnTo>
                <a:cubicBezTo>
                  <a:pt x="3417" y="1747"/>
                  <a:pt x="3413" y="1747"/>
                  <a:pt x="3406" y="1747"/>
                </a:cubicBezTo>
                <a:close/>
                <a:moveTo>
                  <a:pt x="2924" y="1747"/>
                </a:moveTo>
                <a:cubicBezTo>
                  <a:pt x="2917" y="1747"/>
                  <a:pt x="2910" y="1743"/>
                  <a:pt x="2906" y="1740"/>
                </a:cubicBezTo>
                <a:cubicBezTo>
                  <a:pt x="2896" y="1729"/>
                  <a:pt x="2896" y="1712"/>
                  <a:pt x="2906" y="1701"/>
                </a:cubicBezTo>
                <a:lnTo>
                  <a:pt x="3149" y="1458"/>
                </a:lnTo>
                <a:cubicBezTo>
                  <a:pt x="3160" y="1448"/>
                  <a:pt x="3177" y="1448"/>
                  <a:pt x="3188" y="1458"/>
                </a:cubicBezTo>
                <a:cubicBezTo>
                  <a:pt x="3199" y="1469"/>
                  <a:pt x="3199" y="1486"/>
                  <a:pt x="3188" y="1497"/>
                </a:cubicBezTo>
                <a:lnTo>
                  <a:pt x="2945" y="1740"/>
                </a:lnTo>
                <a:cubicBezTo>
                  <a:pt x="2934" y="1747"/>
                  <a:pt x="2931" y="1747"/>
                  <a:pt x="2924" y="1747"/>
                </a:cubicBezTo>
                <a:close/>
                <a:moveTo>
                  <a:pt x="2441" y="1747"/>
                </a:moveTo>
                <a:cubicBezTo>
                  <a:pt x="2434" y="1747"/>
                  <a:pt x="2427" y="1743"/>
                  <a:pt x="2424" y="1740"/>
                </a:cubicBezTo>
                <a:cubicBezTo>
                  <a:pt x="2413" y="1729"/>
                  <a:pt x="2413" y="1712"/>
                  <a:pt x="2424" y="1701"/>
                </a:cubicBezTo>
                <a:lnTo>
                  <a:pt x="2667" y="1458"/>
                </a:lnTo>
                <a:cubicBezTo>
                  <a:pt x="2677" y="1448"/>
                  <a:pt x="2694" y="1448"/>
                  <a:pt x="2705" y="1458"/>
                </a:cubicBezTo>
                <a:cubicBezTo>
                  <a:pt x="2715" y="1469"/>
                  <a:pt x="2716" y="1486"/>
                  <a:pt x="2705" y="1497"/>
                </a:cubicBezTo>
                <a:lnTo>
                  <a:pt x="2462" y="1740"/>
                </a:lnTo>
                <a:cubicBezTo>
                  <a:pt x="2452" y="1747"/>
                  <a:pt x="2448" y="1747"/>
                  <a:pt x="2441" y="1747"/>
                </a:cubicBezTo>
                <a:close/>
                <a:moveTo>
                  <a:pt x="23193" y="1264"/>
                </a:moveTo>
                <a:cubicBezTo>
                  <a:pt x="23186" y="1264"/>
                  <a:pt x="23179" y="1261"/>
                  <a:pt x="23176" y="1257"/>
                </a:cubicBezTo>
                <a:cubicBezTo>
                  <a:pt x="23165" y="1247"/>
                  <a:pt x="23165" y="1229"/>
                  <a:pt x="23176" y="1219"/>
                </a:cubicBezTo>
                <a:lnTo>
                  <a:pt x="23419" y="976"/>
                </a:lnTo>
                <a:cubicBezTo>
                  <a:pt x="23430" y="965"/>
                  <a:pt x="23447" y="965"/>
                  <a:pt x="23458" y="976"/>
                </a:cubicBezTo>
                <a:cubicBezTo>
                  <a:pt x="23468" y="986"/>
                  <a:pt x="23468" y="1004"/>
                  <a:pt x="23458" y="1014"/>
                </a:cubicBezTo>
                <a:lnTo>
                  <a:pt x="23215" y="1257"/>
                </a:lnTo>
                <a:cubicBezTo>
                  <a:pt x="23208" y="1261"/>
                  <a:pt x="23201" y="1264"/>
                  <a:pt x="23193" y="1264"/>
                </a:cubicBezTo>
                <a:close/>
                <a:moveTo>
                  <a:pt x="22228" y="1264"/>
                </a:moveTo>
                <a:cubicBezTo>
                  <a:pt x="22221" y="1264"/>
                  <a:pt x="22214" y="1261"/>
                  <a:pt x="22211" y="1257"/>
                </a:cubicBezTo>
                <a:cubicBezTo>
                  <a:pt x="22200" y="1247"/>
                  <a:pt x="22200" y="1229"/>
                  <a:pt x="22211" y="1219"/>
                </a:cubicBezTo>
                <a:lnTo>
                  <a:pt x="22454" y="976"/>
                </a:lnTo>
                <a:cubicBezTo>
                  <a:pt x="22464" y="965"/>
                  <a:pt x="22482" y="965"/>
                  <a:pt x="22492" y="976"/>
                </a:cubicBezTo>
                <a:cubicBezTo>
                  <a:pt x="22503" y="986"/>
                  <a:pt x="22503" y="1004"/>
                  <a:pt x="22492" y="1014"/>
                </a:cubicBezTo>
                <a:lnTo>
                  <a:pt x="22249" y="1257"/>
                </a:lnTo>
                <a:cubicBezTo>
                  <a:pt x="22242" y="1261"/>
                  <a:pt x="22235" y="1264"/>
                  <a:pt x="22228" y="1264"/>
                </a:cubicBezTo>
                <a:close/>
                <a:moveTo>
                  <a:pt x="21263" y="1264"/>
                </a:moveTo>
                <a:cubicBezTo>
                  <a:pt x="21256" y="1264"/>
                  <a:pt x="21249" y="1261"/>
                  <a:pt x="21245" y="1257"/>
                </a:cubicBezTo>
                <a:cubicBezTo>
                  <a:pt x="21235" y="1247"/>
                  <a:pt x="21235" y="1229"/>
                  <a:pt x="21245" y="1219"/>
                </a:cubicBezTo>
                <a:lnTo>
                  <a:pt x="21488" y="976"/>
                </a:lnTo>
                <a:cubicBezTo>
                  <a:pt x="21499" y="965"/>
                  <a:pt x="21517" y="965"/>
                  <a:pt x="21527" y="976"/>
                </a:cubicBezTo>
                <a:cubicBezTo>
                  <a:pt x="21538" y="986"/>
                  <a:pt x="21538" y="1004"/>
                  <a:pt x="21527" y="1014"/>
                </a:cubicBezTo>
                <a:lnTo>
                  <a:pt x="21284" y="1257"/>
                </a:lnTo>
                <a:cubicBezTo>
                  <a:pt x="21277" y="1261"/>
                  <a:pt x="21270" y="1264"/>
                  <a:pt x="21263" y="1264"/>
                </a:cubicBezTo>
                <a:close/>
                <a:moveTo>
                  <a:pt x="17884" y="1264"/>
                </a:moveTo>
                <a:cubicBezTo>
                  <a:pt x="17877" y="1264"/>
                  <a:pt x="17870" y="1261"/>
                  <a:pt x="17867" y="1257"/>
                </a:cubicBezTo>
                <a:cubicBezTo>
                  <a:pt x="17856" y="1247"/>
                  <a:pt x="17856" y="1229"/>
                  <a:pt x="17867" y="1219"/>
                </a:cubicBezTo>
                <a:lnTo>
                  <a:pt x="18110" y="976"/>
                </a:lnTo>
                <a:cubicBezTo>
                  <a:pt x="18121" y="965"/>
                  <a:pt x="18138" y="965"/>
                  <a:pt x="18149" y="976"/>
                </a:cubicBezTo>
                <a:cubicBezTo>
                  <a:pt x="18159" y="986"/>
                  <a:pt x="18159" y="1004"/>
                  <a:pt x="18149" y="1014"/>
                </a:cubicBezTo>
                <a:lnTo>
                  <a:pt x="17906" y="1257"/>
                </a:lnTo>
                <a:cubicBezTo>
                  <a:pt x="17899" y="1261"/>
                  <a:pt x="17892" y="1264"/>
                  <a:pt x="17884" y="1264"/>
                </a:cubicBezTo>
                <a:close/>
                <a:moveTo>
                  <a:pt x="16919" y="1264"/>
                </a:moveTo>
                <a:cubicBezTo>
                  <a:pt x="16912" y="1264"/>
                  <a:pt x="16905" y="1261"/>
                  <a:pt x="16902" y="1257"/>
                </a:cubicBezTo>
                <a:cubicBezTo>
                  <a:pt x="16891" y="1247"/>
                  <a:pt x="16891" y="1229"/>
                  <a:pt x="16902" y="1219"/>
                </a:cubicBezTo>
                <a:lnTo>
                  <a:pt x="17145" y="976"/>
                </a:lnTo>
                <a:cubicBezTo>
                  <a:pt x="17155" y="965"/>
                  <a:pt x="17173" y="965"/>
                  <a:pt x="17183" y="976"/>
                </a:cubicBezTo>
                <a:cubicBezTo>
                  <a:pt x="17194" y="986"/>
                  <a:pt x="17194" y="1004"/>
                  <a:pt x="17183" y="1014"/>
                </a:cubicBezTo>
                <a:lnTo>
                  <a:pt x="16940" y="1257"/>
                </a:lnTo>
                <a:cubicBezTo>
                  <a:pt x="16933" y="1261"/>
                  <a:pt x="16926" y="1264"/>
                  <a:pt x="16919" y="1264"/>
                </a:cubicBezTo>
                <a:close/>
                <a:moveTo>
                  <a:pt x="15954" y="1264"/>
                </a:moveTo>
                <a:cubicBezTo>
                  <a:pt x="15947" y="1264"/>
                  <a:pt x="15940" y="1261"/>
                  <a:pt x="15936" y="1257"/>
                </a:cubicBezTo>
                <a:cubicBezTo>
                  <a:pt x="15926" y="1247"/>
                  <a:pt x="15926" y="1229"/>
                  <a:pt x="15936" y="1219"/>
                </a:cubicBezTo>
                <a:lnTo>
                  <a:pt x="16179" y="976"/>
                </a:lnTo>
                <a:cubicBezTo>
                  <a:pt x="16190" y="965"/>
                  <a:pt x="16208" y="966"/>
                  <a:pt x="16218" y="976"/>
                </a:cubicBezTo>
                <a:cubicBezTo>
                  <a:pt x="16229" y="987"/>
                  <a:pt x="16229" y="1004"/>
                  <a:pt x="16218" y="1014"/>
                </a:cubicBezTo>
                <a:lnTo>
                  <a:pt x="15975" y="1257"/>
                </a:lnTo>
                <a:cubicBezTo>
                  <a:pt x="15968" y="1261"/>
                  <a:pt x="15961" y="1264"/>
                  <a:pt x="15954" y="1264"/>
                </a:cubicBezTo>
                <a:close/>
                <a:moveTo>
                  <a:pt x="12575" y="1264"/>
                </a:moveTo>
                <a:cubicBezTo>
                  <a:pt x="12568" y="1264"/>
                  <a:pt x="12561" y="1261"/>
                  <a:pt x="12558" y="1257"/>
                </a:cubicBezTo>
                <a:cubicBezTo>
                  <a:pt x="12547" y="1247"/>
                  <a:pt x="12547" y="1229"/>
                  <a:pt x="12558" y="1219"/>
                </a:cubicBezTo>
                <a:lnTo>
                  <a:pt x="12801" y="976"/>
                </a:lnTo>
                <a:cubicBezTo>
                  <a:pt x="12812" y="965"/>
                  <a:pt x="12830" y="966"/>
                  <a:pt x="12840" y="976"/>
                </a:cubicBezTo>
                <a:cubicBezTo>
                  <a:pt x="12851" y="987"/>
                  <a:pt x="12850" y="1004"/>
                  <a:pt x="12840" y="1014"/>
                </a:cubicBezTo>
                <a:lnTo>
                  <a:pt x="12597" y="1257"/>
                </a:lnTo>
                <a:cubicBezTo>
                  <a:pt x="12590" y="1261"/>
                  <a:pt x="12583" y="1264"/>
                  <a:pt x="12575" y="1264"/>
                </a:cubicBezTo>
                <a:close/>
                <a:moveTo>
                  <a:pt x="11611" y="1264"/>
                </a:moveTo>
                <a:cubicBezTo>
                  <a:pt x="11604" y="1264"/>
                  <a:pt x="11597" y="1261"/>
                  <a:pt x="11594" y="1257"/>
                </a:cubicBezTo>
                <a:cubicBezTo>
                  <a:pt x="11583" y="1247"/>
                  <a:pt x="11583" y="1229"/>
                  <a:pt x="11594" y="1219"/>
                </a:cubicBezTo>
                <a:lnTo>
                  <a:pt x="11836" y="976"/>
                </a:lnTo>
                <a:cubicBezTo>
                  <a:pt x="11846" y="965"/>
                  <a:pt x="11864" y="966"/>
                  <a:pt x="11874" y="976"/>
                </a:cubicBezTo>
                <a:cubicBezTo>
                  <a:pt x="11885" y="987"/>
                  <a:pt x="11885" y="1004"/>
                  <a:pt x="11874" y="1014"/>
                </a:cubicBezTo>
                <a:lnTo>
                  <a:pt x="11632" y="1257"/>
                </a:lnTo>
                <a:cubicBezTo>
                  <a:pt x="11625" y="1261"/>
                  <a:pt x="11618" y="1264"/>
                  <a:pt x="11611" y="1264"/>
                </a:cubicBezTo>
                <a:close/>
                <a:moveTo>
                  <a:pt x="10646" y="1264"/>
                </a:moveTo>
                <a:cubicBezTo>
                  <a:pt x="10639" y="1264"/>
                  <a:pt x="10632" y="1261"/>
                  <a:pt x="10628" y="1257"/>
                </a:cubicBezTo>
                <a:cubicBezTo>
                  <a:pt x="10618" y="1247"/>
                  <a:pt x="10618" y="1229"/>
                  <a:pt x="10628" y="1219"/>
                </a:cubicBezTo>
                <a:lnTo>
                  <a:pt x="10871" y="976"/>
                </a:lnTo>
                <a:cubicBezTo>
                  <a:pt x="10882" y="965"/>
                  <a:pt x="10899" y="966"/>
                  <a:pt x="10910" y="976"/>
                </a:cubicBezTo>
                <a:cubicBezTo>
                  <a:pt x="10920" y="987"/>
                  <a:pt x="10921" y="1004"/>
                  <a:pt x="10910" y="1014"/>
                </a:cubicBezTo>
                <a:lnTo>
                  <a:pt x="10667" y="1257"/>
                </a:lnTo>
                <a:cubicBezTo>
                  <a:pt x="10660" y="1261"/>
                  <a:pt x="10653" y="1264"/>
                  <a:pt x="10646" y="1264"/>
                </a:cubicBezTo>
                <a:close/>
                <a:moveTo>
                  <a:pt x="7268" y="1264"/>
                </a:moveTo>
                <a:cubicBezTo>
                  <a:pt x="7260" y="1264"/>
                  <a:pt x="7253" y="1261"/>
                  <a:pt x="7250" y="1257"/>
                </a:cubicBezTo>
                <a:cubicBezTo>
                  <a:pt x="7239" y="1247"/>
                  <a:pt x="7239" y="1229"/>
                  <a:pt x="7250" y="1219"/>
                </a:cubicBezTo>
                <a:lnTo>
                  <a:pt x="7493" y="976"/>
                </a:lnTo>
                <a:cubicBezTo>
                  <a:pt x="7504" y="965"/>
                  <a:pt x="7521" y="965"/>
                  <a:pt x="7532" y="976"/>
                </a:cubicBezTo>
                <a:cubicBezTo>
                  <a:pt x="7542" y="986"/>
                  <a:pt x="7542" y="1004"/>
                  <a:pt x="7532" y="1014"/>
                </a:cubicBezTo>
                <a:lnTo>
                  <a:pt x="7289" y="1257"/>
                </a:lnTo>
                <a:cubicBezTo>
                  <a:pt x="7282" y="1261"/>
                  <a:pt x="7275" y="1264"/>
                  <a:pt x="7268" y="1264"/>
                </a:cubicBezTo>
                <a:close/>
                <a:moveTo>
                  <a:pt x="4854" y="1264"/>
                </a:moveTo>
                <a:cubicBezTo>
                  <a:pt x="4847" y="1264"/>
                  <a:pt x="4840" y="1261"/>
                  <a:pt x="4837" y="1257"/>
                </a:cubicBezTo>
                <a:cubicBezTo>
                  <a:pt x="4826" y="1247"/>
                  <a:pt x="4826" y="1229"/>
                  <a:pt x="4837" y="1219"/>
                </a:cubicBezTo>
                <a:lnTo>
                  <a:pt x="5080" y="976"/>
                </a:lnTo>
                <a:cubicBezTo>
                  <a:pt x="5090" y="965"/>
                  <a:pt x="5108" y="965"/>
                  <a:pt x="5119" y="976"/>
                </a:cubicBezTo>
                <a:cubicBezTo>
                  <a:pt x="5129" y="986"/>
                  <a:pt x="5129" y="1004"/>
                  <a:pt x="5119" y="1014"/>
                </a:cubicBezTo>
                <a:lnTo>
                  <a:pt x="4875" y="1257"/>
                </a:lnTo>
                <a:cubicBezTo>
                  <a:pt x="4865" y="1261"/>
                  <a:pt x="4861" y="1264"/>
                  <a:pt x="4854" y="1264"/>
                </a:cubicBezTo>
                <a:close/>
                <a:moveTo>
                  <a:pt x="4372" y="1264"/>
                </a:moveTo>
                <a:cubicBezTo>
                  <a:pt x="4365" y="1264"/>
                  <a:pt x="4358" y="1261"/>
                  <a:pt x="4354" y="1257"/>
                </a:cubicBezTo>
                <a:cubicBezTo>
                  <a:pt x="4344" y="1247"/>
                  <a:pt x="4344" y="1229"/>
                  <a:pt x="4354" y="1219"/>
                </a:cubicBezTo>
                <a:lnTo>
                  <a:pt x="4597" y="976"/>
                </a:lnTo>
                <a:cubicBezTo>
                  <a:pt x="4608" y="965"/>
                  <a:pt x="4625" y="965"/>
                  <a:pt x="4636" y="976"/>
                </a:cubicBezTo>
                <a:cubicBezTo>
                  <a:pt x="4646" y="986"/>
                  <a:pt x="4646" y="1004"/>
                  <a:pt x="4636" y="1014"/>
                </a:cubicBezTo>
                <a:lnTo>
                  <a:pt x="4393" y="1257"/>
                </a:lnTo>
                <a:cubicBezTo>
                  <a:pt x="4382" y="1261"/>
                  <a:pt x="4379" y="1264"/>
                  <a:pt x="4372" y="1264"/>
                </a:cubicBezTo>
                <a:close/>
                <a:moveTo>
                  <a:pt x="3889" y="1264"/>
                </a:moveTo>
                <a:cubicBezTo>
                  <a:pt x="3882" y="1264"/>
                  <a:pt x="3875" y="1261"/>
                  <a:pt x="3871" y="1257"/>
                </a:cubicBezTo>
                <a:cubicBezTo>
                  <a:pt x="3861" y="1247"/>
                  <a:pt x="3861" y="1229"/>
                  <a:pt x="3871" y="1219"/>
                </a:cubicBezTo>
                <a:lnTo>
                  <a:pt x="4115" y="976"/>
                </a:lnTo>
                <a:cubicBezTo>
                  <a:pt x="4125" y="965"/>
                  <a:pt x="4143" y="965"/>
                  <a:pt x="4153" y="976"/>
                </a:cubicBezTo>
                <a:cubicBezTo>
                  <a:pt x="4164" y="986"/>
                  <a:pt x="4164" y="1004"/>
                  <a:pt x="4153" y="1014"/>
                </a:cubicBezTo>
                <a:lnTo>
                  <a:pt x="3910" y="1257"/>
                </a:lnTo>
                <a:cubicBezTo>
                  <a:pt x="3900" y="1261"/>
                  <a:pt x="3896" y="1264"/>
                  <a:pt x="3889" y="1264"/>
                </a:cubicBezTo>
                <a:close/>
                <a:moveTo>
                  <a:pt x="3406" y="1264"/>
                </a:moveTo>
                <a:cubicBezTo>
                  <a:pt x="3399" y="1264"/>
                  <a:pt x="3392" y="1261"/>
                  <a:pt x="3389" y="1257"/>
                </a:cubicBezTo>
                <a:cubicBezTo>
                  <a:pt x="3378" y="1247"/>
                  <a:pt x="3378" y="1229"/>
                  <a:pt x="3389" y="1219"/>
                </a:cubicBezTo>
                <a:lnTo>
                  <a:pt x="3632" y="976"/>
                </a:lnTo>
                <a:cubicBezTo>
                  <a:pt x="3642" y="965"/>
                  <a:pt x="3660" y="965"/>
                  <a:pt x="3671" y="976"/>
                </a:cubicBezTo>
                <a:cubicBezTo>
                  <a:pt x="3681" y="986"/>
                  <a:pt x="3681" y="1004"/>
                  <a:pt x="3671" y="1014"/>
                </a:cubicBezTo>
                <a:lnTo>
                  <a:pt x="3428" y="1257"/>
                </a:lnTo>
                <a:cubicBezTo>
                  <a:pt x="3417" y="1261"/>
                  <a:pt x="3413" y="1264"/>
                  <a:pt x="3406" y="1264"/>
                </a:cubicBezTo>
                <a:close/>
                <a:moveTo>
                  <a:pt x="2924" y="1264"/>
                </a:moveTo>
                <a:cubicBezTo>
                  <a:pt x="2917" y="1264"/>
                  <a:pt x="2910" y="1261"/>
                  <a:pt x="2906" y="1257"/>
                </a:cubicBezTo>
                <a:cubicBezTo>
                  <a:pt x="2896" y="1247"/>
                  <a:pt x="2896" y="1229"/>
                  <a:pt x="2906" y="1219"/>
                </a:cubicBezTo>
                <a:lnTo>
                  <a:pt x="3149" y="976"/>
                </a:lnTo>
                <a:cubicBezTo>
                  <a:pt x="3160" y="965"/>
                  <a:pt x="3177" y="966"/>
                  <a:pt x="3188" y="976"/>
                </a:cubicBezTo>
                <a:cubicBezTo>
                  <a:pt x="3199" y="987"/>
                  <a:pt x="3199" y="1004"/>
                  <a:pt x="3188" y="1014"/>
                </a:cubicBezTo>
                <a:lnTo>
                  <a:pt x="2945" y="1257"/>
                </a:lnTo>
                <a:cubicBezTo>
                  <a:pt x="2934" y="1261"/>
                  <a:pt x="2931" y="1264"/>
                  <a:pt x="2924" y="1264"/>
                </a:cubicBezTo>
                <a:close/>
                <a:moveTo>
                  <a:pt x="2441" y="1264"/>
                </a:moveTo>
                <a:cubicBezTo>
                  <a:pt x="2434" y="1264"/>
                  <a:pt x="2427" y="1261"/>
                  <a:pt x="2424" y="1257"/>
                </a:cubicBezTo>
                <a:cubicBezTo>
                  <a:pt x="2413" y="1247"/>
                  <a:pt x="2413" y="1229"/>
                  <a:pt x="2424" y="1219"/>
                </a:cubicBezTo>
                <a:lnTo>
                  <a:pt x="2667" y="976"/>
                </a:lnTo>
                <a:cubicBezTo>
                  <a:pt x="2677" y="965"/>
                  <a:pt x="2694" y="966"/>
                  <a:pt x="2705" y="976"/>
                </a:cubicBezTo>
                <a:cubicBezTo>
                  <a:pt x="2715" y="987"/>
                  <a:pt x="2716" y="1004"/>
                  <a:pt x="2705" y="1014"/>
                </a:cubicBezTo>
                <a:lnTo>
                  <a:pt x="2462" y="1257"/>
                </a:lnTo>
                <a:cubicBezTo>
                  <a:pt x="2452" y="1261"/>
                  <a:pt x="2448" y="1264"/>
                  <a:pt x="2441" y="1264"/>
                </a:cubicBezTo>
                <a:close/>
                <a:moveTo>
                  <a:pt x="22711" y="1264"/>
                </a:moveTo>
                <a:cubicBezTo>
                  <a:pt x="22704" y="1264"/>
                  <a:pt x="22697" y="1261"/>
                  <a:pt x="22693" y="1257"/>
                </a:cubicBezTo>
                <a:cubicBezTo>
                  <a:pt x="22683" y="1247"/>
                  <a:pt x="22683" y="1229"/>
                  <a:pt x="22693" y="1219"/>
                </a:cubicBezTo>
                <a:lnTo>
                  <a:pt x="22936" y="976"/>
                </a:lnTo>
                <a:cubicBezTo>
                  <a:pt x="22947" y="965"/>
                  <a:pt x="22964" y="965"/>
                  <a:pt x="22975" y="976"/>
                </a:cubicBezTo>
                <a:cubicBezTo>
                  <a:pt x="22986" y="986"/>
                  <a:pt x="22986" y="1004"/>
                  <a:pt x="22975" y="1014"/>
                </a:cubicBezTo>
                <a:lnTo>
                  <a:pt x="22732" y="1257"/>
                </a:lnTo>
                <a:cubicBezTo>
                  <a:pt x="22725" y="1261"/>
                  <a:pt x="22718" y="1264"/>
                  <a:pt x="22711" y="1264"/>
                </a:cubicBezTo>
                <a:close/>
                <a:moveTo>
                  <a:pt x="21746" y="1264"/>
                </a:moveTo>
                <a:cubicBezTo>
                  <a:pt x="21739" y="1264"/>
                  <a:pt x="21731" y="1261"/>
                  <a:pt x="21728" y="1257"/>
                </a:cubicBezTo>
                <a:cubicBezTo>
                  <a:pt x="21717" y="1247"/>
                  <a:pt x="21717" y="1229"/>
                  <a:pt x="21728" y="1219"/>
                </a:cubicBezTo>
                <a:lnTo>
                  <a:pt x="21968" y="976"/>
                </a:lnTo>
                <a:cubicBezTo>
                  <a:pt x="21978" y="965"/>
                  <a:pt x="21996" y="965"/>
                  <a:pt x="22006" y="976"/>
                </a:cubicBezTo>
                <a:cubicBezTo>
                  <a:pt x="22017" y="986"/>
                  <a:pt x="22017" y="1004"/>
                  <a:pt x="22006" y="1014"/>
                </a:cubicBezTo>
                <a:lnTo>
                  <a:pt x="21763" y="1257"/>
                </a:lnTo>
                <a:cubicBezTo>
                  <a:pt x="21760" y="1261"/>
                  <a:pt x="21753" y="1264"/>
                  <a:pt x="21746" y="1264"/>
                </a:cubicBezTo>
                <a:close/>
                <a:moveTo>
                  <a:pt x="20780" y="1264"/>
                </a:moveTo>
                <a:cubicBezTo>
                  <a:pt x="20773" y="1264"/>
                  <a:pt x="20766" y="1261"/>
                  <a:pt x="20763" y="1257"/>
                </a:cubicBezTo>
                <a:cubicBezTo>
                  <a:pt x="20752" y="1247"/>
                  <a:pt x="20752" y="1229"/>
                  <a:pt x="20763" y="1219"/>
                </a:cubicBezTo>
                <a:lnTo>
                  <a:pt x="21006" y="976"/>
                </a:lnTo>
                <a:cubicBezTo>
                  <a:pt x="21016" y="965"/>
                  <a:pt x="21034" y="965"/>
                  <a:pt x="21045" y="976"/>
                </a:cubicBezTo>
                <a:cubicBezTo>
                  <a:pt x="21055" y="986"/>
                  <a:pt x="21055" y="1004"/>
                  <a:pt x="21045" y="1014"/>
                </a:cubicBezTo>
                <a:lnTo>
                  <a:pt x="20805" y="1257"/>
                </a:lnTo>
                <a:cubicBezTo>
                  <a:pt x="20794" y="1261"/>
                  <a:pt x="20787" y="1264"/>
                  <a:pt x="20780" y="1264"/>
                </a:cubicBezTo>
                <a:close/>
                <a:moveTo>
                  <a:pt x="20298" y="1264"/>
                </a:moveTo>
                <a:cubicBezTo>
                  <a:pt x="20291" y="1264"/>
                  <a:pt x="20284" y="1261"/>
                  <a:pt x="20280" y="1257"/>
                </a:cubicBezTo>
                <a:cubicBezTo>
                  <a:pt x="20269" y="1247"/>
                  <a:pt x="20269" y="1229"/>
                  <a:pt x="20280" y="1219"/>
                </a:cubicBezTo>
                <a:lnTo>
                  <a:pt x="20523" y="976"/>
                </a:lnTo>
                <a:cubicBezTo>
                  <a:pt x="20534" y="965"/>
                  <a:pt x="20551" y="965"/>
                  <a:pt x="20562" y="976"/>
                </a:cubicBezTo>
                <a:cubicBezTo>
                  <a:pt x="20572" y="986"/>
                  <a:pt x="20572" y="1004"/>
                  <a:pt x="20562" y="1014"/>
                </a:cubicBezTo>
                <a:lnTo>
                  <a:pt x="20319" y="1257"/>
                </a:lnTo>
                <a:cubicBezTo>
                  <a:pt x="20312" y="1261"/>
                  <a:pt x="20305" y="1264"/>
                  <a:pt x="20298" y="1264"/>
                </a:cubicBezTo>
                <a:close/>
                <a:moveTo>
                  <a:pt x="19815" y="1264"/>
                </a:moveTo>
                <a:cubicBezTo>
                  <a:pt x="19808" y="1264"/>
                  <a:pt x="19801" y="1261"/>
                  <a:pt x="19797" y="1257"/>
                </a:cubicBezTo>
                <a:cubicBezTo>
                  <a:pt x="19787" y="1247"/>
                  <a:pt x="19787" y="1229"/>
                  <a:pt x="19797" y="1219"/>
                </a:cubicBezTo>
                <a:lnTo>
                  <a:pt x="20037" y="976"/>
                </a:lnTo>
                <a:cubicBezTo>
                  <a:pt x="20048" y="965"/>
                  <a:pt x="20065" y="965"/>
                  <a:pt x="20076" y="976"/>
                </a:cubicBezTo>
                <a:cubicBezTo>
                  <a:pt x="20086" y="986"/>
                  <a:pt x="20086" y="1004"/>
                  <a:pt x="20076" y="1014"/>
                </a:cubicBezTo>
                <a:lnTo>
                  <a:pt x="19833" y="1257"/>
                </a:lnTo>
                <a:cubicBezTo>
                  <a:pt x="19829" y="1261"/>
                  <a:pt x="19822" y="1264"/>
                  <a:pt x="19815" y="1264"/>
                </a:cubicBezTo>
                <a:close/>
                <a:moveTo>
                  <a:pt x="19332" y="1264"/>
                </a:moveTo>
                <a:cubicBezTo>
                  <a:pt x="19325" y="1264"/>
                  <a:pt x="19318" y="1261"/>
                  <a:pt x="19315" y="1257"/>
                </a:cubicBezTo>
                <a:cubicBezTo>
                  <a:pt x="19304" y="1247"/>
                  <a:pt x="19304" y="1229"/>
                  <a:pt x="19315" y="1219"/>
                </a:cubicBezTo>
                <a:lnTo>
                  <a:pt x="19558" y="976"/>
                </a:lnTo>
                <a:cubicBezTo>
                  <a:pt x="19568" y="965"/>
                  <a:pt x="19586" y="965"/>
                  <a:pt x="19597" y="976"/>
                </a:cubicBezTo>
                <a:cubicBezTo>
                  <a:pt x="19607" y="986"/>
                  <a:pt x="19607" y="1004"/>
                  <a:pt x="19597" y="1014"/>
                </a:cubicBezTo>
                <a:lnTo>
                  <a:pt x="19354" y="1257"/>
                </a:lnTo>
                <a:cubicBezTo>
                  <a:pt x="19346" y="1261"/>
                  <a:pt x="19339" y="1264"/>
                  <a:pt x="19332" y="1264"/>
                </a:cubicBezTo>
                <a:close/>
                <a:moveTo>
                  <a:pt x="18850" y="1264"/>
                </a:moveTo>
                <a:cubicBezTo>
                  <a:pt x="18843" y="1264"/>
                  <a:pt x="18836" y="1261"/>
                  <a:pt x="18832" y="1257"/>
                </a:cubicBezTo>
                <a:cubicBezTo>
                  <a:pt x="18822" y="1247"/>
                  <a:pt x="18822" y="1229"/>
                  <a:pt x="18832" y="1219"/>
                </a:cubicBezTo>
                <a:lnTo>
                  <a:pt x="19075" y="976"/>
                </a:lnTo>
                <a:cubicBezTo>
                  <a:pt x="19086" y="965"/>
                  <a:pt x="19103" y="965"/>
                  <a:pt x="19114" y="976"/>
                </a:cubicBezTo>
                <a:cubicBezTo>
                  <a:pt x="19125" y="986"/>
                  <a:pt x="19125" y="1004"/>
                  <a:pt x="19114" y="1014"/>
                </a:cubicBezTo>
                <a:lnTo>
                  <a:pt x="18874" y="1257"/>
                </a:lnTo>
                <a:cubicBezTo>
                  <a:pt x="18864" y="1261"/>
                  <a:pt x="18857" y="1264"/>
                  <a:pt x="18850" y="1264"/>
                </a:cubicBezTo>
                <a:close/>
                <a:moveTo>
                  <a:pt x="18367" y="1264"/>
                </a:moveTo>
                <a:cubicBezTo>
                  <a:pt x="18360" y="1264"/>
                  <a:pt x="18353" y="1261"/>
                  <a:pt x="18350" y="1257"/>
                </a:cubicBezTo>
                <a:cubicBezTo>
                  <a:pt x="18339" y="1247"/>
                  <a:pt x="18339" y="1229"/>
                  <a:pt x="18350" y="1219"/>
                </a:cubicBezTo>
                <a:lnTo>
                  <a:pt x="18593" y="976"/>
                </a:lnTo>
                <a:cubicBezTo>
                  <a:pt x="18603" y="965"/>
                  <a:pt x="18621" y="965"/>
                  <a:pt x="18631" y="976"/>
                </a:cubicBezTo>
                <a:cubicBezTo>
                  <a:pt x="18642" y="986"/>
                  <a:pt x="18642" y="1004"/>
                  <a:pt x="18631" y="1014"/>
                </a:cubicBezTo>
                <a:lnTo>
                  <a:pt x="18388" y="1257"/>
                </a:lnTo>
                <a:cubicBezTo>
                  <a:pt x="18381" y="1261"/>
                  <a:pt x="18374" y="1264"/>
                  <a:pt x="18367" y="1264"/>
                </a:cubicBezTo>
                <a:close/>
                <a:moveTo>
                  <a:pt x="17402" y="1264"/>
                </a:moveTo>
                <a:cubicBezTo>
                  <a:pt x="17395" y="1264"/>
                  <a:pt x="17388" y="1261"/>
                  <a:pt x="17384" y="1257"/>
                </a:cubicBezTo>
                <a:cubicBezTo>
                  <a:pt x="17374" y="1247"/>
                  <a:pt x="17374" y="1229"/>
                  <a:pt x="17384" y="1219"/>
                </a:cubicBezTo>
                <a:lnTo>
                  <a:pt x="17627" y="976"/>
                </a:lnTo>
                <a:cubicBezTo>
                  <a:pt x="17638" y="965"/>
                  <a:pt x="17655" y="965"/>
                  <a:pt x="17666" y="976"/>
                </a:cubicBezTo>
                <a:cubicBezTo>
                  <a:pt x="17677" y="986"/>
                  <a:pt x="17677" y="1004"/>
                  <a:pt x="17666" y="1014"/>
                </a:cubicBezTo>
                <a:lnTo>
                  <a:pt x="17423" y="1257"/>
                </a:lnTo>
                <a:cubicBezTo>
                  <a:pt x="17416" y="1261"/>
                  <a:pt x="17409" y="1264"/>
                  <a:pt x="17402" y="1264"/>
                </a:cubicBezTo>
                <a:close/>
                <a:moveTo>
                  <a:pt x="16437" y="1264"/>
                </a:moveTo>
                <a:cubicBezTo>
                  <a:pt x="16430" y="1264"/>
                  <a:pt x="16422" y="1261"/>
                  <a:pt x="16419" y="1257"/>
                </a:cubicBezTo>
                <a:cubicBezTo>
                  <a:pt x="16408" y="1247"/>
                  <a:pt x="16408" y="1229"/>
                  <a:pt x="16419" y="1219"/>
                </a:cubicBezTo>
                <a:lnTo>
                  <a:pt x="16662" y="976"/>
                </a:lnTo>
                <a:cubicBezTo>
                  <a:pt x="16673" y="965"/>
                  <a:pt x="16691" y="966"/>
                  <a:pt x="16701" y="976"/>
                </a:cubicBezTo>
                <a:cubicBezTo>
                  <a:pt x="16712" y="987"/>
                  <a:pt x="16711" y="1004"/>
                  <a:pt x="16701" y="1014"/>
                </a:cubicBezTo>
                <a:lnTo>
                  <a:pt x="16458" y="1257"/>
                </a:lnTo>
                <a:cubicBezTo>
                  <a:pt x="16451" y="1261"/>
                  <a:pt x="16444" y="1264"/>
                  <a:pt x="16437" y="1264"/>
                </a:cubicBezTo>
                <a:close/>
                <a:moveTo>
                  <a:pt x="15471" y="1264"/>
                </a:moveTo>
                <a:cubicBezTo>
                  <a:pt x="15464" y="1264"/>
                  <a:pt x="15457" y="1261"/>
                  <a:pt x="15454" y="1257"/>
                </a:cubicBezTo>
                <a:cubicBezTo>
                  <a:pt x="15443" y="1247"/>
                  <a:pt x="15443" y="1229"/>
                  <a:pt x="15454" y="1219"/>
                </a:cubicBezTo>
                <a:lnTo>
                  <a:pt x="15693" y="976"/>
                </a:lnTo>
                <a:cubicBezTo>
                  <a:pt x="15704" y="965"/>
                  <a:pt x="15721" y="966"/>
                  <a:pt x="15732" y="976"/>
                </a:cubicBezTo>
                <a:cubicBezTo>
                  <a:pt x="15743" y="987"/>
                  <a:pt x="15743" y="1004"/>
                  <a:pt x="15732" y="1014"/>
                </a:cubicBezTo>
                <a:lnTo>
                  <a:pt x="15489" y="1257"/>
                </a:lnTo>
                <a:cubicBezTo>
                  <a:pt x="15485" y="1261"/>
                  <a:pt x="15478" y="1264"/>
                  <a:pt x="15471" y="1264"/>
                </a:cubicBezTo>
                <a:close/>
                <a:moveTo>
                  <a:pt x="14989" y="1264"/>
                </a:moveTo>
                <a:cubicBezTo>
                  <a:pt x="14982" y="1264"/>
                  <a:pt x="14975" y="1261"/>
                  <a:pt x="14971" y="1257"/>
                </a:cubicBezTo>
                <a:cubicBezTo>
                  <a:pt x="14960" y="1247"/>
                  <a:pt x="14960" y="1229"/>
                  <a:pt x="14971" y="1219"/>
                </a:cubicBezTo>
                <a:lnTo>
                  <a:pt x="15214" y="976"/>
                </a:lnTo>
                <a:cubicBezTo>
                  <a:pt x="15225" y="965"/>
                  <a:pt x="15243" y="966"/>
                  <a:pt x="15253" y="976"/>
                </a:cubicBezTo>
                <a:cubicBezTo>
                  <a:pt x="15264" y="987"/>
                  <a:pt x="15263" y="1004"/>
                  <a:pt x="15253" y="1014"/>
                </a:cubicBezTo>
                <a:lnTo>
                  <a:pt x="15010" y="1257"/>
                </a:lnTo>
                <a:cubicBezTo>
                  <a:pt x="15003" y="1261"/>
                  <a:pt x="14996" y="1264"/>
                  <a:pt x="14989" y="1264"/>
                </a:cubicBezTo>
                <a:close/>
                <a:moveTo>
                  <a:pt x="14506" y="1264"/>
                </a:moveTo>
                <a:cubicBezTo>
                  <a:pt x="14499" y="1264"/>
                  <a:pt x="14492" y="1261"/>
                  <a:pt x="14488" y="1257"/>
                </a:cubicBezTo>
                <a:cubicBezTo>
                  <a:pt x="14478" y="1247"/>
                  <a:pt x="14478" y="1229"/>
                  <a:pt x="14488" y="1219"/>
                </a:cubicBezTo>
                <a:lnTo>
                  <a:pt x="14731" y="976"/>
                </a:lnTo>
                <a:cubicBezTo>
                  <a:pt x="14742" y="965"/>
                  <a:pt x="14760" y="966"/>
                  <a:pt x="14770" y="976"/>
                </a:cubicBezTo>
                <a:cubicBezTo>
                  <a:pt x="14781" y="987"/>
                  <a:pt x="14781" y="1004"/>
                  <a:pt x="14770" y="1014"/>
                </a:cubicBezTo>
                <a:lnTo>
                  <a:pt x="14531" y="1257"/>
                </a:lnTo>
                <a:cubicBezTo>
                  <a:pt x="14520" y="1261"/>
                  <a:pt x="14513" y="1264"/>
                  <a:pt x="14506" y="1264"/>
                </a:cubicBezTo>
                <a:close/>
                <a:moveTo>
                  <a:pt x="14023" y="1264"/>
                </a:moveTo>
                <a:cubicBezTo>
                  <a:pt x="14016" y="1264"/>
                  <a:pt x="14009" y="1261"/>
                  <a:pt x="14006" y="1257"/>
                </a:cubicBezTo>
                <a:cubicBezTo>
                  <a:pt x="13995" y="1247"/>
                  <a:pt x="13995" y="1229"/>
                  <a:pt x="14006" y="1219"/>
                </a:cubicBezTo>
                <a:lnTo>
                  <a:pt x="14249" y="976"/>
                </a:lnTo>
                <a:cubicBezTo>
                  <a:pt x="14259" y="965"/>
                  <a:pt x="14278" y="966"/>
                  <a:pt x="14288" y="976"/>
                </a:cubicBezTo>
                <a:cubicBezTo>
                  <a:pt x="14299" y="987"/>
                  <a:pt x="14298" y="1004"/>
                  <a:pt x="14288" y="1014"/>
                </a:cubicBezTo>
                <a:lnTo>
                  <a:pt x="14045" y="1257"/>
                </a:lnTo>
                <a:cubicBezTo>
                  <a:pt x="14037" y="1261"/>
                  <a:pt x="14030" y="1264"/>
                  <a:pt x="14023" y="1264"/>
                </a:cubicBezTo>
                <a:close/>
                <a:moveTo>
                  <a:pt x="13541" y="1264"/>
                </a:moveTo>
                <a:cubicBezTo>
                  <a:pt x="13534" y="1264"/>
                  <a:pt x="13527" y="1261"/>
                  <a:pt x="13523" y="1257"/>
                </a:cubicBezTo>
                <a:cubicBezTo>
                  <a:pt x="13513" y="1247"/>
                  <a:pt x="13513" y="1229"/>
                  <a:pt x="13523" y="1219"/>
                </a:cubicBezTo>
                <a:lnTo>
                  <a:pt x="13763" y="976"/>
                </a:lnTo>
                <a:cubicBezTo>
                  <a:pt x="13773" y="965"/>
                  <a:pt x="13791" y="966"/>
                  <a:pt x="13801" y="976"/>
                </a:cubicBezTo>
                <a:cubicBezTo>
                  <a:pt x="13812" y="987"/>
                  <a:pt x="13812" y="1004"/>
                  <a:pt x="13801" y="1014"/>
                </a:cubicBezTo>
                <a:lnTo>
                  <a:pt x="13558" y="1257"/>
                </a:lnTo>
                <a:cubicBezTo>
                  <a:pt x="13555" y="1261"/>
                  <a:pt x="13548" y="1264"/>
                  <a:pt x="13541" y="1264"/>
                </a:cubicBezTo>
                <a:close/>
                <a:moveTo>
                  <a:pt x="13058" y="1264"/>
                </a:moveTo>
                <a:cubicBezTo>
                  <a:pt x="13051" y="1264"/>
                  <a:pt x="13044" y="1261"/>
                  <a:pt x="13041" y="1257"/>
                </a:cubicBezTo>
                <a:cubicBezTo>
                  <a:pt x="13030" y="1247"/>
                  <a:pt x="13030" y="1229"/>
                  <a:pt x="13041" y="1219"/>
                </a:cubicBezTo>
                <a:lnTo>
                  <a:pt x="13284" y="976"/>
                </a:lnTo>
                <a:cubicBezTo>
                  <a:pt x="13294" y="965"/>
                  <a:pt x="13312" y="966"/>
                  <a:pt x="13322" y="976"/>
                </a:cubicBezTo>
                <a:cubicBezTo>
                  <a:pt x="13333" y="987"/>
                  <a:pt x="13333" y="1004"/>
                  <a:pt x="13322" y="1014"/>
                </a:cubicBezTo>
                <a:lnTo>
                  <a:pt x="13079" y="1257"/>
                </a:lnTo>
                <a:cubicBezTo>
                  <a:pt x="13072" y="1261"/>
                  <a:pt x="13065" y="1264"/>
                  <a:pt x="13058" y="1264"/>
                </a:cubicBezTo>
                <a:close/>
                <a:moveTo>
                  <a:pt x="12093" y="1264"/>
                </a:moveTo>
                <a:cubicBezTo>
                  <a:pt x="12086" y="1264"/>
                  <a:pt x="12079" y="1261"/>
                  <a:pt x="12075" y="1257"/>
                </a:cubicBezTo>
                <a:cubicBezTo>
                  <a:pt x="12065" y="1247"/>
                  <a:pt x="12065" y="1229"/>
                  <a:pt x="12075" y="1219"/>
                </a:cubicBezTo>
                <a:lnTo>
                  <a:pt x="12318" y="976"/>
                </a:lnTo>
                <a:cubicBezTo>
                  <a:pt x="12329" y="965"/>
                  <a:pt x="12347" y="966"/>
                  <a:pt x="12357" y="976"/>
                </a:cubicBezTo>
                <a:cubicBezTo>
                  <a:pt x="12368" y="987"/>
                  <a:pt x="12368" y="1004"/>
                  <a:pt x="12357" y="1014"/>
                </a:cubicBezTo>
                <a:lnTo>
                  <a:pt x="12114" y="1257"/>
                </a:lnTo>
                <a:cubicBezTo>
                  <a:pt x="12107" y="1261"/>
                  <a:pt x="12100" y="1264"/>
                  <a:pt x="12093" y="1264"/>
                </a:cubicBezTo>
                <a:close/>
                <a:moveTo>
                  <a:pt x="11129" y="1264"/>
                </a:moveTo>
                <a:cubicBezTo>
                  <a:pt x="11122" y="1264"/>
                  <a:pt x="11114" y="1261"/>
                  <a:pt x="11111" y="1257"/>
                </a:cubicBezTo>
                <a:cubicBezTo>
                  <a:pt x="11100" y="1247"/>
                  <a:pt x="11100" y="1229"/>
                  <a:pt x="11111" y="1219"/>
                </a:cubicBezTo>
                <a:lnTo>
                  <a:pt x="11354" y="976"/>
                </a:lnTo>
                <a:cubicBezTo>
                  <a:pt x="11365" y="965"/>
                  <a:pt x="11382" y="966"/>
                  <a:pt x="11393" y="976"/>
                </a:cubicBezTo>
                <a:cubicBezTo>
                  <a:pt x="11403" y="987"/>
                  <a:pt x="11403" y="1004"/>
                  <a:pt x="11393" y="1014"/>
                </a:cubicBezTo>
                <a:lnTo>
                  <a:pt x="11150" y="1257"/>
                </a:lnTo>
                <a:cubicBezTo>
                  <a:pt x="11143" y="1261"/>
                  <a:pt x="11136" y="1264"/>
                  <a:pt x="11129" y="1264"/>
                </a:cubicBezTo>
                <a:close/>
                <a:moveTo>
                  <a:pt x="10163" y="1264"/>
                </a:moveTo>
                <a:cubicBezTo>
                  <a:pt x="10156" y="1264"/>
                  <a:pt x="10149" y="1261"/>
                  <a:pt x="10146" y="1257"/>
                </a:cubicBezTo>
                <a:cubicBezTo>
                  <a:pt x="10135" y="1247"/>
                  <a:pt x="10135" y="1229"/>
                  <a:pt x="10146" y="1219"/>
                </a:cubicBezTo>
                <a:lnTo>
                  <a:pt x="10389" y="976"/>
                </a:lnTo>
                <a:cubicBezTo>
                  <a:pt x="10399" y="965"/>
                  <a:pt x="10417" y="966"/>
                  <a:pt x="10428" y="976"/>
                </a:cubicBezTo>
                <a:cubicBezTo>
                  <a:pt x="10438" y="987"/>
                  <a:pt x="10438" y="1004"/>
                  <a:pt x="10428" y="1014"/>
                </a:cubicBezTo>
                <a:lnTo>
                  <a:pt x="10184" y="1257"/>
                </a:lnTo>
                <a:cubicBezTo>
                  <a:pt x="10177" y="1261"/>
                  <a:pt x="10170" y="1264"/>
                  <a:pt x="10163" y="1264"/>
                </a:cubicBezTo>
                <a:close/>
                <a:moveTo>
                  <a:pt x="9681" y="1264"/>
                </a:moveTo>
                <a:cubicBezTo>
                  <a:pt x="9674" y="1264"/>
                  <a:pt x="9667" y="1261"/>
                  <a:pt x="9663" y="1257"/>
                </a:cubicBezTo>
                <a:cubicBezTo>
                  <a:pt x="9652" y="1247"/>
                  <a:pt x="9652" y="1229"/>
                  <a:pt x="9663" y="1219"/>
                </a:cubicBezTo>
                <a:lnTo>
                  <a:pt x="9906" y="976"/>
                </a:lnTo>
                <a:cubicBezTo>
                  <a:pt x="9917" y="965"/>
                  <a:pt x="9934" y="966"/>
                  <a:pt x="9945" y="976"/>
                </a:cubicBezTo>
                <a:cubicBezTo>
                  <a:pt x="9955" y="987"/>
                  <a:pt x="9955" y="1004"/>
                  <a:pt x="9945" y="1014"/>
                </a:cubicBezTo>
                <a:lnTo>
                  <a:pt x="9702" y="1257"/>
                </a:lnTo>
                <a:cubicBezTo>
                  <a:pt x="9695" y="1261"/>
                  <a:pt x="9688" y="1264"/>
                  <a:pt x="9681" y="1264"/>
                </a:cubicBezTo>
                <a:close/>
                <a:moveTo>
                  <a:pt x="9198" y="1264"/>
                </a:moveTo>
                <a:cubicBezTo>
                  <a:pt x="9191" y="1264"/>
                  <a:pt x="9184" y="1261"/>
                  <a:pt x="9180" y="1257"/>
                </a:cubicBezTo>
                <a:cubicBezTo>
                  <a:pt x="9170" y="1247"/>
                  <a:pt x="9170" y="1229"/>
                  <a:pt x="9180" y="1219"/>
                </a:cubicBezTo>
                <a:lnTo>
                  <a:pt x="9420" y="976"/>
                </a:lnTo>
                <a:cubicBezTo>
                  <a:pt x="9431" y="965"/>
                  <a:pt x="9448" y="966"/>
                  <a:pt x="9459" y="976"/>
                </a:cubicBezTo>
                <a:cubicBezTo>
                  <a:pt x="9469" y="987"/>
                  <a:pt x="9469" y="1004"/>
                  <a:pt x="9459" y="1014"/>
                </a:cubicBezTo>
                <a:lnTo>
                  <a:pt x="9216" y="1257"/>
                </a:lnTo>
                <a:cubicBezTo>
                  <a:pt x="9212" y="1261"/>
                  <a:pt x="9205" y="1264"/>
                  <a:pt x="9198" y="1264"/>
                </a:cubicBezTo>
                <a:close/>
                <a:moveTo>
                  <a:pt x="8715" y="1264"/>
                </a:moveTo>
                <a:cubicBezTo>
                  <a:pt x="8708" y="1264"/>
                  <a:pt x="8701" y="1261"/>
                  <a:pt x="8698" y="1257"/>
                </a:cubicBezTo>
                <a:cubicBezTo>
                  <a:pt x="8687" y="1247"/>
                  <a:pt x="8687" y="1229"/>
                  <a:pt x="8698" y="1219"/>
                </a:cubicBezTo>
                <a:lnTo>
                  <a:pt x="8941" y="976"/>
                </a:lnTo>
                <a:cubicBezTo>
                  <a:pt x="8951" y="965"/>
                  <a:pt x="8969" y="966"/>
                  <a:pt x="8980" y="976"/>
                </a:cubicBezTo>
                <a:cubicBezTo>
                  <a:pt x="8990" y="987"/>
                  <a:pt x="8990" y="1004"/>
                  <a:pt x="8980" y="1014"/>
                </a:cubicBezTo>
                <a:lnTo>
                  <a:pt x="8737" y="1257"/>
                </a:lnTo>
                <a:cubicBezTo>
                  <a:pt x="8730" y="1261"/>
                  <a:pt x="8722" y="1264"/>
                  <a:pt x="8715" y="1264"/>
                </a:cubicBezTo>
                <a:close/>
                <a:moveTo>
                  <a:pt x="8233" y="1264"/>
                </a:moveTo>
                <a:cubicBezTo>
                  <a:pt x="8226" y="1264"/>
                  <a:pt x="8219" y="1261"/>
                  <a:pt x="8215" y="1257"/>
                </a:cubicBezTo>
                <a:cubicBezTo>
                  <a:pt x="8205" y="1247"/>
                  <a:pt x="8205" y="1229"/>
                  <a:pt x="8215" y="1219"/>
                </a:cubicBezTo>
                <a:lnTo>
                  <a:pt x="8458" y="976"/>
                </a:lnTo>
                <a:cubicBezTo>
                  <a:pt x="8469" y="965"/>
                  <a:pt x="8486" y="966"/>
                  <a:pt x="8497" y="976"/>
                </a:cubicBezTo>
                <a:cubicBezTo>
                  <a:pt x="8508" y="987"/>
                  <a:pt x="8508" y="1004"/>
                  <a:pt x="8497" y="1014"/>
                </a:cubicBezTo>
                <a:lnTo>
                  <a:pt x="8257" y="1257"/>
                </a:lnTo>
                <a:cubicBezTo>
                  <a:pt x="8247" y="1261"/>
                  <a:pt x="8240" y="1264"/>
                  <a:pt x="8233" y="1264"/>
                </a:cubicBezTo>
                <a:close/>
                <a:moveTo>
                  <a:pt x="7750" y="1264"/>
                </a:moveTo>
                <a:cubicBezTo>
                  <a:pt x="7743" y="1264"/>
                  <a:pt x="7736" y="1261"/>
                  <a:pt x="7733" y="1257"/>
                </a:cubicBezTo>
                <a:cubicBezTo>
                  <a:pt x="7722" y="1247"/>
                  <a:pt x="7722" y="1229"/>
                  <a:pt x="7733" y="1219"/>
                </a:cubicBezTo>
                <a:lnTo>
                  <a:pt x="7976" y="976"/>
                </a:lnTo>
                <a:cubicBezTo>
                  <a:pt x="7986" y="965"/>
                  <a:pt x="8004" y="965"/>
                  <a:pt x="8014" y="976"/>
                </a:cubicBezTo>
                <a:cubicBezTo>
                  <a:pt x="8025" y="986"/>
                  <a:pt x="8025" y="1004"/>
                  <a:pt x="8014" y="1014"/>
                </a:cubicBezTo>
                <a:lnTo>
                  <a:pt x="7771" y="1257"/>
                </a:lnTo>
                <a:cubicBezTo>
                  <a:pt x="7764" y="1261"/>
                  <a:pt x="7757" y="1264"/>
                  <a:pt x="7750" y="1264"/>
                </a:cubicBezTo>
                <a:close/>
                <a:moveTo>
                  <a:pt x="6785" y="1264"/>
                </a:moveTo>
                <a:cubicBezTo>
                  <a:pt x="6778" y="1264"/>
                  <a:pt x="6771" y="1261"/>
                  <a:pt x="6767" y="1257"/>
                </a:cubicBezTo>
                <a:cubicBezTo>
                  <a:pt x="6757" y="1247"/>
                  <a:pt x="6757" y="1229"/>
                  <a:pt x="6767" y="1219"/>
                </a:cubicBezTo>
                <a:lnTo>
                  <a:pt x="7010" y="976"/>
                </a:lnTo>
                <a:cubicBezTo>
                  <a:pt x="7021" y="965"/>
                  <a:pt x="7039" y="965"/>
                  <a:pt x="7049" y="976"/>
                </a:cubicBezTo>
                <a:cubicBezTo>
                  <a:pt x="7060" y="986"/>
                  <a:pt x="7060" y="1004"/>
                  <a:pt x="7049" y="1014"/>
                </a:cubicBezTo>
                <a:lnTo>
                  <a:pt x="6806" y="1257"/>
                </a:lnTo>
                <a:cubicBezTo>
                  <a:pt x="6799" y="1261"/>
                  <a:pt x="6792" y="1264"/>
                  <a:pt x="6785" y="1264"/>
                </a:cubicBezTo>
                <a:close/>
                <a:moveTo>
                  <a:pt x="6302" y="1264"/>
                </a:moveTo>
                <a:cubicBezTo>
                  <a:pt x="6295" y="1264"/>
                  <a:pt x="6288" y="1261"/>
                  <a:pt x="6285" y="1257"/>
                </a:cubicBezTo>
                <a:cubicBezTo>
                  <a:pt x="6274" y="1247"/>
                  <a:pt x="6274" y="1229"/>
                  <a:pt x="6285" y="1219"/>
                </a:cubicBezTo>
                <a:lnTo>
                  <a:pt x="6528" y="976"/>
                </a:lnTo>
                <a:cubicBezTo>
                  <a:pt x="6538" y="965"/>
                  <a:pt x="6556" y="965"/>
                  <a:pt x="6566" y="976"/>
                </a:cubicBezTo>
                <a:cubicBezTo>
                  <a:pt x="6577" y="986"/>
                  <a:pt x="6577" y="1004"/>
                  <a:pt x="6566" y="1014"/>
                </a:cubicBezTo>
                <a:lnTo>
                  <a:pt x="6323" y="1257"/>
                </a:lnTo>
                <a:cubicBezTo>
                  <a:pt x="6316" y="1261"/>
                  <a:pt x="6309" y="1264"/>
                  <a:pt x="6302" y="1264"/>
                </a:cubicBezTo>
                <a:close/>
                <a:moveTo>
                  <a:pt x="5820" y="1264"/>
                </a:moveTo>
                <a:cubicBezTo>
                  <a:pt x="5813" y="1264"/>
                  <a:pt x="5806" y="1261"/>
                  <a:pt x="5802" y="1257"/>
                </a:cubicBezTo>
                <a:cubicBezTo>
                  <a:pt x="5791" y="1247"/>
                  <a:pt x="5791" y="1229"/>
                  <a:pt x="5802" y="1219"/>
                </a:cubicBezTo>
                <a:lnTo>
                  <a:pt x="6045" y="976"/>
                </a:lnTo>
                <a:cubicBezTo>
                  <a:pt x="6056" y="965"/>
                  <a:pt x="6073" y="965"/>
                  <a:pt x="6084" y="976"/>
                </a:cubicBezTo>
                <a:cubicBezTo>
                  <a:pt x="6094" y="986"/>
                  <a:pt x="6094" y="1004"/>
                  <a:pt x="6084" y="1014"/>
                </a:cubicBezTo>
                <a:lnTo>
                  <a:pt x="5841" y="1257"/>
                </a:lnTo>
                <a:cubicBezTo>
                  <a:pt x="5834" y="1261"/>
                  <a:pt x="5827" y="1264"/>
                  <a:pt x="5820" y="1264"/>
                </a:cubicBezTo>
                <a:close/>
                <a:moveTo>
                  <a:pt x="5337" y="1264"/>
                </a:moveTo>
                <a:cubicBezTo>
                  <a:pt x="5330" y="1264"/>
                  <a:pt x="5323" y="1261"/>
                  <a:pt x="5319" y="1257"/>
                </a:cubicBezTo>
                <a:cubicBezTo>
                  <a:pt x="5309" y="1247"/>
                  <a:pt x="5309" y="1229"/>
                  <a:pt x="5319" y="1219"/>
                </a:cubicBezTo>
                <a:lnTo>
                  <a:pt x="5562" y="976"/>
                </a:lnTo>
                <a:cubicBezTo>
                  <a:pt x="5573" y="965"/>
                  <a:pt x="5591" y="965"/>
                  <a:pt x="5601" y="976"/>
                </a:cubicBezTo>
                <a:cubicBezTo>
                  <a:pt x="5612" y="986"/>
                  <a:pt x="5612" y="1004"/>
                  <a:pt x="5601" y="1014"/>
                </a:cubicBezTo>
                <a:lnTo>
                  <a:pt x="5358" y="1257"/>
                </a:lnTo>
                <a:cubicBezTo>
                  <a:pt x="5351" y="1261"/>
                  <a:pt x="5344" y="1264"/>
                  <a:pt x="5337" y="1264"/>
                </a:cubicBezTo>
                <a:close/>
                <a:moveTo>
                  <a:pt x="1959" y="1264"/>
                </a:moveTo>
                <a:cubicBezTo>
                  <a:pt x="1951" y="1264"/>
                  <a:pt x="1944" y="1261"/>
                  <a:pt x="1941" y="1257"/>
                </a:cubicBezTo>
                <a:cubicBezTo>
                  <a:pt x="1930" y="1247"/>
                  <a:pt x="1930" y="1229"/>
                  <a:pt x="1941" y="1219"/>
                </a:cubicBezTo>
                <a:lnTo>
                  <a:pt x="2184" y="976"/>
                </a:lnTo>
                <a:cubicBezTo>
                  <a:pt x="2195" y="965"/>
                  <a:pt x="2212" y="966"/>
                  <a:pt x="2223" y="976"/>
                </a:cubicBezTo>
                <a:cubicBezTo>
                  <a:pt x="2233" y="987"/>
                  <a:pt x="2233" y="1004"/>
                  <a:pt x="2223" y="1014"/>
                </a:cubicBezTo>
                <a:lnTo>
                  <a:pt x="1980" y="1257"/>
                </a:lnTo>
                <a:cubicBezTo>
                  <a:pt x="1969" y="1261"/>
                  <a:pt x="1966" y="1264"/>
                  <a:pt x="1959" y="1264"/>
                </a:cubicBezTo>
                <a:close/>
                <a:moveTo>
                  <a:pt x="1476" y="1264"/>
                </a:moveTo>
                <a:cubicBezTo>
                  <a:pt x="1469" y="1264"/>
                  <a:pt x="1462" y="1261"/>
                  <a:pt x="1458" y="1257"/>
                </a:cubicBezTo>
                <a:cubicBezTo>
                  <a:pt x="1448" y="1247"/>
                  <a:pt x="1448" y="1229"/>
                  <a:pt x="1458" y="1219"/>
                </a:cubicBezTo>
                <a:lnTo>
                  <a:pt x="1701" y="976"/>
                </a:lnTo>
                <a:cubicBezTo>
                  <a:pt x="1712" y="965"/>
                  <a:pt x="1729" y="966"/>
                  <a:pt x="1740" y="976"/>
                </a:cubicBezTo>
                <a:cubicBezTo>
                  <a:pt x="1750" y="987"/>
                  <a:pt x="1751" y="1004"/>
                  <a:pt x="1740" y="1014"/>
                </a:cubicBezTo>
                <a:lnTo>
                  <a:pt x="1497" y="1257"/>
                </a:lnTo>
                <a:cubicBezTo>
                  <a:pt x="1486" y="1261"/>
                  <a:pt x="1483" y="1264"/>
                  <a:pt x="1476" y="1264"/>
                </a:cubicBezTo>
                <a:close/>
                <a:moveTo>
                  <a:pt x="993" y="1264"/>
                </a:moveTo>
                <a:cubicBezTo>
                  <a:pt x="986" y="1264"/>
                  <a:pt x="979" y="1261"/>
                  <a:pt x="976" y="1257"/>
                </a:cubicBezTo>
                <a:cubicBezTo>
                  <a:pt x="965" y="1247"/>
                  <a:pt x="965" y="1229"/>
                  <a:pt x="976" y="1219"/>
                </a:cubicBezTo>
                <a:lnTo>
                  <a:pt x="1219" y="976"/>
                </a:lnTo>
                <a:cubicBezTo>
                  <a:pt x="1229" y="965"/>
                  <a:pt x="1247" y="965"/>
                  <a:pt x="1257" y="976"/>
                </a:cubicBezTo>
                <a:cubicBezTo>
                  <a:pt x="1268" y="986"/>
                  <a:pt x="1268" y="1004"/>
                  <a:pt x="1257" y="1014"/>
                </a:cubicBezTo>
                <a:lnTo>
                  <a:pt x="1014" y="1257"/>
                </a:lnTo>
                <a:cubicBezTo>
                  <a:pt x="1004" y="1261"/>
                  <a:pt x="1000" y="1264"/>
                  <a:pt x="993" y="1264"/>
                </a:cubicBezTo>
                <a:close/>
                <a:moveTo>
                  <a:pt x="511" y="1264"/>
                </a:moveTo>
                <a:cubicBezTo>
                  <a:pt x="504" y="1264"/>
                  <a:pt x="497" y="1261"/>
                  <a:pt x="493" y="1257"/>
                </a:cubicBezTo>
                <a:cubicBezTo>
                  <a:pt x="482" y="1247"/>
                  <a:pt x="482" y="1229"/>
                  <a:pt x="493" y="1219"/>
                </a:cubicBezTo>
                <a:lnTo>
                  <a:pt x="736" y="976"/>
                </a:lnTo>
                <a:cubicBezTo>
                  <a:pt x="747" y="965"/>
                  <a:pt x="764" y="965"/>
                  <a:pt x="775" y="976"/>
                </a:cubicBezTo>
                <a:cubicBezTo>
                  <a:pt x="785" y="986"/>
                  <a:pt x="785" y="1004"/>
                  <a:pt x="775" y="1014"/>
                </a:cubicBezTo>
                <a:lnTo>
                  <a:pt x="532" y="1257"/>
                </a:lnTo>
                <a:cubicBezTo>
                  <a:pt x="521" y="1261"/>
                  <a:pt x="514" y="1264"/>
                  <a:pt x="511" y="1264"/>
                </a:cubicBezTo>
                <a:close/>
                <a:moveTo>
                  <a:pt x="28" y="1264"/>
                </a:moveTo>
                <a:cubicBezTo>
                  <a:pt x="21" y="1264"/>
                  <a:pt x="14" y="1261"/>
                  <a:pt x="10" y="1257"/>
                </a:cubicBezTo>
                <a:cubicBezTo>
                  <a:pt x="0" y="1247"/>
                  <a:pt x="0" y="1229"/>
                  <a:pt x="10" y="1219"/>
                </a:cubicBezTo>
                <a:lnTo>
                  <a:pt x="253" y="976"/>
                </a:lnTo>
                <a:cubicBezTo>
                  <a:pt x="264" y="965"/>
                  <a:pt x="282" y="965"/>
                  <a:pt x="292" y="976"/>
                </a:cubicBezTo>
                <a:cubicBezTo>
                  <a:pt x="303" y="986"/>
                  <a:pt x="303" y="1004"/>
                  <a:pt x="292" y="1014"/>
                </a:cubicBezTo>
                <a:lnTo>
                  <a:pt x="49" y="1257"/>
                </a:lnTo>
                <a:cubicBezTo>
                  <a:pt x="39" y="1261"/>
                  <a:pt x="31" y="1264"/>
                  <a:pt x="28" y="1264"/>
                </a:cubicBezTo>
                <a:close/>
                <a:moveTo>
                  <a:pt x="22711" y="782"/>
                </a:moveTo>
                <a:cubicBezTo>
                  <a:pt x="22704" y="782"/>
                  <a:pt x="22697" y="779"/>
                  <a:pt x="22693" y="775"/>
                </a:cubicBezTo>
                <a:cubicBezTo>
                  <a:pt x="22683" y="764"/>
                  <a:pt x="22683" y="747"/>
                  <a:pt x="22693" y="736"/>
                </a:cubicBezTo>
                <a:lnTo>
                  <a:pt x="22936" y="493"/>
                </a:lnTo>
                <a:cubicBezTo>
                  <a:pt x="22947" y="483"/>
                  <a:pt x="22964" y="483"/>
                  <a:pt x="22975" y="493"/>
                </a:cubicBezTo>
                <a:cubicBezTo>
                  <a:pt x="22986" y="504"/>
                  <a:pt x="22986" y="521"/>
                  <a:pt x="22975" y="532"/>
                </a:cubicBezTo>
                <a:lnTo>
                  <a:pt x="22735" y="775"/>
                </a:lnTo>
                <a:cubicBezTo>
                  <a:pt x="22725" y="779"/>
                  <a:pt x="22718" y="782"/>
                  <a:pt x="22711" y="782"/>
                </a:cubicBezTo>
                <a:close/>
                <a:moveTo>
                  <a:pt x="21746" y="782"/>
                </a:moveTo>
                <a:cubicBezTo>
                  <a:pt x="21739" y="782"/>
                  <a:pt x="21731" y="779"/>
                  <a:pt x="21728" y="775"/>
                </a:cubicBezTo>
                <a:cubicBezTo>
                  <a:pt x="21717" y="764"/>
                  <a:pt x="21717" y="747"/>
                  <a:pt x="21728" y="736"/>
                </a:cubicBezTo>
                <a:lnTo>
                  <a:pt x="21968" y="493"/>
                </a:lnTo>
                <a:cubicBezTo>
                  <a:pt x="21978" y="483"/>
                  <a:pt x="21996" y="483"/>
                  <a:pt x="22006" y="493"/>
                </a:cubicBezTo>
                <a:cubicBezTo>
                  <a:pt x="22017" y="504"/>
                  <a:pt x="22017" y="521"/>
                  <a:pt x="22006" y="532"/>
                </a:cubicBezTo>
                <a:lnTo>
                  <a:pt x="21763" y="775"/>
                </a:lnTo>
                <a:cubicBezTo>
                  <a:pt x="21760" y="779"/>
                  <a:pt x="21753" y="782"/>
                  <a:pt x="21746" y="782"/>
                </a:cubicBezTo>
                <a:close/>
                <a:moveTo>
                  <a:pt x="20780" y="782"/>
                </a:moveTo>
                <a:cubicBezTo>
                  <a:pt x="20773" y="782"/>
                  <a:pt x="20766" y="779"/>
                  <a:pt x="20763" y="775"/>
                </a:cubicBezTo>
                <a:cubicBezTo>
                  <a:pt x="20752" y="764"/>
                  <a:pt x="20752" y="747"/>
                  <a:pt x="20763" y="736"/>
                </a:cubicBezTo>
                <a:lnTo>
                  <a:pt x="21006" y="493"/>
                </a:lnTo>
                <a:cubicBezTo>
                  <a:pt x="21016" y="483"/>
                  <a:pt x="21034" y="483"/>
                  <a:pt x="21045" y="493"/>
                </a:cubicBezTo>
                <a:cubicBezTo>
                  <a:pt x="21055" y="504"/>
                  <a:pt x="21055" y="521"/>
                  <a:pt x="21045" y="532"/>
                </a:cubicBezTo>
                <a:lnTo>
                  <a:pt x="20805" y="775"/>
                </a:lnTo>
                <a:cubicBezTo>
                  <a:pt x="20794" y="779"/>
                  <a:pt x="20787" y="782"/>
                  <a:pt x="20780" y="782"/>
                </a:cubicBezTo>
                <a:close/>
                <a:moveTo>
                  <a:pt x="20298" y="782"/>
                </a:moveTo>
                <a:cubicBezTo>
                  <a:pt x="20291" y="782"/>
                  <a:pt x="20284" y="779"/>
                  <a:pt x="20280" y="775"/>
                </a:cubicBezTo>
                <a:cubicBezTo>
                  <a:pt x="20269" y="764"/>
                  <a:pt x="20269" y="747"/>
                  <a:pt x="20280" y="736"/>
                </a:cubicBezTo>
                <a:lnTo>
                  <a:pt x="20523" y="493"/>
                </a:lnTo>
                <a:cubicBezTo>
                  <a:pt x="20534" y="483"/>
                  <a:pt x="20551" y="483"/>
                  <a:pt x="20562" y="493"/>
                </a:cubicBezTo>
                <a:cubicBezTo>
                  <a:pt x="20572" y="504"/>
                  <a:pt x="20572" y="521"/>
                  <a:pt x="20562" y="532"/>
                </a:cubicBezTo>
                <a:lnTo>
                  <a:pt x="20322" y="775"/>
                </a:lnTo>
                <a:cubicBezTo>
                  <a:pt x="20312" y="779"/>
                  <a:pt x="20305" y="782"/>
                  <a:pt x="20298" y="782"/>
                </a:cubicBezTo>
                <a:close/>
                <a:moveTo>
                  <a:pt x="19815" y="782"/>
                </a:moveTo>
                <a:cubicBezTo>
                  <a:pt x="19808" y="782"/>
                  <a:pt x="19801" y="779"/>
                  <a:pt x="19797" y="775"/>
                </a:cubicBezTo>
                <a:cubicBezTo>
                  <a:pt x="19787" y="764"/>
                  <a:pt x="19787" y="747"/>
                  <a:pt x="19797" y="736"/>
                </a:cubicBezTo>
                <a:lnTo>
                  <a:pt x="20037" y="493"/>
                </a:lnTo>
                <a:cubicBezTo>
                  <a:pt x="20048" y="483"/>
                  <a:pt x="20065" y="483"/>
                  <a:pt x="20076" y="493"/>
                </a:cubicBezTo>
                <a:cubicBezTo>
                  <a:pt x="20086" y="504"/>
                  <a:pt x="20086" y="521"/>
                  <a:pt x="20076" y="532"/>
                </a:cubicBezTo>
                <a:lnTo>
                  <a:pt x="19833" y="775"/>
                </a:lnTo>
                <a:cubicBezTo>
                  <a:pt x="19829" y="779"/>
                  <a:pt x="19822" y="782"/>
                  <a:pt x="19815" y="782"/>
                </a:cubicBezTo>
                <a:close/>
                <a:moveTo>
                  <a:pt x="19332" y="782"/>
                </a:moveTo>
                <a:cubicBezTo>
                  <a:pt x="19325" y="782"/>
                  <a:pt x="19318" y="779"/>
                  <a:pt x="19315" y="775"/>
                </a:cubicBezTo>
                <a:cubicBezTo>
                  <a:pt x="19304" y="764"/>
                  <a:pt x="19304" y="747"/>
                  <a:pt x="19315" y="736"/>
                </a:cubicBezTo>
                <a:lnTo>
                  <a:pt x="19558" y="493"/>
                </a:lnTo>
                <a:cubicBezTo>
                  <a:pt x="19568" y="483"/>
                  <a:pt x="19586" y="483"/>
                  <a:pt x="19597" y="493"/>
                </a:cubicBezTo>
                <a:cubicBezTo>
                  <a:pt x="19607" y="504"/>
                  <a:pt x="19607" y="521"/>
                  <a:pt x="19597" y="532"/>
                </a:cubicBezTo>
                <a:lnTo>
                  <a:pt x="19354" y="775"/>
                </a:lnTo>
                <a:cubicBezTo>
                  <a:pt x="19346" y="779"/>
                  <a:pt x="19339" y="782"/>
                  <a:pt x="19332" y="782"/>
                </a:cubicBezTo>
                <a:close/>
                <a:moveTo>
                  <a:pt x="18850" y="782"/>
                </a:moveTo>
                <a:cubicBezTo>
                  <a:pt x="18843" y="782"/>
                  <a:pt x="18836" y="779"/>
                  <a:pt x="18832" y="775"/>
                </a:cubicBezTo>
                <a:cubicBezTo>
                  <a:pt x="18822" y="764"/>
                  <a:pt x="18822" y="747"/>
                  <a:pt x="18832" y="736"/>
                </a:cubicBezTo>
                <a:lnTo>
                  <a:pt x="19075" y="493"/>
                </a:lnTo>
                <a:cubicBezTo>
                  <a:pt x="19086" y="483"/>
                  <a:pt x="19103" y="483"/>
                  <a:pt x="19114" y="493"/>
                </a:cubicBezTo>
                <a:cubicBezTo>
                  <a:pt x="19125" y="504"/>
                  <a:pt x="19125" y="521"/>
                  <a:pt x="19114" y="532"/>
                </a:cubicBezTo>
                <a:lnTo>
                  <a:pt x="18874" y="775"/>
                </a:lnTo>
                <a:cubicBezTo>
                  <a:pt x="18864" y="779"/>
                  <a:pt x="18857" y="782"/>
                  <a:pt x="18850" y="782"/>
                </a:cubicBezTo>
                <a:close/>
                <a:moveTo>
                  <a:pt x="18367" y="782"/>
                </a:moveTo>
                <a:cubicBezTo>
                  <a:pt x="18360" y="782"/>
                  <a:pt x="18353" y="779"/>
                  <a:pt x="18350" y="775"/>
                </a:cubicBezTo>
                <a:cubicBezTo>
                  <a:pt x="18339" y="764"/>
                  <a:pt x="18339" y="747"/>
                  <a:pt x="18350" y="736"/>
                </a:cubicBezTo>
                <a:lnTo>
                  <a:pt x="18593" y="493"/>
                </a:lnTo>
                <a:cubicBezTo>
                  <a:pt x="18603" y="483"/>
                  <a:pt x="18621" y="483"/>
                  <a:pt x="18631" y="493"/>
                </a:cubicBezTo>
                <a:cubicBezTo>
                  <a:pt x="18642" y="504"/>
                  <a:pt x="18642" y="521"/>
                  <a:pt x="18631" y="532"/>
                </a:cubicBezTo>
                <a:lnTo>
                  <a:pt x="18392" y="775"/>
                </a:lnTo>
                <a:cubicBezTo>
                  <a:pt x="18381" y="779"/>
                  <a:pt x="18374" y="782"/>
                  <a:pt x="18367" y="782"/>
                </a:cubicBezTo>
                <a:close/>
                <a:moveTo>
                  <a:pt x="17402" y="782"/>
                </a:moveTo>
                <a:cubicBezTo>
                  <a:pt x="17395" y="782"/>
                  <a:pt x="17388" y="779"/>
                  <a:pt x="17384" y="775"/>
                </a:cubicBezTo>
                <a:cubicBezTo>
                  <a:pt x="17374" y="764"/>
                  <a:pt x="17374" y="747"/>
                  <a:pt x="17384" y="736"/>
                </a:cubicBezTo>
                <a:lnTo>
                  <a:pt x="17627" y="493"/>
                </a:lnTo>
                <a:cubicBezTo>
                  <a:pt x="17638" y="483"/>
                  <a:pt x="17655" y="483"/>
                  <a:pt x="17666" y="493"/>
                </a:cubicBezTo>
                <a:cubicBezTo>
                  <a:pt x="17677" y="504"/>
                  <a:pt x="17677" y="521"/>
                  <a:pt x="17666" y="532"/>
                </a:cubicBezTo>
                <a:lnTo>
                  <a:pt x="17423" y="775"/>
                </a:lnTo>
                <a:cubicBezTo>
                  <a:pt x="17416" y="779"/>
                  <a:pt x="17409" y="782"/>
                  <a:pt x="17402" y="782"/>
                </a:cubicBezTo>
                <a:close/>
                <a:moveTo>
                  <a:pt x="16437" y="782"/>
                </a:moveTo>
                <a:cubicBezTo>
                  <a:pt x="16430" y="782"/>
                  <a:pt x="16422" y="779"/>
                  <a:pt x="16419" y="775"/>
                </a:cubicBezTo>
                <a:cubicBezTo>
                  <a:pt x="16408" y="764"/>
                  <a:pt x="16408" y="747"/>
                  <a:pt x="16419" y="736"/>
                </a:cubicBezTo>
                <a:lnTo>
                  <a:pt x="16662" y="493"/>
                </a:lnTo>
                <a:cubicBezTo>
                  <a:pt x="16673" y="483"/>
                  <a:pt x="16691" y="483"/>
                  <a:pt x="16701" y="493"/>
                </a:cubicBezTo>
                <a:cubicBezTo>
                  <a:pt x="16712" y="504"/>
                  <a:pt x="16711" y="521"/>
                  <a:pt x="16701" y="532"/>
                </a:cubicBezTo>
                <a:lnTo>
                  <a:pt x="16461" y="775"/>
                </a:lnTo>
                <a:cubicBezTo>
                  <a:pt x="16451" y="779"/>
                  <a:pt x="16444" y="782"/>
                  <a:pt x="16437" y="782"/>
                </a:cubicBezTo>
                <a:close/>
                <a:moveTo>
                  <a:pt x="15471" y="782"/>
                </a:moveTo>
                <a:cubicBezTo>
                  <a:pt x="15464" y="782"/>
                  <a:pt x="15457" y="779"/>
                  <a:pt x="15454" y="775"/>
                </a:cubicBezTo>
                <a:cubicBezTo>
                  <a:pt x="15443" y="764"/>
                  <a:pt x="15443" y="747"/>
                  <a:pt x="15454" y="736"/>
                </a:cubicBezTo>
                <a:lnTo>
                  <a:pt x="15693" y="493"/>
                </a:lnTo>
                <a:cubicBezTo>
                  <a:pt x="15704" y="483"/>
                  <a:pt x="15721" y="483"/>
                  <a:pt x="15732" y="493"/>
                </a:cubicBezTo>
                <a:cubicBezTo>
                  <a:pt x="15743" y="504"/>
                  <a:pt x="15743" y="521"/>
                  <a:pt x="15732" y="532"/>
                </a:cubicBezTo>
                <a:lnTo>
                  <a:pt x="15489" y="775"/>
                </a:lnTo>
                <a:cubicBezTo>
                  <a:pt x="15485" y="779"/>
                  <a:pt x="15478" y="782"/>
                  <a:pt x="15471" y="782"/>
                </a:cubicBezTo>
                <a:close/>
                <a:moveTo>
                  <a:pt x="14989" y="782"/>
                </a:moveTo>
                <a:cubicBezTo>
                  <a:pt x="14982" y="782"/>
                  <a:pt x="14975" y="779"/>
                  <a:pt x="14971" y="775"/>
                </a:cubicBezTo>
                <a:cubicBezTo>
                  <a:pt x="14960" y="764"/>
                  <a:pt x="14960" y="747"/>
                  <a:pt x="14971" y="736"/>
                </a:cubicBezTo>
                <a:lnTo>
                  <a:pt x="15214" y="493"/>
                </a:lnTo>
                <a:cubicBezTo>
                  <a:pt x="15225" y="483"/>
                  <a:pt x="15243" y="483"/>
                  <a:pt x="15253" y="493"/>
                </a:cubicBezTo>
                <a:cubicBezTo>
                  <a:pt x="15264" y="504"/>
                  <a:pt x="15263" y="521"/>
                  <a:pt x="15253" y="532"/>
                </a:cubicBezTo>
                <a:lnTo>
                  <a:pt x="15010" y="775"/>
                </a:lnTo>
                <a:cubicBezTo>
                  <a:pt x="15003" y="779"/>
                  <a:pt x="14996" y="782"/>
                  <a:pt x="14989" y="782"/>
                </a:cubicBezTo>
                <a:close/>
                <a:moveTo>
                  <a:pt x="14506" y="782"/>
                </a:moveTo>
                <a:cubicBezTo>
                  <a:pt x="14499" y="782"/>
                  <a:pt x="14492" y="779"/>
                  <a:pt x="14488" y="775"/>
                </a:cubicBezTo>
                <a:cubicBezTo>
                  <a:pt x="14478" y="764"/>
                  <a:pt x="14478" y="747"/>
                  <a:pt x="14488" y="736"/>
                </a:cubicBezTo>
                <a:lnTo>
                  <a:pt x="14731" y="493"/>
                </a:lnTo>
                <a:cubicBezTo>
                  <a:pt x="14742" y="483"/>
                  <a:pt x="14760" y="483"/>
                  <a:pt x="14770" y="493"/>
                </a:cubicBezTo>
                <a:cubicBezTo>
                  <a:pt x="14781" y="504"/>
                  <a:pt x="14781" y="521"/>
                  <a:pt x="14770" y="532"/>
                </a:cubicBezTo>
                <a:lnTo>
                  <a:pt x="14531" y="775"/>
                </a:lnTo>
                <a:cubicBezTo>
                  <a:pt x="14520" y="779"/>
                  <a:pt x="14513" y="782"/>
                  <a:pt x="14506" y="782"/>
                </a:cubicBezTo>
                <a:close/>
                <a:moveTo>
                  <a:pt x="14023" y="782"/>
                </a:moveTo>
                <a:cubicBezTo>
                  <a:pt x="14016" y="782"/>
                  <a:pt x="14009" y="779"/>
                  <a:pt x="14006" y="775"/>
                </a:cubicBezTo>
                <a:cubicBezTo>
                  <a:pt x="13995" y="764"/>
                  <a:pt x="13995" y="747"/>
                  <a:pt x="14006" y="736"/>
                </a:cubicBezTo>
                <a:lnTo>
                  <a:pt x="14249" y="493"/>
                </a:lnTo>
                <a:cubicBezTo>
                  <a:pt x="14259" y="483"/>
                  <a:pt x="14278" y="483"/>
                  <a:pt x="14288" y="493"/>
                </a:cubicBezTo>
                <a:cubicBezTo>
                  <a:pt x="14299" y="504"/>
                  <a:pt x="14298" y="521"/>
                  <a:pt x="14288" y="532"/>
                </a:cubicBezTo>
                <a:lnTo>
                  <a:pt x="14048" y="775"/>
                </a:lnTo>
                <a:cubicBezTo>
                  <a:pt x="14037" y="779"/>
                  <a:pt x="14030" y="782"/>
                  <a:pt x="14023" y="782"/>
                </a:cubicBezTo>
                <a:close/>
                <a:moveTo>
                  <a:pt x="13541" y="782"/>
                </a:moveTo>
                <a:cubicBezTo>
                  <a:pt x="13534" y="782"/>
                  <a:pt x="13527" y="779"/>
                  <a:pt x="13523" y="775"/>
                </a:cubicBezTo>
                <a:cubicBezTo>
                  <a:pt x="13513" y="764"/>
                  <a:pt x="13513" y="747"/>
                  <a:pt x="13523" y="736"/>
                </a:cubicBezTo>
                <a:lnTo>
                  <a:pt x="13763" y="493"/>
                </a:lnTo>
                <a:cubicBezTo>
                  <a:pt x="13773" y="483"/>
                  <a:pt x="13791" y="483"/>
                  <a:pt x="13801" y="493"/>
                </a:cubicBezTo>
                <a:cubicBezTo>
                  <a:pt x="13812" y="504"/>
                  <a:pt x="13812" y="521"/>
                  <a:pt x="13801" y="532"/>
                </a:cubicBezTo>
                <a:lnTo>
                  <a:pt x="13558" y="775"/>
                </a:lnTo>
                <a:cubicBezTo>
                  <a:pt x="13555" y="779"/>
                  <a:pt x="13548" y="782"/>
                  <a:pt x="13541" y="782"/>
                </a:cubicBezTo>
                <a:close/>
                <a:moveTo>
                  <a:pt x="13058" y="782"/>
                </a:moveTo>
                <a:cubicBezTo>
                  <a:pt x="13051" y="782"/>
                  <a:pt x="13044" y="779"/>
                  <a:pt x="13041" y="775"/>
                </a:cubicBezTo>
                <a:cubicBezTo>
                  <a:pt x="13030" y="764"/>
                  <a:pt x="13030" y="747"/>
                  <a:pt x="13041" y="736"/>
                </a:cubicBezTo>
                <a:lnTo>
                  <a:pt x="13284" y="493"/>
                </a:lnTo>
                <a:cubicBezTo>
                  <a:pt x="13294" y="483"/>
                  <a:pt x="13312" y="483"/>
                  <a:pt x="13322" y="493"/>
                </a:cubicBezTo>
                <a:cubicBezTo>
                  <a:pt x="13333" y="504"/>
                  <a:pt x="13333" y="521"/>
                  <a:pt x="13322" y="532"/>
                </a:cubicBezTo>
                <a:lnTo>
                  <a:pt x="13079" y="775"/>
                </a:lnTo>
                <a:cubicBezTo>
                  <a:pt x="13072" y="779"/>
                  <a:pt x="13065" y="782"/>
                  <a:pt x="13058" y="782"/>
                </a:cubicBezTo>
                <a:close/>
                <a:moveTo>
                  <a:pt x="12093" y="782"/>
                </a:moveTo>
                <a:cubicBezTo>
                  <a:pt x="12086" y="782"/>
                  <a:pt x="12079" y="779"/>
                  <a:pt x="12075" y="775"/>
                </a:cubicBezTo>
                <a:cubicBezTo>
                  <a:pt x="12065" y="764"/>
                  <a:pt x="12065" y="747"/>
                  <a:pt x="12075" y="736"/>
                </a:cubicBezTo>
                <a:lnTo>
                  <a:pt x="12318" y="493"/>
                </a:lnTo>
                <a:cubicBezTo>
                  <a:pt x="12329" y="483"/>
                  <a:pt x="12347" y="483"/>
                  <a:pt x="12357" y="493"/>
                </a:cubicBezTo>
                <a:cubicBezTo>
                  <a:pt x="12368" y="504"/>
                  <a:pt x="12368" y="521"/>
                  <a:pt x="12357" y="532"/>
                </a:cubicBezTo>
                <a:lnTo>
                  <a:pt x="12118" y="775"/>
                </a:lnTo>
                <a:cubicBezTo>
                  <a:pt x="12107" y="779"/>
                  <a:pt x="12100" y="782"/>
                  <a:pt x="12093" y="782"/>
                </a:cubicBezTo>
                <a:close/>
                <a:moveTo>
                  <a:pt x="11129" y="782"/>
                </a:moveTo>
                <a:cubicBezTo>
                  <a:pt x="11122" y="782"/>
                  <a:pt x="11114" y="779"/>
                  <a:pt x="11111" y="775"/>
                </a:cubicBezTo>
                <a:cubicBezTo>
                  <a:pt x="11100" y="764"/>
                  <a:pt x="11100" y="747"/>
                  <a:pt x="11111" y="736"/>
                </a:cubicBezTo>
                <a:lnTo>
                  <a:pt x="11354" y="493"/>
                </a:lnTo>
                <a:cubicBezTo>
                  <a:pt x="11365" y="483"/>
                  <a:pt x="11382" y="483"/>
                  <a:pt x="11393" y="493"/>
                </a:cubicBezTo>
                <a:cubicBezTo>
                  <a:pt x="11403" y="504"/>
                  <a:pt x="11403" y="521"/>
                  <a:pt x="11393" y="532"/>
                </a:cubicBezTo>
                <a:lnTo>
                  <a:pt x="11150" y="775"/>
                </a:lnTo>
                <a:cubicBezTo>
                  <a:pt x="11143" y="779"/>
                  <a:pt x="11136" y="782"/>
                  <a:pt x="11129" y="782"/>
                </a:cubicBezTo>
                <a:close/>
                <a:moveTo>
                  <a:pt x="10163" y="782"/>
                </a:moveTo>
                <a:cubicBezTo>
                  <a:pt x="10156" y="782"/>
                  <a:pt x="10149" y="779"/>
                  <a:pt x="10146" y="775"/>
                </a:cubicBezTo>
                <a:cubicBezTo>
                  <a:pt x="10135" y="764"/>
                  <a:pt x="10135" y="747"/>
                  <a:pt x="10146" y="736"/>
                </a:cubicBezTo>
                <a:lnTo>
                  <a:pt x="10389" y="493"/>
                </a:lnTo>
                <a:cubicBezTo>
                  <a:pt x="10399" y="483"/>
                  <a:pt x="10417" y="483"/>
                  <a:pt x="10428" y="493"/>
                </a:cubicBezTo>
                <a:cubicBezTo>
                  <a:pt x="10438" y="504"/>
                  <a:pt x="10438" y="521"/>
                  <a:pt x="10428" y="532"/>
                </a:cubicBezTo>
                <a:lnTo>
                  <a:pt x="10188" y="775"/>
                </a:lnTo>
                <a:cubicBezTo>
                  <a:pt x="10177" y="779"/>
                  <a:pt x="10170" y="782"/>
                  <a:pt x="10163" y="782"/>
                </a:cubicBezTo>
                <a:close/>
                <a:moveTo>
                  <a:pt x="9681" y="782"/>
                </a:moveTo>
                <a:cubicBezTo>
                  <a:pt x="9674" y="782"/>
                  <a:pt x="9667" y="779"/>
                  <a:pt x="9663" y="775"/>
                </a:cubicBezTo>
                <a:cubicBezTo>
                  <a:pt x="9652" y="764"/>
                  <a:pt x="9652" y="747"/>
                  <a:pt x="9663" y="736"/>
                </a:cubicBezTo>
                <a:lnTo>
                  <a:pt x="9906" y="493"/>
                </a:lnTo>
                <a:cubicBezTo>
                  <a:pt x="9917" y="483"/>
                  <a:pt x="9934" y="483"/>
                  <a:pt x="9945" y="493"/>
                </a:cubicBezTo>
                <a:cubicBezTo>
                  <a:pt x="9955" y="504"/>
                  <a:pt x="9955" y="521"/>
                  <a:pt x="9945" y="532"/>
                </a:cubicBezTo>
                <a:lnTo>
                  <a:pt x="9705" y="775"/>
                </a:lnTo>
                <a:cubicBezTo>
                  <a:pt x="9695" y="779"/>
                  <a:pt x="9688" y="782"/>
                  <a:pt x="9681" y="782"/>
                </a:cubicBezTo>
                <a:close/>
                <a:moveTo>
                  <a:pt x="9198" y="782"/>
                </a:moveTo>
                <a:cubicBezTo>
                  <a:pt x="9191" y="782"/>
                  <a:pt x="9184" y="779"/>
                  <a:pt x="9180" y="775"/>
                </a:cubicBezTo>
                <a:cubicBezTo>
                  <a:pt x="9170" y="764"/>
                  <a:pt x="9170" y="747"/>
                  <a:pt x="9180" y="736"/>
                </a:cubicBezTo>
                <a:lnTo>
                  <a:pt x="9420" y="493"/>
                </a:lnTo>
                <a:cubicBezTo>
                  <a:pt x="9431" y="483"/>
                  <a:pt x="9448" y="483"/>
                  <a:pt x="9459" y="493"/>
                </a:cubicBezTo>
                <a:cubicBezTo>
                  <a:pt x="9469" y="504"/>
                  <a:pt x="9469" y="521"/>
                  <a:pt x="9459" y="532"/>
                </a:cubicBezTo>
                <a:lnTo>
                  <a:pt x="9216" y="775"/>
                </a:lnTo>
                <a:cubicBezTo>
                  <a:pt x="9212" y="779"/>
                  <a:pt x="9205" y="782"/>
                  <a:pt x="9198" y="782"/>
                </a:cubicBezTo>
                <a:close/>
                <a:moveTo>
                  <a:pt x="8715" y="782"/>
                </a:moveTo>
                <a:cubicBezTo>
                  <a:pt x="8708" y="782"/>
                  <a:pt x="8701" y="779"/>
                  <a:pt x="8698" y="775"/>
                </a:cubicBezTo>
                <a:cubicBezTo>
                  <a:pt x="8687" y="764"/>
                  <a:pt x="8687" y="747"/>
                  <a:pt x="8698" y="736"/>
                </a:cubicBezTo>
                <a:lnTo>
                  <a:pt x="8941" y="493"/>
                </a:lnTo>
                <a:cubicBezTo>
                  <a:pt x="8951" y="483"/>
                  <a:pt x="8969" y="483"/>
                  <a:pt x="8980" y="493"/>
                </a:cubicBezTo>
                <a:cubicBezTo>
                  <a:pt x="8990" y="504"/>
                  <a:pt x="8990" y="521"/>
                  <a:pt x="8980" y="532"/>
                </a:cubicBezTo>
                <a:lnTo>
                  <a:pt x="8737" y="775"/>
                </a:lnTo>
                <a:cubicBezTo>
                  <a:pt x="8730" y="779"/>
                  <a:pt x="8722" y="782"/>
                  <a:pt x="8715" y="782"/>
                </a:cubicBezTo>
                <a:close/>
                <a:moveTo>
                  <a:pt x="8233" y="782"/>
                </a:moveTo>
                <a:cubicBezTo>
                  <a:pt x="8226" y="782"/>
                  <a:pt x="8219" y="779"/>
                  <a:pt x="8215" y="775"/>
                </a:cubicBezTo>
                <a:cubicBezTo>
                  <a:pt x="8205" y="764"/>
                  <a:pt x="8205" y="747"/>
                  <a:pt x="8215" y="736"/>
                </a:cubicBezTo>
                <a:lnTo>
                  <a:pt x="8458" y="493"/>
                </a:lnTo>
                <a:cubicBezTo>
                  <a:pt x="8469" y="483"/>
                  <a:pt x="8486" y="483"/>
                  <a:pt x="8497" y="493"/>
                </a:cubicBezTo>
                <a:cubicBezTo>
                  <a:pt x="8508" y="504"/>
                  <a:pt x="8508" y="521"/>
                  <a:pt x="8497" y="532"/>
                </a:cubicBezTo>
                <a:lnTo>
                  <a:pt x="8257" y="775"/>
                </a:lnTo>
                <a:cubicBezTo>
                  <a:pt x="8247" y="779"/>
                  <a:pt x="8240" y="782"/>
                  <a:pt x="8233" y="782"/>
                </a:cubicBezTo>
                <a:close/>
                <a:moveTo>
                  <a:pt x="7750" y="782"/>
                </a:moveTo>
                <a:cubicBezTo>
                  <a:pt x="7743" y="782"/>
                  <a:pt x="7736" y="779"/>
                  <a:pt x="7733" y="775"/>
                </a:cubicBezTo>
                <a:cubicBezTo>
                  <a:pt x="7722" y="764"/>
                  <a:pt x="7722" y="747"/>
                  <a:pt x="7733" y="736"/>
                </a:cubicBezTo>
                <a:lnTo>
                  <a:pt x="7976" y="493"/>
                </a:lnTo>
                <a:cubicBezTo>
                  <a:pt x="7986" y="483"/>
                  <a:pt x="8004" y="483"/>
                  <a:pt x="8014" y="493"/>
                </a:cubicBezTo>
                <a:cubicBezTo>
                  <a:pt x="8025" y="504"/>
                  <a:pt x="8025" y="521"/>
                  <a:pt x="8014" y="532"/>
                </a:cubicBezTo>
                <a:lnTo>
                  <a:pt x="7775" y="775"/>
                </a:lnTo>
                <a:cubicBezTo>
                  <a:pt x="7764" y="779"/>
                  <a:pt x="7757" y="782"/>
                  <a:pt x="7750" y="782"/>
                </a:cubicBezTo>
                <a:close/>
                <a:moveTo>
                  <a:pt x="6785" y="782"/>
                </a:moveTo>
                <a:cubicBezTo>
                  <a:pt x="6778" y="782"/>
                  <a:pt x="6771" y="779"/>
                  <a:pt x="6767" y="775"/>
                </a:cubicBezTo>
                <a:cubicBezTo>
                  <a:pt x="6757" y="764"/>
                  <a:pt x="6757" y="747"/>
                  <a:pt x="6767" y="736"/>
                </a:cubicBezTo>
                <a:lnTo>
                  <a:pt x="7010" y="493"/>
                </a:lnTo>
                <a:cubicBezTo>
                  <a:pt x="7021" y="483"/>
                  <a:pt x="7039" y="483"/>
                  <a:pt x="7049" y="493"/>
                </a:cubicBezTo>
                <a:cubicBezTo>
                  <a:pt x="7060" y="504"/>
                  <a:pt x="7060" y="521"/>
                  <a:pt x="7049" y="532"/>
                </a:cubicBezTo>
                <a:lnTo>
                  <a:pt x="6806" y="775"/>
                </a:lnTo>
                <a:cubicBezTo>
                  <a:pt x="6799" y="779"/>
                  <a:pt x="6792" y="782"/>
                  <a:pt x="6785" y="782"/>
                </a:cubicBezTo>
                <a:close/>
                <a:moveTo>
                  <a:pt x="6302" y="782"/>
                </a:moveTo>
                <a:cubicBezTo>
                  <a:pt x="6295" y="782"/>
                  <a:pt x="6288" y="779"/>
                  <a:pt x="6285" y="775"/>
                </a:cubicBezTo>
                <a:cubicBezTo>
                  <a:pt x="6274" y="764"/>
                  <a:pt x="6274" y="747"/>
                  <a:pt x="6285" y="736"/>
                </a:cubicBezTo>
                <a:lnTo>
                  <a:pt x="6528" y="493"/>
                </a:lnTo>
                <a:cubicBezTo>
                  <a:pt x="6538" y="483"/>
                  <a:pt x="6556" y="483"/>
                  <a:pt x="6566" y="493"/>
                </a:cubicBezTo>
                <a:cubicBezTo>
                  <a:pt x="6577" y="504"/>
                  <a:pt x="6577" y="521"/>
                  <a:pt x="6566" y="532"/>
                </a:cubicBezTo>
                <a:lnTo>
                  <a:pt x="6323" y="775"/>
                </a:lnTo>
                <a:cubicBezTo>
                  <a:pt x="6316" y="779"/>
                  <a:pt x="6309" y="782"/>
                  <a:pt x="6302" y="782"/>
                </a:cubicBezTo>
                <a:close/>
                <a:moveTo>
                  <a:pt x="5820" y="782"/>
                </a:moveTo>
                <a:cubicBezTo>
                  <a:pt x="5813" y="782"/>
                  <a:pt x="5806" y="779"/>
                  <a:pt x="5802" y="775"/>
                </a:cubicBezTo>
                <a:cubicBezTo>
                  <a:pt x="5791" y="764"/>
                  <a:pt x="5791" y="747"/>
                  <a:pt x="5802" y="736"/>
                </a:cubicBezTo>
                <a:lnTo>
                  <a:pt x="6045" y="493"/>
                </a:lnTo>
                <a:cubicBezTo>
                  <a:pt x="6056" y="483"/>
                  <a:pt x="6073" y="483"/>
                  <a:pt x="6084" y="493"/>
                </a:cubicBezTo>
                <a:cubicBezTo>
                  <a:pt x="6094" y="504"/>
                  <a:pt x="6094" y="521"/>
                  <a:pt x="6084" y="532"/>
                </a:cubicBezTo>
                <a:lnTo>
                  <a:pt x="5841" y="775"/>
                </a:lnTo>
                <a:cubicBezTo>
                  <a:pt x="5834" y="779"/>
                  <a:pt x="5827" y="782"/>
                  <a:pt x="5820" y="782"/>
                </a:cubicBezTo>
                <a:close/>
                <a:moveTo>
                  <a:pt x="5337" y="782"/>
                </a:moveTo>
                <a:cubicBezTo>
                  <a:pt x="5330" y="782"/>
                  <a:pt x="5323" y="779"/>
                  <a:pt x="5319" y="775"/>
                </a:cubicBezTo>
                <a:cubicBezTo>
                  <a:pt x="5309" y="764"/>
                  <a:pt x="5309" y="747"/>
                  <a:pt x="5319" y="736"/>
                </a:cubicBezTo>
                <a:lnTo>
                  <a:pt x="5562" y="493"/>
                </a:lnTo>
                <a:cubicBezTo>
                  <a:pt x="5573" y="483"/>
                  <a:pt x="5591" y="483"/>
                  <a:pt x="5601" y="493"/>
                </a:cubicBezTo>
                <a:cubicBezTo>
                  <a:pt x="5612" y="504"/>
                  <a:pt x="5612" y="521"/>
                  <a:pt x="5601" y="532"/>
                </a:cubicBezTo>
                <a:lnTo>
                  <a:pt x="5358" y="775"/>
                </a:lnTo>
                <a:cubicBezTo>
                  <a:pt x="5351" y="779"/>
                  <a:pt x="5344" y="782"/>
                  <a:pt x="5337" y="782"/>
                </a:cubicBezTo>
                <a:close/>
                <a:moveTo>
                  <a:pt x="1959" y="782"/>
                </a:moveTo>
                <a:cubicBezTo>
                  <a:pt x="1951" y="782"/>
                  <a:pt x="1944" y="779"/>
                  <a:pt x="1941" y="775"/>
                </a:cubicBezTo>
                <a:cubicBezTo>
                  <a:pt x="1930" y="764"/>
                  <a:pt x="1930" y="747"/>
                  <a:pt x="1941" y="736"/>
                </a:cubicBezTo>
                <a:lnTo>
                  <a:pt x="2184" y="493"/>
                </a:lnTo>
                <a:cubicBezTo>
                  <a:pt x="2195" y="483"/>
                  <a:pt x="2212" y="483"/>
                  <a:pt x="2223" y="493"/>
                </a:cubicBezTo>
                <a:cubicBezTo>
                  <a:pt x="2233" y="504"/>
                  <a:pt x="2233" y="521"/>
                  <a:pt x="2223" y="532"/>
                </a:cubicBezTo>
                <a:lnTo>
                  <a:pt x="1980" y="775"/>
                </a:lnTo>
                <a:cubicBezTo>
                  <a:pt x="1969" y="779"/>
                  <a:pt x="1966" y="782"/>
                  <a:pt x="1959" y="782"/>
                </a:cubicBezTo>
                <a:close/>
                <a:moveTo>
                  <a:pt x="1476" y="782"/>
                </a:moveTo>
                <a:cubicBezTo>
                  <a:pt x="1469" y="782"/>
                  <a:pt x="1462" y="779"/>
                  <a:pt x="1458" y="775"/>
                </a:cubicBezTo>
                <a:cubicBezTo>
                  <a:pt x="1448" y="764"/>
                  <a:pt x="1448" y="747"/>
                  <a:pt x="1458" y="736"/>
                </a:cubicBezTo>
                <a:lnTo>
                  <a:pt x="1701" y="493"/>
                </a:lnTo>
                <a:cubicBezTo>
                  <a:pt x="1712" y="483"/>
                  <a:pt x="1729" y="483"/>
                  <a:pt x="1740" y="493"/>
                </a:cubicBezTo>
                <a:cubicBezTo>
                  <a:pt x="1750" y="504"/>
                  <a:pt x="1751" y="521"/>
                  <a:pt x="1740" y="532"/>
                </a:cubicBezTo>
                <a:lnTo>
                  <a:pt x="1497" y="775"/>
                </a:lnTo>
                <a:cubicBezTo>
                  <a:pt x="1486" y="779"/>
                  <a:pt x="1483" y="782"/>
                  <a:pt x="1476" y="782"/>
                </a:cubicBezTo>
                <a:close/>
                <a:moveTo>
                  <a:pt x="993" y="782"/>
                </a:moveTo>
                <a:cubicBezTo>
                  <a:pt x="986" y="782"/>
                  <a:pt x="979" y="779"/>
                  <a:pt x="976" y="775"/>
                </a:cubicBezTo>
                <a:cubicBezTo>
                  <a:pt x="965" y="764"/>
                  <a:pt x="965" y="747"/>
                  <a:pt x="976" y="736"/>
                </a:cubicBezTo>
                <a:lnTo>
                  <a:pt x="1219" y="493"/>
                </a:lnTo>
                <a:cubicBezTo>
                  <a:pt x="1229" y="483"/>
                  <a:pt x="1247" y="483"/>
                  <a:pt x="1257" y="493"/>
                </a:cubicBezTo>
                <a:cubicBezTo>
                  <a:pt x="1268" y="504"/>
                  <a:pt x="1268" y="521"/>
                  <a:pt x="1257" y="532"/>
                </a:cubicBezTo>
                <a:lnTo>
                  <a:pt x="1014" y="775"/>
                </a:lnTo>
                <a:cubicBezTo>
                  <a:pt x="1004" y="779"/>
                  <a:pt x="997" y="782"/>
                  <a:pt x="993" y="782"/>
                </a:cubicBezTo>
                <a:close/>
                <a:moveTo>
                  <a:pt x="511" y="782"/>
                </a:moveTo>
                <a:cubicBezTo>
                  <a:pt x="504" y="782"/>
                  <a:pt x="497" y="779"/>
                  <a:pt x="493" y="775"/>
                </a:cubicBezTo>
                <a:cubicBezTo>
                  <a:pt x="482" y="764"/>
                  <a:pt x="482" y="747"/>
                  <a:pt x="493" y="736"/>
                </a:cubicBezTo>
                <a:lnTo>
                  <a:pt x="736" y="493"/>
                </a:lnTo>
                <a:cubicBezTo>
                  <a:pt x="747" y="483"/>
                  <a:pt x="764" y="483"/>
                  <a:pt x="775" y="493"/>
                </a:cubicBezTo>
                <a:cubicBezTo>
                  <a:pt x="785" y="504"/>
                  <a:pt x="785" y="521"/>
                  <a:pt x="775" y="532"/>
                </a:cubicBezTo>
                <a:lnTo>
                  <a:pt x="532" y="775"/>
                </a:lnTo>
                <a:cubicBezTo>
                  <a:pt x="521" y="779"/>
                  <a:pt x="514" y="782"/>
                  <a:pt x="511" y="782"/>
                </a:cubicBezTo>
                <a:close/>
                <a:moveTo>
                  <a:pt x="28" y="782"/>
                </a:moveTo>
                <a:cubicBezTo>
                  <a:pt x="21" y="782"/>
                  <a:pt x="14" y="779"/>
                  <a:pt x="10" y="775"/>
                </a:cubicBezTo>
                <a:cubicBezTo>
                  <a:pt x="0" y="764"/>
                  <a:pt x="0" y="747"/>
                  <a:pt x="10" y="736"/>
                </a:cubicBezTo>
                <a:lnTo>
                  <a:pt x="253" y="493"/>
                </a:lnTo>
                <a:cubicBezTo>
                  <a:pt x="264" y="483"/>
                  <a:pt x="282" y="483"/>
                  <a:pt x="292" y="493"/>
                </a:cubicBezTo>
                <a:cubicBezTo>
                  <a:pt x="303" y="504"/>
                  <a:pt x="303" y="521"/>
                  <a:pt x="292" y="532"/>
                </a:cubicBezTo>
                <a:lnTo>
                  <a:pt x="49" y="775"/>
                </a:lnTo>
                <a:cubicBezTo>
                  <a:pt x="39" y="779"/>
                  <a:pt x="31" y="782"/>
                  <a:pt x="28" y="782"/>
                </a:cubicBezTo>
                <a:close/>
                <a:moveTo>
                  <a:pt x="23193" y="782"/>
                </a:moveTo>
                <a:cubicBezTo>
                  <a:pt x="23186" y="782"/>
                  <a:pt x="23179" y="779"/>
                  <a:pt x="23176" y="775"/>
                </a:cubicBezTo>
                <a:cubicBezTo>
                  <a:pt x="23165" y="764"/>
                  <a:pt x="23165" y="747"/>
                  <a:pt x="23176" y="736"/>
                </a:cubicBezTo>
                <a:lnTo>
                  <a:pt x="23419" y="493"/>
                </a:lnTo>
                <a:cubicBezTo>
                  <a:pt x="23430" y="483"/>
                  <a:pt x="23447" y="483"/>
                  <a:pt x="23458" y="493"/>
                </a:cubicBezTo>
                <a:cubicBezTo>
                  <a:pt x="23468" y="504"/>
                  <a:pt x="23468" y="521"/>
                  <a:pt x="23458" y="532"/>
                </a:cubicBezTo>
                <a:lnTo>
                  <a:pt x="23215" y="775"/>
                </a:lnTo>
                <a:cubicBezTo>
                  <a:pt x="23208" y="779"/>
                  <a:pt x="23201" y="782"/>
                  <a:pt x="23193" y="782"/>
                </a:cubicBezTo>
                <a:close/>
                <a:moveTo>
                  <a:pt x="22228" y="782"/>
                </a:moveTo>
                <a:cubicBezTo>
                  <a:pt x="22221" y="782"/>
                  <a:pt x="22214" y="779"/>
                  <a:pt x="22211" y="775"/>
                </a:cubicBezTo>
                <a:cubicBezTo>
                  <a:pt x="22200" y="764"/>
                  <a:pt x="22200" y="747"/>
                  <a:pt x="22211" y="736"/>
                </a:cubicBezTo>
                <a:lnTo>
                  <a:pt x="22454" y="493"/>
                </a:lnTo>
                <a:cubicBezTo>
                  <a:pt x="22464" y="483"/>
                  <a:pt x="22482" y="483"/>
                  <a:pt x="22492" y="493"/>
                </a:cubicBezTo>
                <a:cubicBezTo>
                  <a:pt x="22503" y="504"/>
                  <a:pt x="22503" y="521"/>
                  <a:pt x="22492" y="532"/>
                </a:cubicBezTo>
                <a:lnTo>
                  <a:pt x="22249" y="775"/>
                </a:lnTo>
                <a:cubicBezTo>
                  <a:pt x="22242" y="779"/>
                  <a:pt x="22235" y="782"/>
                  <a:pt x="22228" y="782"/>
                </a:cubicBezTo>
                <a:close/>
                <a:moveTo>
                  <a:pt x="21263" y="782"/>
                </a:moveTo>
                <a:cubicBezTo>
                  <a:pt x="21256" y="782"/>
                  <a:pt x="21249" y="779"/>
                  <a:pt x="21245" y="775"/>
                </a:cubicBezTo>
                <a:cubicBezTo>
                  <a:pt x="21235" y="764"/>
                  <a:pt x="21235" y="747"/>
                  <a:pt x="21245" y="736"/>
                </a:cubicBezTo>
                <a:lnTo>
                  <a:pt x="21488" y="493"/>
                </a:lnTo>
                <a:cubicBezTo>
                  <a:pt x="21499" y="483"/>
                  <a:pt x="21517" y="483"/>
                  <a:pt x="21527" y="493"/>
                </a:cubicBezTo>
                <a:cubicBezTo>
                  <a:pt x="21538" y="504"/>
                  <a:pt x="21538" y="521"/>
                  <a:pt x="21527" y="532"/>
                </a:cubicBezTo>
                <a:lnTo>
                  <a:pt x="21284" y="775"/>
                </a:lnTo>
                <a:cubicBezTo>
                  <a:pt x="21277" y="779"/>
                  <a:pt x="21270" y="782"/>
                  <a:pt x="21263" y="782"/>
                </a:cubicBezTo>
                <a:close/>
                <a:moveTo>
                  <a:pt x="17884" y="782"/>
                </a:moveTo>
                <a:cubicBezTo>
                  <a:pt x="17877" y="782"/>
                  <a:pt x="17870" y="779"/>
                  <a:pt x="17867" y="775"/>
                </a:cubicBezTo>
                <a:cubicBezTo>
                  <a:pt x="17856" y="764"/>
                  <a:pt x="17856" y="747"/>
                  <a:pt x="17867" y="736"/>
                </a:cubicBezTo>
                <a:lnTo>
                  <a:pt x="18110" y="493"/>
                </a:lnTo>
                <a:cubicBezTo>
                  <a:pt x="18121" y="483"/>
                  <a:pt x="18138" y="483"/>
                  <a:pt x="18149" y="493"/>
                </a:cubicBezTo>
                <a:cubicBezTo>
                  <a:pt x="18159" y="504"/>
                  <a:pt x="18159" y="521"/>
                  <a:pt x="18149" y="532"/>
                </a:cubicBezTo>
                <a:lnTo>
                  <a:pt x="17906" y="775"/>
                </a:lnTo>
                <a:cubicBezTo>
                  <a:pt x="17899" y="779"/>
                  <a:pt x="17892" y="782"/>
                  <a:pt x="17884" y="782"/>
                </a:cubicBezTo>
                <a:close/>
                <a:moveTo>
                  <a:pt x="16919" y="782"/>
                </a:moveTo>
                <a:cubicBezTo>
                  <a:pt x="16912" y="782"/>
                  <a:pt x="16905" y="779"/>
                  <a:pt x="16902" y="775"/>
                </a:cubicBezTo>
                <a:cubicBezTo>
                  <a:pt x="16891" y="764"/>
                  <a:pt x="16891" y="747"/>
                  <a:pt x="16902" y="736"/>
                </a:cubicBezTo>
                <a:lnTo>
                  <a:pt x="17145" y="493"/>
                </a:lnTo>
                <a:cubicBezTo>
                  <a:pt x="17155" y="483"/>
                  <a:pt x="17173" y="483"/>
                  <a:pt x="17183" y="493"/>
                </a:cubicBezTo>
                <a:cubicBezTo>
                  <a:pt x="17194" y="504"/>
                  <a:pt x="17194" y="521"/>
                  <a:pt x="17183" y="532"/>
                </a:cubicBezTo>
                <a:lnTo>
                  <a:pt x="16940" y="775"/>
                </a:lnTo>
                <a:cubicBezTo>
                  <a:pt x="16933" y="779"/>
                  <a:pt x="16926" y="782"/>
                  <a:pt x="16919" y="782"/>
                </a:cubicBezTo>
                <a:close/>
                <a:moveTo>
                  <a:pt x="15954" y="782"/>
                </a:moveTo>
                <a:cubicBezTo>
                  <a:pt x="15947" y="782"/>
                  <a:pt x="15940" y="779"/>
                  <a:pt x="15936" y="775"/>
                </a:cubicBezTo>
                <a:cubicBezTo>
                  <a:pt x="15926" y="764"/>
                  <a:pt x="15926" y="747"/>
                  <a:pt x="15936" y="736"/>
                </a:cubicBezTo>
                <a:lnTo>
                  <a:pt x="16179" y="493"/>
                </a:lnTo>
                <a:cubicBezTo>
                  <a:pt x="16190" y="483"/>
                  <a:pt x="16208" y="483"/>
                  <a:pt x="16218" y="493"/>
                </a:cubicBezTo>
                <a:cubicBezTo>
                  <a:pt x="16229" y="504"/>
                  <a:pt x="16229" y="521"/>
                  <a:pt x="16218" y="532"/>
                </a:cubicBezTo>
                <a:lnTo>
                  <a:pt x="15975" y="775"/>
                </a:lnTo>
                <a:cubicBezTo>
                  <a:pt x="15968" y="779"/>
                  <a:pt x="15961" y="782"/>
                  <a:pt x="15954" y="782"/>
                </a:cubicBezTo>
                <a:close/>
                <a:moveTo>
                  <a:pt x="12575" y="782"/>
                </a:moveTo>
                <a:cubicBezTo>
                  <a:pt x="12568" y="782"/>
                  <a:pt x="12561" y="779"/>
                  <a:pt x="12558" y="775"/>
                </a:cubicBezTo>
                <a:cubicBezTo>
                  <a:pt x="12547" y="764"/>
                  <a:pt x="12547" y="747"/>
                  <a:pt x="12558" y="736"/>
                </a:cubicBezTo>
                <a:lnTo>
                  <a:pt x="12801" y="493"/>
                </a:lnTo>
                <a:cubicBezTo>
                  <a:pt x="12812" y="483"/>
                  <a:pt x="12830" y="483"/>
                  <a:pt x="12840" y="493"/>
                </a:cubicBezTo>
                <a:cubicBezTo>
                  <a:pt x="12851" y="504"/>
                  <a:pt x="12850" y="521"/>
                  <a:pt x="12840" y="532"/>
                </a:cubicBezTo>
                <a:lnTo>
                  <a:pt x="12597" y="775"/>
                </a:lnTo>
                <a:cubicBezTo>
                  <a:pt x="12590" y="779"/>
                  <a:pt x="12583" y="782"/>
                  <a:pt x="12575" y="782"/>
                </a:cubicBezTo>
                <a:close/>
                <a:moveTo>
                  <a:pt x="11611" y="782"/>
                </a:moveTo>
                <a:cubicBezTo>
                  <a:pt x="11604" y="782"/>
                  <a:pt x="11597" y="779"/>
                  <a:pt x="11594" y="775"/>
                </a:cubicBezTo>
                <a:cubicBezTo>
                  <a:pt x="11583" y="764"/>
                  <a:pt x="11583" y="747"/>
                  <a:pt x="11594" y="736"/>
                </a:cubicBezTo>
                <a:lnTo>
                  <a:pt x="11836" y="493"/>
                </a:lnTo>
                <a:cubicBezTo>
                  <a:pt x="11846" y="483"/>
                  <a:pt x="11864" y="483"/>
                  <a:pt x="11874" y="493"/>
                </a:cubicBezTo>
                <a:cubicBezTo>
                  <a:pt x="11885" y="504"/>
                  <a:pt x="11885" y="521"/>
                  <a:pt x="11874" y="532"/>
                </a:cubicBezTo>
                <a:lnTo>
                  <a:pt x="11632" y="775"/>
                </a:lnTo>
                <a:cubicBezTo>
                  <a:pt x="11625" y="779"/>
                  <a:pt x="11618" y="782"/>
                  <a:pt x="11611" y="782"/>
                </a:cubicBezTo>
                <a:close/>
                <a:moveTo>
                  <a:pt x="10646" y="782"/>
                </a:moveTo>
                <a:cubicBezTo>
                  <a:pt x="10639" y="782"/>
                  <a:pt x="10632" y="779"/>
                  <a:pt x="10628" y="775"/>
                </a:cubicBezTo>
                <a:cubicBezTo>
                  <a:pt x="10618" y="764"/>
                  <a:pt x="10618" y="747"/>
                  <a:pt x="10628" y="736"/>
                </a:cubicBezTo>
                <a:lnTo>
                  <a:pt x="10871" y="493"/>
                </a:lnTo>
                <a:cubicBezTo>
                  <a:pt x="10882" y="483"/>
                  <a:pt x="10899" y="483"/>
                  <a:pt x="10910" y="493"/>
                </a:cubicBezTo>
                <a:cubicBezTo>
                  <a:pt x="10920" y="504"/>
                  <a:pt x="10921" y="521"/>
                  <a:pt x="10910" y="532"/>
                </a:cubicBezTo>
                <a:lnTo>
                  <a:pt x="10667" y="775"/>
                </a:lnTo>
                <a:cubicBezTo>
                  <a:pt x="10660" y="779"/>
                  <a:pt x="10653" y="782"/>
                  <a:pt x="10646" y="782"/>
                </a:cubicBezTo>
                <a:close/>
                <a:moveTo>
                  <a:pt x="7268" y="782"/>
                </a:moveTo>
                <a:cubicBezTo>
                  <a:pt x="7260" y="782"/>
                  <a:pt x="7253" y="779"/>
                  <a:pt x="7250" y="775"/>
                </a:cubicBezTo>
                <a:cubicBezTo>
                  <a:pt x="7239" y="764"/>
                  <a:pt x="7239" y="747"/>
                  <a:pt x="7250" y="736"/>
                </a:cubicBezTo>
                <a:lnTo>
                  <a:pt x="7493" y="493"/>
                </a:lnTo>
                <a:cubicBezTo>
                  <a:pt x="7504" y="483"/>
                  <a:pt x="7521" y="483"/>
                  <a:pt x="7532" y="493"/>
                </a:cubicBezTo>
                <a:cubicBezTo>
                  <a:pt x="7542" y="504"/>
                  <a:pt x="7542" y="521"/>
                  <a:pt x="7532" y="532"/>
                </a:cubicBezTo>
                <a:lnTo>
                  <a:pt x="7289" y="775"/>
                </a:lnTo>
                <a:cubicBezTo>
                  <a:pt x="7282" y="779"/>
                  <a:pt x="7275" y="782"/>
                  <a:pt x="7268" y="782"/>
                </a:cubicBezTo>
                <a:close/>
                <a:moveTo>
                  <a:pt x="4854" y="782"/>
                </a:moveTo>
                <a:cubicBezTo>
                  <a:pt x="4847" y="782"/>
                  <a:pt x="4840" y="779"/>
                  <a:pt x="4837" y="775"/>
                </a:cubicBezTo>
                <a:cubicBezTo>
                  <a:pt x="4826" y="764"/>
                  <a:pt x="4826" y="747"/>
                  <a:pt x="4837" y="736"/>
                </a:cubicBezTo>
                <a:lnTo>
                  <a:pt x="5080" y="493"/>
                </a:lnTo>
                <a:cubicBezTo>
                  <a:pt x="5090" y="483"/>
                  <a:pt x="5108" y="483"/>
                  <a:pt x="5119" y="493"/>
                </a:cubicBezTo>
                <a:cubicBezTo>
                  <a:pt x="5129" y="504"/>
                  <a:pt x="5129" y="521"/>
                  <a:pt x="5119" y="532"/>
                </a:cubicBezTo>
                <a:lnTo>
                  <a:pt x="4875" y="775"/>
                </a:lnTo>
                <a:cubicBezTo>
                  <a:pt x="4865" y="779"/>
                  <a:pt x="4861" y="782"/>
                  <a:pt x="4854" y="782"/>
                </a:cubicBezTo>
                <a:close/>
                <a:moveTo>
                  <a:pt x="4372" y="782"/>
                </a:moveTo>
                <a:cubicBezTo>
                  <a:pt x="4365" y="782"/>
                  <a:pt x="4358" y="779"/>
                  <a:pt x="4354" y="775"/>
                </a:cubicBezTo>
                <a:cubicBezTo>
                  <a:pt x="4344" y="764"/>
                  <a:pt x="4344" y="747"/>
                  <a:pt x="4354" y="736"/>
                </a:cubicBezTo>
                <a:lnTo>
                  <a:pt x="4597" y="493"/>
                </a:lnTo>
                <a:cubicBezTo>
                  <a:pt x="4608" y="483"/>
                  <a:pt x="4625" y="483"/>
                  <a:pt x="4636" y="493"/>
                </a:cubicBezTo>
                <a:cubicBezTo>
                  <a:pt x="4646" y="504"/>
                  <a:pt x="4646" y="521"/>
                  <a:pt x="4636" y="532"/>
                </a:cubicBezTo>
                <a:lnTo>
                  <a:pt x="4393" y="775"/>
                </a:lnTo>
                <a:cubicBezTo>
                  <a:pt x="4382" y="779"/>
                  <a:pt x="4379" y="782"/>
                  <a:pt x="4372" y="782"/>
                </a:cubicBezTo>
                <a:close/>
                <a:moveTo>
                  <a:pt x="3889" y="782"/>
                </a:moveTo>
                <a:cubicBezTo>
                  <a:pt x="3882" y="782"/>
                  <a:pt x="3875" y="779"/>
                  <a:pt x="3871" y="775"/>
                </a:cubicBezTo>
                <a:cubicBezTo>
                  <a:pt x="3861" y="764"/>
                  <a:pt x="3861" y="747"/>
                  <a:pt x="3871" y="736"/>
                </a:cubicBezTo>
                <a:lnTo>
                  <a:pt x="4115" y="493"/>
                </a:lnTo>
                <a:cubicBezTo>
                  <a:pt x="4125" y="483"/>
                  <a:pt x="4143" y="483"/>
                  <a:pt x="4153" y="493"/>
                </a:cubicBezTo>
                <a:cubicBezTo>
                  <a:pt x="4164" y="504"/>
                  <a:pt x="4164" y="521"/>
                  <a:pt x="4153" y="532"/>
                </a:cubicBezTo>
                <a:lnTo>
                  <a:pt x="3910" y="775"/>
                </a:lnTo>
                <a:cubicBezTo>
                  <a:pt x="3900" y="779"/>
                  <a:pt x="3896" y="782"/>
                  <a:pt x="3889" y="782"/>
                </a:cubicBezTo>
                <a:close/>
                <a:moveTo>
                  <a:pt x="3406" y="782"/>
                </a:moveTo>
                <a:cubicBezTo>
                  <a:pt x="3399" y="782"/>
                  <a:pt x="3392" y="779"/>
                  <a:pt x="3389" y="775"/>
                </a:cubicBezTo>
                <a:cubicBezTo>
                  <a:pt x="3378" y="764"/>
                  <a:pt x="3378" y="747"/>
                  <a:pt x="3389" y="736"/>
                </a:cubicBezTo>
                <a:lnTo>
                  <a:pt x="3632" y="493"/>
                </a:lnTo>
                <a:cubicBezTo>
                  <a:pt x="3642" y="483"/>
                  <a:pt x="3660" y="483"/>
                  <a:pt x="3671" y="493"/>
                </a:cubicBezTo>
                <a:cubicBezTo>
                  <a:pt x="3681" y="504"/>
                  <a:pt x="3681" y="521"/>
                  <a:pt x="3671" y="532"/>
                </a:cubicBezTo>
                <a:lnTo>
                  <a:pt x="3428" y="775"/>
                </a:lnTo>
                <a:cubicBezTo>
                  <a:pt x="3417" y="779"/>
                  <a:pt x="3413" y="782"/>
                  <a:pt x="3406" y="782"/>
                </a:cubicBezTo>
                <a:close/>
                <a:moveTo>
                  <a:pt x="2924" y="782"/>
                </a:moveTo>
                <a:cubicBezTo>
                  <a:pt x="2917" y="782"/>
                  <a:pt x="2910" y="779"/>
                  <a:pt x="2906" y="775"/>
                </a:cubicBezTo>
                <a:cubicBezTo>
                  <a:pt x="2896" y="764"/>
                  <a:pt x="2896" y="747"/>
                  <a:pt x="2906" y="736"/>
                </a:cubicBezTo>
                <a:lnTo>
                  <a:pt x="3149" y="493"/>
                </a:lnTo>
                <a:cubicBezTo>
                  <a:pt x="3160" y="483"/>
                  <a:pt x="3177" y="483"/>
                  <a:pt x="3188" y="493"/>
                </a:cubicBezTo>
                <a:cubicBezTo>
                  <a:pt x="3199" y="504"/>
                  <a:pt x="3199" y="521"/>
                  <a:pt x="3188" y="532"/>
                </a:cubicBezTo>
                <a:lnTo>
                  <a:pt x="2945" y="775"/>
                </a:lnTo>
                <a:cubicBezTo>
                  <a:pt x="2934" y="779"/>
                  <a:pt x="2931" y="782"/>
                  <a:pt x="2924" y="782"/>
                </a:cubicBezTo>
                <a:close/>
                <a:moveTo>
                  <a:pt x="2441" y="782"/>
                </a:moveTo>
                <a:cubicBezTo>
                  <a:pt x="2434" y="782"/>
                  <a:pt x="2427" y="779"/>
                  <a:pt x="2424" y="775"/>
                </a:cubicBezTo>
                <a:cubicBezTo>
                  <a:pt x="2413" y="764"/>
                  <a:pt x="2413" y="747"/>
                  <a:pt x="2424" y="736"/>
                </a:cubicBezTo>
                <a:lnTo>
                  <a:pt x="2667" y="493"/>
                </a:lnTo>
                <a:cubicBezTo>
                  <a:pt x="2677" y="483"/>
                  <a:pt x="2694" y="483"/>
                  <a:pt x="2705" y="493"/>
                </a:cubicBezTo>
                <a:cubicBezTo>
                  <a:pt x="2715" y="504"/>
                  <a:pt x="2716" y="521"/>
                  <a:pt x="2705" y="532"/>
                </a:cubicBezTo>
                <a:lnTo>
                  <a:pt x="2462" y="775"/>
                </a:lnTo>
                <a:cubicBezTo>
                  <a:pt x="2452" y="779"/>
                  <a:pt x="2448" y="782"/>
                  <a:pt x="2441" y="782"/>
                </a:cubicBezTo>
                <a:close/>
                <a:moveTo>
                  <a:pt x="23193" y="300"/>
                </a:moveTo>
                <a:cubicBezTo>
                  <a:pt x="23186" y="300"/>
                  <a:pt x="23179" y="296"/>
                  <a:pt x="23176" y="293"/>
                </a:cubicBezTo>
                <a:cubicBezTo>
                  <a:pt x="23165" y="282"/>
                  <a:pt x="23165" y="264"/>
                  <a:pt x="23176" y="254"/>
                </a:cubicBezTo>
                <a:lnTo>
                  <a:pt x="23419" y="11"/>
                </a:lnTo>
                <a:cubicBezTo>
                  <a:pt x="23430" y="0"/>
                  <a:pt x="23447" y="0"/>
                  <a:pt x="23458" y="11"/>
                </a:cubicBezTo>
                <a:cubicBezTo>
                  <a:pt x="23468" y="21"/>
                  <a:pt x="23468" y="39"/>
                  <a:pt x="23458" y="50"/>
                </a:cubicBezTo>
                <a:lnTo>
                  <a:pt x="23215" y="289"/>
                </a:lnTo>
                <a:cubicBezTo>
                  <a:pt x="23208" y="296"/>
                  <a:pt x="23201" y="300"/>
                  <a:pt x="23193" y="300"/>
                </a:cubicBezTo>
                <a:close/>
                <a:moveTo>
                  <a:pt x="22711" y="300"/>
                </a:moveTo>
                <a:cubicBezTo>
                  <a:pt x="22704" y="300"/>
                  <a:pt x="22697" y="296"/>
                  <a:pt x="22693" y="293"/>
                </a:cubicBezTo>
                <a:cubicBezTo>
                  <a:pt x="22683" y="282"/>
                  <a:pt x="22683" y="264"/>
                  <a:pt x="22693" y="254"/>
                </a:cubicBezTo>
                <a:lnTo>
                  <a:pt x="22936" y="11"/>
                </a:lnTo>
                <a:cubicBezTo>
                  <a:pt x="22947" y="0"/>
                  <a:pt x="22964" y="0"/>
                  <a:pt x="22975" y="11"/>
                </a:cubicBezTo>
                <a:cubicBezTo>
                  <a:pt x="22986" y="21"/>
                  <a:pt x="22986" y="39"/>
                  <a:pt x="22975" y="50"/>
                </a:cubicBezTo>
                <a:lnTo>
                  <a:pt x="22732" y="293"/>
                </a:lnTo>
                <a:cubicBezTo>
                  <a:pt x="22725" y="296"/>
                  <a:pt x="22718" y="300"/>
                  <a:pt x="22711" y="300"/>
                </a:cubicBezTo>
                <a:close/>
                <a:moveTo>
                  <a:pt x="22228" y="300"/>
                </a:moveTo>
                <a:cubicBezTo>
                  <a:pt x="22221" y="300"/>
                  <a:pt x="22214" y="296"/>
                  <a:pt x="22211" y="293"/>
                </a:cubicBezTo>
                <a:cubicBezTo>
                  <a:pt x="22200" y="282"/>
                  <a:pt x="22200" y="264"/>
                  <a:pt x="22211" y="254"/>
                </a:cubicBezTo>
                <a:lnTo>
                  <a:pt x="22454" y="11"/>
                </a:lnTo>
                <a:cubicBezTo>
                  <a:pt x="22464" y="0"/>
                  <a:pt x="22482" y="0"/>
                  <a:pt x="22492" y="11"/>
                </a:cubicBezTo>
                <a:cubicBezTo>
                  <a:pt x="22503" y="21"/>
                  <a:pt x="22503" y="39"/>
                  <a:pt x="22492" y="50"/>
                </a:cubicBezTo>
                <a:lnTo>
                  <a:pt x="22249" y="289"/>
                </a:lnTo>
                <a:cubicBezTo>
                  <a:pt x="22242" y="296"/>
                  <a:pt x="22235" y="300"/>
                  <a:pt x="22228" y="300"/>
                </a:cubicBezTo>
                <a:close/>
                <a:moveTo>
                  <a:pt x="21746" y="300"/>
                </a:moveTo>
                <a:cubicBezTo>
                  <a:pt x="21739" y="300"/>
                  <a:pt x="21731" y="296"/>
                  <a:pt x="21728" y="293"/>
                </a:cubicBezTo>
                <a:cubicBezTo>
                  <a:pt x="21717" y="282"/>
                  <a:pt x="21717" y="264"/>
                  <a:pt x="21728" y="254"/>
                </a:cubicBezTo>
                <a:lnTo>
                  <a:pt x="21968" y="11"/>
                </a:lnTo>
                <a:cubicBezTo>
                  <a:pt x="21978" y="0"/>
                  <a:pt x="21996" y="0"/>
                  <a:pt x="22006" y="11"/>
                </a:cubicBezTo>
                <a:cubicBezTo>
                  <a:pt x="22017" y="21"/>
                  <a:pt x="22017" y="39"/>
                  <a:pt x="22006" y="50"/>
                </a:cubicBezTo>
                <a:lnTo>
                  <a:pt x="21763" y="293"/>
                </a:lnTo>
                <a:cubicBezTo>
                  <a:pt x="21760" y="296"/>
                  <a:pt x="21753" y="300"/>
                  <a:pt x="21746" y="300"/>
                </a:cubicBezTo>
                <a:close/>
                <a:moveTo>
                  <a:pt x="21263" y="300"/>
                </a:moveTo>
                <a:cubicBezTo>
                  <a:pt x="21256" y="300"/>
                  <a:pt x="21249" y="296"/>
                  <a:pt x="21245" y="293"/>
                </a:cubicBezTo>
                <a:cubicBezTo>
                  <a:pt x="21235" y="282"/>
                  <a:pt x="21235" y="264"/>
                  <a:pt x="21245" y="254"/>
                </a:cubicBezTo>
                <a:lnTo>
                  <a:pt x="21488" y="11"/>
                </a:lnTo>
                <a:cubicBezTo>
                  <a:pt x="21499" y="0"/>
                  <a:pt x="21517" y="0"/>
                  <a:pt x="21527" y="11"/>
                </a:cubicBezTo>
                <a:cubicBezTo>
                  <a:pt x="21538" y="21"/>
                  <a:pt x="21538" y="39"/>
                  <a:pt x="21527" y="50"/>
                </a:cubicBezTo>
                <a:lnTo>
                  <a:pt x="21284" y="289"/>
                </a:lnTo>
                <a:cubicBezTo>
                  <a:pt x="21277" y="296"/>
                  <a:pt x="21270" y="300"/>
                  <a:pt x="21263" y="300"/>
                </a:cubicBezTo>
                <a:close/>
                <a:moveTo>
                  <a:pt x="20780" y="300"/>
                </a:moveTo>
                <a:cubicBezTo>
                  <a:pt x="20773" y="300"/>
                  <a:pt x="20766" y="296"/>
                  <a:pt x="20763" y="293"/>
                </a:cubicBezTo>
                <a:cubicBezTo>
                  <a:pt x="20752" y="282"/>
                  <a:pt x="20752" y="264"/>
                  <a:pt x="20763" y="254"/>
                </a:cubicBezTo>
                <a:lnTo>
                  <a:pt x="21006" y="11"/>
                </a:lnTo>
                <a:cubicBezTo>
                  <a:pt x="21016" y="0"/>
                  <a:pt x="21034" y="0"/>
                  <a:pt x="21045" y="11"/>
                </a:cubicBezTo>
                <a:cubicBezTo>
                  <a:pt x="21055" y="21"/>
                  <a:pt x="21055" y="39"/>
                  <a:pt x="21045" y="50"/>
                </a:cubicBezTo>
                <a:lnTo>
                  <a:pt x="20805" y="293"/>
                </a:lnTo>
                <a:cubicBezTo>
                  <a:pt x="20794" y="296"/>
                  <a:pt x="20787" y="300"/>
                  <a:pt x="20780" y="300"/>
                </a:cubicBezTo>
                <a:close/>
                <a:moveTo>
                  <a:pt x="20298" y="300"/>
                </a:moveTo>
                <a:cubicBezTo>
                  <a:pt x="20291" y="300"/>
                  <a:pt x="20284" y="296"/>
                  <a:pt x="20280" y="293"/>
                </a:cubicBezTo>
                <a:cubicBezTo>
                  <a:pt x="20269" y="282"/>
                  <a:pt x="20269" y="264"/>
                  <a:pt x="20280" y="254"/>
                </a:cubicBezTo>
                <a:lnTo>
                  <a:pt x="20523" y="11"/>
                </a:lnTo>
                <a:cubicBezTo>
                  <a:pt x="20534" y="0"/>
                  <a:pt x="20551" y="0"/>
                  <a:pt x="20562" y="11"/>
                </a:cubicBezTo>
                <a:cubicBezTo>
                  <a:pt x="20572" y="21"/>
                  <a:pt x="20572" y="39"/>
                  <a:pt x="20562" y="50"/>
                </a:cubicBezTo>
                <a:lnTo>
                  <a:pt x="20319" y="293"/>
                </a:lnTo>
                <a:cubicBezTo>
                  <a:pt x="20312" y="296"/>
                  <a:pt x="20305" y="300"/>
                  <a:pt x="20298" y="300"/>
                </a:cubicBezTo>
                <a:close/>
                <a:moveTo>
                  <a:pt x="19815" y="300"/>
                </a:moveTo>
                <a:cubicBezTo>
                  <a:pt x="19808" y="300"/>
                  <a:pt x="19801" y="296"/>
                  <a:pt x="19797" y="293"/>
                </a:cubicBezTo>
                <a:cubicBezTo>
                  <a:pt x="19787" y="282"/>
                  <a:pt x="19787" y="264"/>
                  <a:pt x="19797" y="254"/>
                </a:cubicBezTo>
                <a:lnTo>
                  <a:pt x="20037" y="11"/>
                </a:lnTo>
                <a:cubicBezTo>
                  <a:pt x="20048" y="0"/>
                  <a:pt x="20065" y="0"/>
                  <a:pt x="20076" y="11"/>
                </a:cubicBezTo>
                <a:cubicBezTo>
                  <a:pt x="20086" y="21"/>
                  <a:pt x="20086" y="39"/>
                  <a:pt x="20076" y="50"/>
                </a:cubicBezTo>
                <a:lnTo>
                  <a:pt x="19833" y="293"/>
                </a:lnTo>
                <a:cubicBezTo>
                  <a:pt x="19829" y="296"/>
                  <a:pt x="19822" y="300"/>
                  <a:pt x="19815" y="300"/>
                </a:cubicBezTo>
                <a:close/>
                <a:moveTo>
                  <a:pt x="19332" y="300"/>
                </a:moveTo>
                <a:cubicBezTo>
                  <a:pt x="19325" y="300"/>
                  <a:pt x="19318" y="296"/>
                  <a:pt x="19315" y="293"/>
                </a:cubicBezTo>
                <a:cubicBezTo>
                  <a:pt x="19304" y="282"/>
                  <a:pt x="19304" y="264"/>
                  <a:pt x="19315" y="254"/>
                </a:cubicBezTo>
                <a:lnTo>
                  <a:pt x="19558" y="11"/>
                </a:lnTo>
                <a:cubicBezTo>
                  <a:pt x="19568" y="0"/>
                  <a:pt x="19586" y="0"/>
                  <a:pt x="19597" y="11"/>
                </a:cubicBezTo>
                <a:cubicBezTo>
                  <a:pt x="19607" y="21"/>
                  <a:pt x="19607" y="39"/>
                  <a:pt x="19597" y="50"/>
                </a:cubicBezTo>
                <a:lnTo>
                  <a:pt x="19354" y="293"/>
                </a:lnTo>
                <a:cubicBezTo>
                  <a:pt x="19346" y="296"/>
                  <a:pt x="19339" y="300"/>
                  <a:pt x="19332" y="300"/>
                </a:cubicBezTo>
                <a:close/>
                <a:moveTo>
                  <a:pt x="18850" y="300"/>
                </a:moveTo>
                <a:cubicBezTo>
                  <a:pt x="18843" y="300"/>
                  <a:pt x="18836" y="296"/>
                  <a:pt x="18832" y="293"/>
                </a:cubicBezTo>
                <a:cubicBezTo>
                  <a:pt x="18822" y="282"/>
                  <a:pt x="18822" y="264"/>
                  <a:pt x="18832" y="254"/>
                </a:cubicBezTo>
                <a:lnTo>
                  <a:pt x="19075" y="11"/>
                </a:lnTo>
                <a:cubicBezTo>
                  <a:pt x="19086" y="0"/>
                  <a:pt x="19103" y="0"/>
                  <a:pt x="19114" y="11"/>
                </a:cubicBezTo>
                <a:cubicBezTo>
                  <a:pt x="19125" y="21"/>
                  <a:pt x="19125" y="39"/>
                  <a:pt x="19114" y="50"/>
                </a:cubicBezTo>
                <a:lnTo>
                  <a:pt x="18874" y="293"/>
                </a:lnTo>
                <a:cubicBezTo>
                  <a:pt x="18864" y="296"/>
                  <a:pt x="18857" y="300"/>
                  <a:pt x="18850" y="300"/>
                </a:cubicBezTo>
                <a:close/>
                <a:moveTo>
                  <a:pt x="18367" y="300"/>
                </a:moveTo>
                <a:cubicBezTo>
                  <a:pt x="18360" y="300"/>
                  <a:pt x="18353" y="296"/>
                  <a:pt x="18350" y="293"/>
                </a:cubicBezTo>
                <a:cubicBezTo>
                  <a:pt x="18339" y="282"/>
                  <a:pt x="18339" y="264"/>
                  <a:pt x="18350" y="254"/>
                </a:cubicBezTo>
                <a:lnTo>
                  <a:pt x="18593" y="11"/>
                </a:lnTo>
                <a:cubicBezTo>
                  <a:pt x="18603" y="0"/>
                  <a:pt x="18621" y="0"/>
                  <a:pt x="18631" y="11"/>
                </a:cubicBezTo>
                <a:cubicBezTo>
                  <a:pt x="18642" y="21"/>
                  <a:pt x="18642" y="39"/>
                  <a:pt x="18631" y="50"/>
                </a:cubicBezTo>
                <a:lnTo>
                  <a:pt x="18388" y="293"/>
                </a:lnTo>
                <a:cubicBezTo>
                  <a:pt x="18381" y="296"/>
                  <a:pt x="18374" y="300"/>
                  <a:pt x="18367" y="300"/>
                </a:cubicBezTo>
                <a:close/>
                <a:moveTo>
                  <a:pt x="17884" y="300"/>
                </a:moveTo>
                <a:cubicBezTo>
                  <a:pt x="17877" y="300"/>
                  <a:pt x="17870" y="296"/>
                  <a:pt x="17867" y="293"/>
                </a:cubicBezTo>
                <a:cubicBezTo>
                  <a:pt x="17856" y="282"/>
                  <a:pt x="17856" y="264"/>
                  <a:pt x="17867" y="254"/>
                </a:cubicBezTo>
                <a:lnTo>
                  <a:pt x="18110" y="11"/>
                </a:lnTo>
                <a:cubicBezTo>
                  <a:pt x="18121" y="0"/>
                  <a:pt x="18138" y="0"/>
                  <a:pt x="18149" y="11"/>
                </a:cubicBezTo>
                <a:cubicBezTo>
                  <a:pt x="18159" y="21"/>
                  <a:pt x="18159" y="39"/>
                  <a:pt x="18149" y="50"/>
                </a:cubicBezTo>
                <a:lnTo>
                  <a:pt x="17906" y="289"/>
                </a:lnTo>
                <a:cubicBezTo>
                  <a:pt x="17899" y="296"/>
                  <a:pt x="17892" y="300"/>
                  <a:pt x="17884" y="300"/>
                </a:cubicBezTo>
                <a:close/>
                <a:moveTo>
                  <a:pt x="17402" y="300"/>
                </a:moveTo>
                <a:cubicBezTo>
                  <a:pt x="17395" y="300"/>
                  <a:pt x="17388" y="296"/>
                  <a:pt x="17384" y="293"/>
                </a:cubicBezTo>
                <a:cubicBezTo>
                  <a:pt x="17374" y="282"/>
                  <a:pt x="17374" y="264"/>
                  <a:pt x="17384" y="254"/>
                </a:cubicBezTo>
                <a:lnTo>
                  <a:pt x="17627" y="11"/>
                </a:lnTo>
                <a:cubicBezTo>
                  <a:pt x="17638" y="0"/>
                  <a:pt x="17655" y="0"/>
                  <a:pt x="17666" y="11"/>
                </a:cubicBezTo>
                <a:cubicBezTo>
                  <a:pt x="17677" y="21"/>
                  <a:pt x="17677" y="39"/>
                  <a:pt x="17666" y="50"/>
                </a:cubicBezTo>
                <a:lnTo>
                  <a:pt x="17423" y="293"/>
                </a:lnTo>
                <a:cubicBezTo>
                  <a:pt x="17416" y="296"/>
                  <a:pt x="17409" y="300"/>
                  <a:pt x="17402" y="300"/>
                </a:cubicBezTo>
                <a:close/>
                <a:moveTo>
                  <a:pt x="16919" y="300"/>
                </a:moveTo>
                <a:cubicBezTo>
                  <a:pt x="16912" y="300"/>
                  <a:pt x="16905" y="296"/>
                  <a:pt x="16902" y="293"/>
                </a:cubicBezTo>
                <a:cubicBezTo>
                  <a:pt x="16891" y="282"/>
                  <a:pt x="16891" y="264"/>
                  <a:pt x="16902" y="254"/>
                </a:cubicBezTo>
                <a:lnTo>
                  <a:pt x="17145" y="11"/>
                </a:lnTo>
                <a:cubicBezTo>
                  <a:pt x="17155" y="0"/>
                  <a:pt x="17173" y="0"/>
                  <a:pt x="17183" y="11"/>
                </a:cubicBezTo>
                <a:cubicBezTo>
                  <a:pt x="17194" y="21"/>
                  <a:pt x="17194" y="39"/>
                  <a:pt x="17183" y="50"/>
                </a:cubicBezTo>
                <a:lnTo>
                  <a:pt x="16940" y="289"/>
                </a:lnTo>
                <a:cubicBezTo>
                  <a:pt x="16933" y="296"/>
                  <a:pt x="16926" y="300"/>
                  <a:pt x="16919" y="300"/>
                </a:cubicBezTo>
                <a:close/>
                <a:moveTo>
                  <a:pt x="16437" y="300"/>
                </a:moveTo>
                <a:cubicBezTo>
                  <a:pt x="16430" y="300"/>
                  <a:pt x="16422" y="296"/>
                  <a:pt x="16419" y="293"/>
                </a:cubicBezTo>
                <a:cubicBezTo>
                  <a:pt x="16408" y="282"/>
                  <a:pt x="16408" y="264"/>
                  <a:pt x="16419" y="254"/>
                </a:cubicBezTo>
                <a:lnTo>
                  <a:pt x="16662" y="11"/>
                </a:lnTo>
                <a:cubicBezTo>
                  <a:pt x="16673" y="0"/>
                  <a:pt x="16691" y="1"/>
                  <a:pt x="16701" y="11"/>
                </a:cubicBezTo>
                <a:cubicBezTo>
                  <a:pt x="16712" y="22"/>
                  <a:pt x="16711" y="39"/>
                  <a:pt x="16701" y="50"/>
                </a:cubicBezTo>
                <a:lnTo>
                  <a:pt x="16458" y="293"/>
                </a:lnTo>
                <a:cubicBezTo>
                  <a:pt x="16451" y="296"/>
                  <a:pt x="16444" y="300"/>
                  <a:pt x="16437" y="300"/>
                </a:cubicBezTo>
                <a:close/>
                <a:moveTo>
                  <a:pt x="15954" y="300"/>
                </a:moveTo>
                <a:cubicBezTo>
                  <a:pt x="15947" y="300"/>
                  <a:pt x="15940" y="296"/>
                  <a:pt x="15936" y="293"/>
                </a:cubicBezTo>
                <a:cubicBezTo>
                  <a:pt x="15926" y="282"/>
                  <a:pt x="15926" y="264"/>
                  <a:pt x="15936" y="254"/>
                </a:cubicBezTo>
                <a:lnTo>
                  <a:pt x="16179" y="11"/>
                </a:lnTo>
                <a:cubicBezTo>
                  <a:pt x="16190" y="0"/>
                  <a:pt x="16208" y="1"/>
                  <a:pt x="16218" y="11"/>
                </a:cubicBezTo>
                <a:cubicBezTo>
                  <a:pt x="16229" y="22"/>
                  <a:pt x="16229" y="39"/>
                  <a:pt x="16218" y="50"/>
                </a:cubicBezTo>
                <a:lnTo>
                  <a:pt x="15975" y="289"/>
                </a:lnTo>
                <a:cubicBezTo>
                  <a:pt x="15968" y="296"/>
                  <a:pt x="15961" y="300"/>
                  <a:pt x="15954" y="300"/>
                </a:cubicBezTo>
                <a:close/>
                <a:moveTo>
                  <a:pt x="15471" y="300"/>
                </a:moveTo>
                <a:cubicBezTo>
                  <a:pt x="15464" y="300"/>
                  <a:pt x="15457" y="296"/>
                  <a:pt x="15454" y="293"/>
                </a:cubicBezTo>
                <a:cubicBezTo>
                  <a:pt x="15443" y="282"/>
                  <a:pt x="15443" y="264"/>
                  <a:pt x="15454" y="254"/>
                </a:cubicBezTo>
                <a:lnTo>
                  <a:pt x="15693" y="11"/>
                </a:lnTo>
                <a:cubicBezTo>
                  <a:pt x="15704" y="0"/>
                  <a:pt x="15721" y="1"/>
                  <a:pt x="15732" y="11"/>
                </a:cubicBezTo>
                <a:cubicBezTo>
                  <a:pt x="15743" y="22"/>
                  <a:pt x="15743" y="39"/>
                  <a:pt x="15732" y="50"/>
                </a:cubicBezTo>
                <a:lnTo>
                  <a:pt x="15489" y="293"/>
                </a:lnTo>
                <a:cubicBezTo>
                  <a:pt x="15485" y="296"/>
                  <a:pt x="15478" y="300"/>
                  <a:pt x="15471" y="300"/>
                </a:cubicBezTo>
                <a:close/>
                <a:moveTo>
                  <a:pt x="14989" y="300"/>
                </a:moveTo>
                <a:cubicBezTo>
                  <a:pt x="14982" y="300"/>
                  <a:pt x="14975" y="296"/>
                  <a:pt x="14971" y="293"/>
                </a:cubicBezTo>
                <a:cubicBezTo>
                  <a:pt x="14960" y="282"/>
                  <a:pt x="14960" y="264"/>
                  <a:pt x="14971" y="254"/>
                </a:cubicBezTo>
                <a:lnTo>
                  <a:pt x="15214" y="11"/>
                </a:lnTo>
                <a:cubicBezTo>
                  <a:pt x="15225" y="0"/>
                  <a:pt x="15243" y="1"/>
                  <a:pt x="15253" y="11"/>
                </a:cubicBezTo>
                <a:cubicBezTo>
                  <a:pt x="15264" y="22"/>
                  <a:pt x="15263" y="39"/>
                  <a:pt x="15253" y="50"/>
                </a:cubicBezTo>
                <a:lnTo>
                  <a:pt x="15006" y="293"/>
                </a:lnTo>
                <a:cubicBezTo>
                  <a:pt x="15003" y="296"/>
                  <a:pt x="14996" y="300"/>
                  <a:pt x="14989" y="300"/>
                </a:cubicBezTo>
                <a:close/>
                <a:moveTo>
                  <a:pt x="14506" y="300"/>
                </a:moveTo>
                <a:cubicBezTo>
                  <a:pt x="14499" y="300"/>
                  <a:pt x="14492" y="296"/>
                  <a:pt x="14488" y="293"/>
                </a:cubicBezTo>
                <a:cubicBezTo>
                  <a:pt x="14478" y="282"/>
                  <a:pt x="14478" y="264"/>
                  <a:pt x="14488" y="254"/>
                </a:cubicBezTo>
                <a:lnTo>
                  <a:pt x="14731" y="11"/>
                </a:lnTo>
                <a:cubicBezTo>
                  <a:pt x="14742" y="0"/>
                  <a:pt x="14760" y="1"/>
                  <a:pt x="14770" y="11"/>
                </a:cubicBezTo>
                <a:cubicBezTo>
                  <a:pt x="14781" y="22"/>
                  <a:pt x="14781" y="39"/>
                  <a:pt x="14770" y="50"/>
                </a:cubicBezTo>
                <a:lnTo>
                  <a:pt x="14531" y="293"/>
                </a:lnTo>
                <a:cubicBezTo>
                  <a:pt x="14520" y="296"/>
                  <a:pt x="14513" y="300"/>
                  <a:pt x="14506" y="300"/>
                </a:cubicBezTo>
                <a:close/>
                <a:moveTo>
                  <a:pt x="14023" y="300"/>
                </a:moveTo>
                <a:cubicBezTo>
                  <a:pt x="14016" y="300"/>
                  <a:pt x="14009" y="296"/>
                  <a:pt x="14006" y="293"/>
                </a:cubicBezTo>
                <a:cubicBezTo>
                  <a:pt x="13995" y="282"/>
                  <a:pt x="13995" y="264"/>
                  <a:pt x="14006" y="254"/>
                </a:cubicBezTo>
                <a:lnTo>
                  <a:pt x="14249" y="11"/>
                </a:lnTo>
                <a:cubicBezTo>
                  <a:pt x="14259" y="0"/>
                  <a:pt x="14278" y="1"/>
                  <a:pt x="14288" y="11"/>
                </a:cubicBezTo>
                <a:cubicBezTo>
                  <a:pt x="14299" y="22"/>
                  <a:pt x="14298" y="39"/>
                  <a:pt x="14288" y="50"/>
                </a:cubicBezTo>
                <a:lnTo>
                  <a:pt x="14045" y="293"/>
                </a:lnTo>
                <a:cubicBezTo>
                  <a:pt x="14037" y="296"/>
                  <a:pt x="14030" y="300"/>
                  <a:pt x="14023" y="300"/>
                </a:cubicBezTo>
                <a:close/>
                <a:moveTo>
                  <a:pt x="13541" y="300"/>
                </a:moveTo>
                <a:cubicBezTo>
                  <a:pt x="13534" y="300"/>
                  <a:pt x="13527" y="296"/>
                  <a:pt x="13523" y="293"/>
                </a:cubicBezTo>
                <a:cubicBezTo>
                  <a:pt x="13513" y="282"/>
                  <a:pt x="13513" y="264"/>
                  <a:pt x="13523" y="254"/>
                </a:cubicBezTo>
                <a:lnTo>
                  <a:pt x="13763" y="11"/>
                </a:lnTo>
                <a:cubicBezTo>
                  <a:pt x="13773" y="0"/>
                  <a:pt x="13791" y="1"/>
                  <a:pt x="13801" y="11"/>
                </a:cubicBezTo>
                <a:cubicBezTo>
                  <a:pt x="13812" y="22"/>
                  <a:pt x="13812" y="39"/>
                  <a:pt x="13801" y="50"/>
                </a:cubicBezTo>
                <a:lnTo>
                  <a:pt x="13558" y="293"/>
                </a:lnTo>
                <a:cubicBezTo>
                  <a:pt x="13555" y="296"/>
                  <a:pt x="13548" y="300"/>
                  <a:pt x="13541" y="300"/>
                </a:cubicBezTo>
                <a:close/>
                <a:moveTo>
                  <a:pt x="13058" y="300"/>
                </a:moveTo>
                <a:cubicBezTo>
                  <a:pt x="13051" y="300"/>
                  <a:pt x="13044" y="296"/>
                  <a:pt x="13041" y="293"/>
                </a:cubicBezTo>
                <a:cubicBezTo>
                  <a:pt x="13030" y="282"/>
                  <a:pt x="13030" y="264"/>
                  <a:pt x="13041" y="254"/>
                </a:cubicBezTo>
                <a:lnTo>
                  <a:pt x="13284" y="11"/>
                </a:lnTo>
                <a:cubicBezTo>
                  <a:pt x="13294" y="0"/>
                  <a:pt x="13312" y="1"/>
                  <a:pt x="13322" y="11"/>
                </a:cubicBezTo>
                <a:cubicBezTo>
                  <a:pt x="13333" y="22"/>
                  <a:pt x="13333" y="39"/>
                  <a:pt x="13322" y="50"/>
                </a:cubicBezTo>
                <a:lnTo>
                  <a:pt x="13079" y="293"/>
                </a:lnTo>
                <a:cubicBezTo>
                  <a:pt x="13072" y="296"/>
                  <a:pt x="13065" y="300"/>
                  <a:pt x="13058" y="300"/>
                </a:cubicBezTo>
                <a:close/>
                <a:moveTo>
                  <a:pt x="12575" y="300"/>
                </a:moveTo>
                <a:cubicBezTo>
                  <a:pt x="12568" y="300"/>
                  <a:pt x="12561" y="296"/>
                  <a:pt x="12558" y="293"/>
                </a:cubicBezTo>
                <a:cubicBezTo>
                  <a:pt x="12547" y="282"/>
                  <a:pt x="12547" y="264"/>
                  <a:pt x="12558" y="254"/>
                </a:cubicBezTo>
                <a:lnTo>
                  <a:pt x="12801" y="11"/>
                </a:lnTo>
                <a:cubicBezTo>
                  <a:pt x="12812" y="0"/>
                  <a:pt x="12830" y="1"/>
                  <a:pt x="12840" y="11"/>
                </a:cubicBezTo>
                <a:cubicBezTo>
                  <a:pt x="12851" y="22"/>
                  <a:pt x="12850" y="39"/>
                  <a:pt x="12840" y="50"/>
                </a:cubicBezTo>
                <a:lnTo>
                  <a:pt x="12597" y="289"/>
                </a:lnTo>
                <a:cubicBezTo>
                  <a:pt x="12590" y="296"/>
                  <a:pt x="12583" y="300"/>
                  <a:pt x="12575" y="300"/>
                </a:cubicBezTo>
                <a:close/>
                <a:moveTo>
                  <a:pt x="12093" y="300"/>
                </a:moveTo>
                <a:cubicBezTo>
                  <a:pt x="12086" y="300"/>
                  <a:pt x="12079" y="296"/>
                  <a:pt x="12075" y="293"/>
                </a:cubicBezTo>
                <a:cubicBezTo>
                  <a:pt x="12065" y="282"/>
                  <a:pt x="12065" y="264"/>
                  <a:pt x="12075" y="254"/>
                </a:cubicBezTo>
                <a:lnTo>
                  <a:pt x="12318" y="11"/>
                </a:lnTo>
                <a:cubicBezTo>
                  <a:pt x="12329" y="0"/>
                  <a:pt x="12347" y="1"/>
                  <a:pt x="12357" y="11"/>
                </a:cubicBezTo>
                <a:cubicBezTo>
                  <a:pt x="12368" y="22"/>
                  <a:pt x="12368" y="39"/>
                  <a:pt x="12357" y="50"/>
                </a:cubicBezTo>
                <a:lnTo>
                  <a:pt x="12114" y="293"/>
                </a:lnTo>
                <a:cubicBezTo>
                  <a:pt x="12107" y="296"/>
                  <a:pt x="12100" y="300"/>
                  <a:pt x="12093" y="300"/>
                </a:cubicBezTo>
                <a:close/>
                <a:moveTo>
                  <a:pt x="11611" y="300"/>
                </a:moveTo>
                <a:cubicBezTo>
                  <a:pt x="11604" y="300"/>
                  <a:pt x="11597" y="296"/>
                  <a:pt x="11594" y="293"/>
                </a:cubicBezTo>
                <a:cubicBezTo>
                  <a:pt x="11583" y="282"/>
                  <a:pt x="11583" y="264"/>
                  <a:pt x="11594" y="254"/>
                </a:cubicBezTo>
                <a:lnTo>
                  <a:pt x="11836" y="11"/>
                </a:lnTo>
                <a:cubicBezTo>
                  <a:pt x="11846" y="0"/>
                  <a:pt x="11864" y="1"/>
                  <a:pt x="11874" y="11"/>
                </a:cubicBezTo>
                <a:cubicBezTo>
                  <a:pt x="11885" y="22"/>
                  <a:pt x="11885" y="39"/>
                  <a:pt x="11874" y="50"/>
                </a:cubicBezTo>
                <a:lnTo>
                  <a:pt x="11632" y="289"/>
                </a:lnTo>
                <a:cubicBezTo>
                  <a:pt x="11625" y="296"/>
                  <a:pt x="11618" y="300"/>
                  <a:pt x="11611" y="300"/>
                </a:cubicBezTo>
                <a:close/>
                <a:moveTo>
                  <a:pt x="11129" y="300"/>
                </a:moveTo>
                <a:cubicBezTo>
                  <a:pt x="11122" y="300"/>
                  <a:pt x="11114" y="296"/>
                  <a:pt x="11111" y="293"/>
                </a:cubicBezTo>
                <a:cubicBezTo>
                  <a:pt x="11100" y="282"/>
                  <a:pt x="11100" y="264"/>
                  <a:pt x="11111" y="254"/>
                </a:cubicBezTo>
                <a:lnTo>
                  <a:pt x="11354" y="11"/>
                </a:lnTo>
                <a:cubicBezTo>
                  <a:pt x="11365" y="0"/>
                  <a:pt x="11382" y="1"/>
                  <a:pt x="11393" y="11"/>
                </a:cubicBezTo>
                <a:cubicBezTo>
                  <a:pt x="11403" y="22"/>
                  <a:pt x="11403" y="39"/>
                  <a:pt x="11393" y="50"/>
                </a:cubicBezTo>
                <a:lnTo>
                  <a:pt x="11150" y="293"/>
                </a:lnTo>
                <a:cubicBezTo>
                  <a:pt x="11143" y="296"/>
                  <a:pt x="11136" y="300"/>
                  <a:pt x="11129" y="300"/>
                </a:cubicBezTo>
                <a:close/>
                <a:moveTo>
                  <a:pt x="10646" y="300"/>
                </a:moveTo>
                <a:cubicBezTo>
                  <a:pt x="10639" y="300"/>
                  <a:pt x="10632" y="296"/>
                  <a:pt x="10628" y="293"/>
                </a:cubicBezTo>
                <a:cubicBezTo>
                  <a:pt x="10618" y="282"/>
                  <a:pt x="10618" y="264"/>
                  <a:pt x="10628" y="254"/>
                </a:cubicBezTo>
                <a:lnTo>
                  <a:pt x="10871" y="11"/>
                </a:lnTo>
                <a:cubicBezTo>
                  <a:pt x="10882" y="0"/>
                  <a:pt x="10899" y="1"/>
                  <a:pt x="10910" y="11"/>
                </a:cubicBezTo>
                <a:cubicBezTo>
                  <a:pt x="10920" y="22"/>
                  <a:pt x="10921" y="39"/>
                  <a:pt x="10910" y="50"/>
                </a:cubicBezTo>
                <a:lnTo>
                  <a:pt x="10667" y="289"/>
                </a:lnTo>
                <a:cubicBezTo>
                  <a:pt x="10660" y="296"/>
                  <a:pt x="10653" y="300"/>
                  <a:pt x="10646" y="300"/>
                </a:cubicBezTo>
                <a:close/>
                <a:moveTo>
                  <a:pt x="10163" y="300"/>
                </a:moveTo>
                <a:cubicBezTo>
                  <a:pt x="10156" y="300"/>
                  <a:pt x="10149" y="296"/>
                  <a:pt x="10146" y="293"/>
                </a:cubicBezTo>
                <a:cubicBezTo>
                  <a:pt x="10135" y="282"/>
                  <a:pt x="10135" y="264"/>
                  <a:pt x="10146" y="254"/>
                </a:cubicBezTo>
                <a:lnTo>
                  <a:pt x="10389" y="11"/>
                </a:lnTo>
                <a:cubicBezTo>
                  <a:pt x="10399" y="0"/>
                  <a:pt x="10417" y="1"/>
                  <a:pt x="10428" y="11"/>
                </a:cubicBezTo>
                <a:cubicBezTo>
                  <a:pt x="10438" y="22"/>
                  <a:pt x="10438" y="39"/>
                  <a:pt x="10428" y="50"/>
                </a:cubicBezTo>
                <a:lnTo>
                  <a:pt x="10181" y="293"/>
                </a:lnTo>
                <a:cubicBezTo>
                  <a:pt x="10177" y="296"/>
                  <a:pt x="10170" y="300"/>
                  <a:pt x="10163" y="300"/>
                </a:cubicBezTo>
                <a:close/>
                <a:moveTo>
                  <a:pt x="9681" y="300"/>
                </a:moveTo>
                <a:cubicBezTo>
                  <a:pt x="9674" y="300"/>
                  <a:pt x="9667" y="296"/>
                  <a:pt x="9663" y="293"/>
                </a:cubicBezTo>
                <a:cubicBezTo>
                  <a:pt x="9652" y="282"/>
                  <a:pt x="9652" y="264"/>
                  <a:pt x="9663" y="254"/>
                </a:cubicBezTo>
                <a:lnTo>
                  <a:pt x="9906" y="11"/>
                </a:lnTo>
                <a:cubicBezTo>
                  <a:pt x="9917" y="0"/>
                  <a:pt x="9934" y="1"/>
                  <a:pt x="9945" y="11"/>
                </a:cubicBezTo>
                <a:cubicBezTo>
                  <a:pt x="9955" y="22"/>
                  <a:pt x="9955" y="39"/>
                  <a:pt x="9945" y="50"/>
                </a:cubicBezTo>
                <a:lnTo>
                  <a:pt x="9702" y="293"/>
                </a:lnTo>
                <a:cubicBezTo>
                  <a:pt x="9695" y="296"/>
                  <a:pt x="9688" y="300"/>
                  <a:pt x="9681" y="300"/>
                </a:cubicBezTo>
                <a:close/>
                <a:moveTo>
                  <a:pt x="9198" y="300"/>
                </a:moveTo>
                <a:cubicBezTo>
                  <a:pt x="9191" y="300"/>
                  <a:pt x="9184" y="296"/>
                  <a:pt x="9180" y="293"/>
                </a:cubicBezTo>
                <a:cubicBezTo>
                  <a:pt x="9170" y="282"/>
                  <a:pt x="9170" y="264"/>
                  <a:pt x="9180" y="254"/>
                </a:cubicBezTo>
                <a:lnTo>
                  <a:pt x="9420" y="11"/>
                </a:lnTo>
                <a:cubicBezTo>
                  <a:pt x="9431" y="0"/>
                  <a:pt x="9448" y="1"/>
                  <a:pt x="9459" y="11"/>
                </a:cubicBezTo>
                <a:cubicBezTo>
                  <a:pt x="9469" y="22"/>
                  <a:pt x="9469" y="39"/>
                  <a:pt x="9459" y="50"/>
                </a:cubicBezTo>
                <a:lnTo>
                  <a:pt x="9216" y="293"/>
                </a:lnTo>
                <a:cubicBezTo>
                  <a:pt x="9212" y="296"/>
                  <a:pt x="9205" y="300"/>
                  <a:pt x="9198" y="300"/>
                </a:cubicBezTo>
                <a:close/>
                <a:moveTo>
                  <a:pt x="8715" y="300"/>
                </a:moveTo>
                <a:cubicBezTo>
                  <a:pt x="8708" y="300"/>
                  <a:pt x="8701" y="296"/>
                  <a:pt x="8698" y="293"/>
                </a:cubicBezTo>
                <a:cubicBezTo>
                  <a:pt x="8687" y="282"/>
                  <a:pt x="8687" y="264"/>
                  <a:pt x="8698" y="254"/>
                </a:cubicBezTo>
                <a:lnTo>
                  <a:pt x="8941" y="11"/>
                </a:lnTo>
                <a:cubicBezTo>
                  <a:pt x="8951" y="0"/>
                  <a:pt x="8969" y="1"/>
                  <a:pt x="8980" y="11"/>
                </a:cubicBezTo>
                <a:cubicBezTo>
                  <a:pt x="8990" y="22"/>
                  <a:pt x="8990" y="39"/>
                  <a:pt x="8980" y="50"/>
                </a:cubicBezTo>
                <a:lnTo>
                  <a:pt x="8737" y="293"/>
                </a:lnTo>
                <a:cubicBezTo>
                  <a:pt x="8730" y="296"/>
                  <a:pt x="8722" y="300"/>
                  <a:pt x="8715" y="300"/>
                </a:cubicBezTo>
                <a:close/>
                <a:moveTo>
                  <a:pt x="8233" y="300"/>
                </a:moveTo>
                <a:cubicBezTo>
                  <a:pt x="8226" y="300"/>
                  <a:pt x="8219" y="296"/>
                  <a:pt x="8215" y="293"/>
                </a:cubicBezTo>
                <a:cubicBezTo>
                  <a:pt x="8205" y="282"/>
                  <a:pt x="8205" y="264"/>
                  <a:pt x="8215" y="254"/>
                </a:cubicBezTo>
                <a:lnTo>
                  <a:pt x="8458" y="11"/>
                </a:lnTo>
                <a:cubicBezTo>
                  <a:pt x="8469" y="0"/>
                  <a:pt x="8486" y="1"/>
                  <a:pt x="8497" y="11"/>
                </a:cubicBezTo>
                <a:cubicBezTo>
                  <a:pt x="8508" y="22"/>
                  <a:pt x="8508" y="39"/>
                  <a:pt x="8497" y="50"/>
                </a:cubicBezTo>
                <a:lnTo>
                  <a:pt x="8257" y="293"/>
                </a:lnTo>
                <a:cubicBezTo>
                  <a:pt x="8247" y="296"/>
                  <a:pt x="8240" y="300"/>
                  <a:pt x="8233" y="300"/>
                </a:cubicBezTo>
                <a:close/>
                <a:moveTo>
                  <a:pt x="7750" y="300"/>
                </a:moveTo>
                <a:cubicBezTo>
                  <a:pt x="7743" y="300"/>
                  <a:pt x="7736" y="296"/>
                  <a:pt x="7733" y="293"/>
                </a:cubicBezTo>
                <a:cubicBezTo>
                  <a:pt x="7722" y="282"/>
                  <a:pt x="7722" y="264"/>
                  <a:pt x="7733" y="254"/>
                </a:cubicBezTo>
                <a:lnTo>
                  <a:pt x="7976" y="11"/>
                </a:lnTo>
                <a:cubicBezTo>
                  <a:pt x="7986" y="0"/>
                  <a:pt x="8004" y="0"/>
                  <a:pt x="8014" y="11"/>
                </a:cubicBezTo>
                <a:cubicBezTo>
                  <a:pt x="8025" y="21"/>
                  <a:pt x="8025" y="39"/>
                  <a:pt x="8014" y="50"/>
                </a:cubicBezTo>
                <a:lnTo>
                  <a:pt x="7771" y="293"/>
                </a:lnTo>
                <a:cubicBezTo>
                  <a:pt x="7764" y="296"/>
                  <a:pt x="7757" y="300"/>
                  <a:pt x="7750" y="300"/>
                </a:cubicBezTo>
                <a:close/>
                <a:moveTo>
                  <a:pt x="7268" y="300"/>
                </a:moveTo>
                <a:cubicBezTo>
                  <a:pt x="7260" y="300"/>
                  <a:pt x="7253" y="296"/>
                  <a:pt x="7250" y="293"/>
                </a:cubicBezTo>
                <a:cubicBezTo>
                  <a:pt x="7239" y="282"/>
                  <a:pt x="7239" y="264"/>
                  <a:pt x="7250" y="254"/>
                </a:cubicBezTo>
                <a:lnTo>
                  <a:pt x="7493" y="11"/>
                </a:lnTo>
                <a:cubicBezTo>
                  <a:pt x="7504" y="0"/>
                  <a:pt x="7521" y="0"/>
                  <a:pt x="7532" y="11"/>
                </a:cubicBezTo>
                <a:cubicBezTo>
                  <a:pt x="7542" y="21"/>
                  <a:pt x="7542" y="39"/>
                  <a:pt x="7532" y="50"/>
                </a:cubicBezTo>
                <a:lnTo>
                  <a:pt x="7289" y="289"/>
                </a:lnTo>
                <a:cubicBezTo>
                  <a:pt x="7282" y="296"/>
                  <a:pt x="7275" y="300"/>
                  <a:pt x="7268" y="300"/>
                </a:cubicBezTo>
                <a:close/>
                <a:moveTo>
                  <a:pt x="6785" y="300"/>
                </a:moveTo>
                <a:cubicBezTo>
                  <a:pt x="6778" y="300"/>
                  <a:pt x="6771" y="296"/>
                  <a:pt x="6767" y="293"/>
                </a:cubicBezTo>
                <a:cubicBezTo>
                  <a:pt x="6757" y="282"/>
                  <a:pt x="6757" y="264"/>
                  <a:pt x="6767" y="254"/>
                </a:cubicBezTo>
                <a:lnTo>
                  <a:pt x="7010" y="11"/>
                </a:lnTo>
                <a:cubicBezTo>
                  <a:pt x="7021" y="0"/>
                  <a:pt x="7039" y="0"/>
                  <a:pt x="7049" y="11"/>
                </a:cubicBezTo>
                <a:cubicBezTo>
                  <a:pt x="7060" y="21"/>
                  <a:pt x="7060" y="39"/>
                  <a:pt x="7049" y="50"/>
                </a:cubicBezTo>
                <a:lnTo>
                  <a:pt x="6806" y="293"/>
                </a:lnTo>
                <a:cubicBezTo>
                  <a:pt x="6799" y="296"/>
                  <a:pt x="6792" y="300"/>
                  <a:pt x="6785" y="300"/>
                </a:cubicBezTo>
                <a:close/>
                <a:moveTo>
                  <a:pt x="6302" y="300"/>
                </a:moveTo>
                <a:cubicBezTo>
                  <a:pt x="6295" y="300"/>
                  <a:pt x="6288" y="296"/>
                  <a:pt x="6285" y="293"/>
                </a:cubicBezTo>
                <a:cubicBezTo>
                  <a:pt x="6274" y="282"/>
                  <a:pt x="6274" y="264"/>
                  <a:pt x="6285" y="254"/>
                </a:cubicBezTo>
                <a:lnTo>
                  <a:pt x="6528" y="11"/>
                </a:lnTo>
                <a:cubicBezTo>
                  <a:pt x="6538" y="0"/>
                  <a:pt x="6556" y="0"/>
                  <a:pt x="6566" y="11"/>
                </a:cubicBezTo>
                <a:cubicBezTo>
                  <a:pt x="6577" y="21"/>
                  <a:pt x="6577" y="39"/>
                  <a:pt x="6566" y="50"/>
                </a:cubicBezTo>
                <a:lnTo>
                  <a:pt x="6323" y="293"/>
                </a:lnTo>
                <a:cubicBezTo>
                  <a:pt x="6316" y="296"/>
                  <a:pt x="6309" y="300"/>
                  <a:pt x="6302" y="300"/>
                </a:cubicBezTo>
                <a:close/>
                <a:moveTo>
                  <a:pt x="5820" y="300"/>
                </a:moveTo>
                <a:cubicBezTo>
                  <a:pt x="5813" y="300"/>
                  <a:pt x="5806" y="296"/>
                  <a:pt x="5802" y="293"/>
                </a:cubicBezTo>
                <a:cubicBezTo>
                  <a:pt x="5791" y="282"/>
                  <a:pt x="5791" y="264"/>
                  <a:pt x="5802" y="254"/>
                </a:cubicBezTo>
                <a:lnTo>
                  <a:pt x="6045" y="11"/>
                </a:lnTo>
                <a:cubicBezTo>
                  <a:pt x="6056" y="0"/>
                  <a:pt x="6073" y="0"/>
                  <a:pt x="6084" y="11"/>
                </a:cubicBezTo>
                <a:cubicBezTo>
                  <a:pt x="6094" y="21"/>
                  <a:pt x="6094" y="39"/>
                  <a:pt x="6084" y="50"/>
                </a:cubicBezTo>
                <a:lnTo>
                  <a:pt x="5841" y="293"/>
                </a:lnTo>
                <a:cubicBezTo>
                  <a:pt x="5834" y="296"/>
                  <a:pt x="5827" y="300"/>
                  <a:pt x="5820" y="300"/>
                </a:cubicBezTo>
                <a:close/>
                <a:moveTo>
                  <a:pt x="5337" y="300"/>
                </a:moveTo>
                <a:cubicBezTo>
                  <a:pt x="5330" y="300"/>
                  <a:pt x="5323" y="296"/>
                  <a:pt x="5319" y="293"/>
                </a:cubicBezTo>
                <a:cubicBezTo>
                  <a:pt x="5309" y="282"/>
                  <a:pt x="5309" y="264"/>
                  <a:pt x="5319" y="254"/>
                </a:cubicBezTo>
                <a:lnTo>
                  <a:pt x="5562" y="11"/>
                </a:lnTo>
                <a:cubicBezTo>
                  <a:pt x="5573" y="0"/>
                  <a:pt x="5591" y="0"/>
                  <a:pt x="5601" y="11"/>
                </a:cubicBezTo>
                <a:cubicBezTo>
                  <a:pt x="5612" y="21"/>
                  <a:pt x="5612" y="39"/>
                  <a:pt x="5601" y="50"/>
                </a:cubicBezTo>
                <a:lnTo>
                  <a:pt x="5355" y="293"/>
                </a:lnTo>
                <a:cubicBezTo>
                  <a:pt x="5351" y="296"/>
                  <a:pt x="5344" y="300"/>
                  <a:pt x="5337" y="300"/>
                </a:cubicBezTo>
                <a:close/>
                <a:moveTo>
                  <a:pt x="4854" y="300"/>
                </a:moveTo>
                <a:cubicBezTo>
                  <a:pt x="4847" y="300"/>
                  <a:pt x="4840" y="296"/>
                  <a:pt x="4837" y="293"/>
                </a:cubicBezTo>
                <a:cubicBezTo>
                  <a:pt x="4826" y="282"/>
                  <a:pt x="4826" y="264"/>
                  <a:pt x="4837" y="254"/>
                </a:cubicBezTo>
                <a:lnTo>
                  <a:pt x="5080" y="11"/>
                </a:lnTo>
                <a:cubicBezTo>
                  <a:pt x="5090" y="0"/>
                  <a:pt x="5108" y="0"/>
                  <a:pt x="5119" y="11"/>
                </a:cubicBezTo>
                <a:cubicBezTo>
                  <a:pt x="5129" y="21"/>
                  <a:pt x="5129" y="39"/>
                  <a:pt x="5119" y="50"/>
                </a:cubicBezTo>
                <a:lnTo>
                  <a:pt x="4875" y="293"/>
                </a:lnTo>
                <a:cubicBezTo>
                  <a:pt x="4865" y="296"/>
                  <a:pt x="4861" y="300"/>
                  <a:pt x="4854" y="300"/>
                </a:cubicBezTo>
                <a:close/>
                <a:moveTo>
                  <a:pt x="4372" y="300"/>
                </a:moveTo>
                <a:cubicBezTo>
                  <a:pt x="4365" y="300"/>
                  <a:pt x="4358" y="296"/>
                  <a:pt x="4354" y="293"/>
                </a:cubicBezTo>
                <a:cubicBezTo>
                  <a:pt x="4344" y="282"/>
                  <a:pt x="4344" y="264"/>
                  <a:pt x="4354" y="254"/>
                </a:cubicBezTo>
                <a:lnTo>
                  <a:pt x="4597" y="11"/>
                </a:lnTo>
                <a:cubicBezTo>
                  <a:pt x="4608" y="0"/>
                  <a:pt x="4625" y="0"/>
                  <a:pt x="4636" y="11"/>
                </a:cubicBezTo>
                <a:cubicBezTo>
                  <a:pt x="4646" y="21"/>
                  <a:pt x="4646" y="39"/>
                  <a:pt x="4636" y="50"/>
                </a:cubicBezTo>
                <a:lnTo>
                  <a:pt x="4393" y="293"/>
                </a:lnTo>
                <a:cubicBezTo>
                  <a:pt x="4382" y="296"/>
                  <a:pt x="4379" y="300"/>
                  <a:pt x="4372" y="300"/>
                </a:cubicBezTo>
                <a:close/>
                <a:moveTo>
                  <a:pt x="3889" y="300"/>
                </a:moveTo>
                <a:cubicBezTo>
                  <a:pt x="3882" y="300"/>
                  <a:pt x="3875" y="296"/>
                  <a:pt x="3871" y="293"/>
                </a:cubicBezTo>
                <a:cubicBezTo>
                  <a:pt x="3861" y="282"/>
                  <a:pt x="3861" y="264"/>
                  <a:pt x="3871" y="254"/>
                </a:cubicBezTo>
                <a:lnTo>
                  <a:pt x="4115" y="11"/>
                </a:lnTo>
                <a:cubicBezTo>
                  <a:pt x="4125" y="0"/>
                  <a:pt x="4143" y="0"/>
                  <a:pt x="4153" y="11"/>
                </a:cubicBezTo>
                <a:cubicBezTo>
                  <a:pt x="4164" y="21"/>
                  <a:pt x="4164" y="39"/>
                  <a:pt x="4153" y="50"/>
                </a:cubicBezTo>
                <a:lnTo>
                  <a:pt x="3910" y="293"/>
                </a:lnTo>
                <a:cubicBezTo>
                  <a:pt x="3900" y="296"/>
                  <a:pt x="3896" y="300"/>
                  <a:pt x="3889" y="300"/>
                </a:cubicBezTo>
                <a:close/>
                <a:moveTo>
                  <a:pt x="3406" y="300"/>
                </a:moveTo>
                <a:cubicBezTo>
                  <a:pt x="3399" y="300"/>
                  <a:pt x="3392" y="296"/>
                  <a:pt x="3389" y="293"/>
                </a:cubicBezTo>
                <a:cubicBezTo>
                  <a:pt x="3378" y="282"/>
                  <a:pt x="3378" y="264"/>
                  <a:pt x="3389" y="254"/>
                </a:cubicBezTo>
                <a:lnTo>
                  <a:pt x="3632" y="11"/>
                </a:lnTo>
                <a:cubicBezTo>
                  <a:pt x="3642" y="0"/>
                  <a:pt x="3660" y="0"/>
                  <a:pt x="3671" y="11"/>
                </a:cubicBezTo>
                <a:cubicBezTo>
                  <a:pt x="3681" y="21"/>
                  <a:pt x="3681" y="39"/>
                  <a:pt x="3671" y="50"/>
                </a:cubicBezTo>
                <a:lnTo>
                  <a:pt x="3428" y="293"/>
                </a:lnTo>
                <a:cubicBezTo>
                  <a:pt x="3417" y="296"/>
                  <a:pt x="3413" y="300"/>
                  <a:pt x="3406" y="300"/>
                </a:cubicBezTo>
                <a:close/>
                <a:moveTo>
                  <a:pt x="2924" y="300"/>
                </a:moveTo>
                <a:cubicBezTo>
                  <a:pt x="2917" y="300"/>
                  <a:pt x="2910" y="296"/>
                  <a:pt x="2906" y="293"/>
                </a:cubicBezTo>
                <a:cubicBezTo>
                  <a:pt x="2896" y="282"/>
                  <a:pt x="2896" y="264"/>
                  <a:pt x="2906" y="254"/>
                </a:cubicBezTo>
                <a:lnTo>
                  <a:pt x="3149" y="11"/>
                </a:lnTo>
                <a:cubicBezTo>
                  <a:pt x="3160" y="0"/>
                  <a:pt x="3177" y="1"/>
                  <a:pt x="3188" y="11"/>
                </a:cubicBezTo>
                <a:cubicBezTo>
                  <a:pt x="3199" y="22"/>
                  <a:pt x="3199" y="39"/>
                  <a:pt x="3188" y="50"/>
                </a:cubicBezTo>
                <a:lnTo>
                  <a:pt x="2945" y="293"/>
                </a:lnTo>
                <a:cubicBezTo>
                  <a:pt x="2934" y="296"/>
                  <a:pt x="2931" y="300"/>
                  <a:pt x="2924" y="300"/>
                </a:cubicBezTo>
                <a:close/>
                <a:moveTo>
                  <a:pt x="2441" y="300"/>
                </a:moveTo>
                <a:cubicBezTo>
                  <a:pt x="2434" y="300"/>
                  <a:pt x="2427" y="296"/>
                  <a:pt x="2424" y="293"/>
                </a:cubicBezTo>
                <a:cubicBezTo>
                  <a:pt x="2413" y="282"/>
                  <a:pt x="2413" y="264"/>
                  <a:pt x="2424" y="254"/>
                </a:cubicBezTo>
                <a:lnTo>
                  <a:pt x="2667" y="11"/>
                </a:lnTo>
                <a:cubicBezTo>
                  <a:pt x="2677" y="0"/>
                  <a:pt x="2694" y="1"/>
                  <a:pt x="2705" y="11"/>
                </a:cubicBezTo>
                <a:cubicBezTo>
                  <a:pt x="2715" y="22"/>
                  <a:pt x="2716" y="39"/>
                  <a:pt x="2705" y="50"/>
                </a:cubicBezTo>
                <a:lnTo>
                  <a:pt x="2462" y="293"/>
                </a:lnTo>
                <a:cubicBezTo>
                  <a:pt x="2452" y="296"/>
                  <a:pt x="2448" y="300"/>
                  <a:pt x="2441" y="300"/>
                </a:cubicBezTo>
                <a:close/>
                <a:moveTo>
                  <a:pt x="1959" y="300"/>
                </a:moveTo>
                <a:cubicBezTo>
                  <a:pt x="1951" y="300"/>
                  <a:pt x="1944" y="296"/>
                  <a:pt x="1941" y="293"/>
                </a:cubicBezTo>
                <a:cubicBezTo>
                  <a:pt x="1930" y="282"/>
                  <a:pt x="1930" y="264"/>
                  <a:pt x="1941" y="254"/>
                </a:cubicBezTo>
                <a:lnTo>
                  <a:pt x="2184" y="11"/>
                </a:lnTo>
                <a:cubicBezTo>
                  <a:pt x="2195" y="0"/>
                  <a:pt x="2212" y="1"/>
                  <a:pt x="2223" y="11"/>
                </a:cubicBezTo>
                <a:cubicBezTo>
                  <a:pt x="2233" y="22"/>
                  <a:pt x="2233" y="39"/>
                  <a:pt x="2223" y="50"/>
                </a:cubicBezTo>
                <a:lnTo>
                  <a:pt x="1980" y="293"/>
                </a:lnTo>
                <a:cubicBezTo>
                  <a:pt x="1969" y="296"/>
                  <a:pt x="1966" y="300"/>
                  <a:pt x="1959" y="300"/>
                </a:cubicBezTo>
                <a:close/>
                <a:moveTo>
                  <a:pt x="1476" y="300"/>
                </a:moveTo>
                <a:cubicBezTo>
                  <a:pt x="1469" y="300"/>
                  <a:pt x="1462" y="296"/>
                  <a:pt x="1458" y="293"/>
                </a:cubicBezTo>
                <a:cubicBezTo>
                  <a:pt x="1448" y="282"/>
                  <a:pt x="1448" y="264"/>
                  <a:pt x="1458" y="254"/>
                </a:cubicBezTo>
                <a:lnTo>
                  <a:pt x="1701" y="11"/>
                </a:lnTo>
                <a:cubicBezTo>
                  <a:pt x="1712" y="0"/>
                  <a:pt x="1729" y="1"/>
                  <a:pt x="1740" y="11"/>
                </a:cubicBezTo>
                <a:cubicBezTo>
                  <a:pt x="1750" y="22"/>
                  <a:pt x="1751" y="39"/>
                  <a:pt x="1740" y="50"/>
                </a:cubicBezTo>
                <a:lnTo>
                  <a:pt x="1497" y="293"/>
                </a:lnTo>
                <a:cubicBezTo>
                  <a:pt x="1486" y="296"/>
                  <a:pt x="1483" y="300"/>
                  <a:pt x="1476" y="300"/>
                </a:cubicBezTo>
                <a:close/>
                <a:moveTo>
                  <a:pt x="993" y="300"/>
                </a:moveTo>
                <a:cubicBezTo>
                  <a:pt x="986" y="300"/>
                  <a:pt x="979" y="296"/>
                  <a:pt x="976" y="293"/>
                </a:cubicBezTo>
                <a:cubicBezTo>
                  <a:pt x="965" y="282"/>
                  <a:pt x="965" y="264"/>
                  <a:pt x="976" y="254"/>
                </a:cubicBezTo>
                <a:lnTo>
                  <a:pt x="1219" y="11"/>
                </a:lnTo>
                <a:cubicBezTo>
                  <a:pt x="1229" y="0"/>
                  <a:pt x="1247" y="0"/>
                  <a:pt x="1257" y="11"/>
                </a:cubicBezTo>
                <a:cubicBezTo>
                  <a:pt x="1268" y="21"/>
                  <a:pt x="1268" y="39"/>
                  <a:pt x="1257" y="50"/>
                </a:cubicBezTo>
                <a:lnTo>
                  <a:pt x="1014" y="293"/>
                </a:lnTo>
                <a:cubicBezTo>
                  <a:pt x="1004" y="296"/>
                  <a:pt x="1000" y="300"/>
                  <a:pt x="993" y="300"/>
                </a:cubicBezTo>
                <a:close/>
                <a:moveTo>
                  <a:pt x="511" y="300"/>
                </a:moveTo>
                <a:cubicBezTo>
                  <a:pt x="504" y="300"/>
                  <a:pt x="497" y="296"/>
                  <a:pt x="493" y="293"/>
                </a:cubicBezTo>
                <a:cubicBezTo>
                  <a:pt x="482" y="282"/>
                  <a:pt x="482" y="264"/>
                  <a:pt x="493" y="254"/>
                </a:cubicBezTo>
                <a:lnTo>
                  <a:pt x="736" y="11"/>
                </a:lnTo>
                <a:cubicBezTo>
                  <a:pt x="747" y="0"/>
                  <a:pt x="764" y="0"/>
                  <a:pt x="775" y="11"/>
                </a:cubicBezTo>
                <a:cubicBezTo>
                  <a:pt x="785" y="21"/>
                  <a:pt x="785" y="39"/>
                  <a:pt x="775" y="50"/>
                </a:cubicBezTo>
                <a:lnTo>
                  <a:pt x="528" y="293"/>
                </a:lnTo>
                <a:cubicBezTo>
                  <a:pt x="521" y="296"/>
                  <a:pt x="514" y="300"/>
                  <a:pt x="511" y="300"/>
                </a:cubicBezTo>
                <a:close/>
                <a:moveTo>
                  <a:pt x="28" y="300"/>
                </a:moveTo>
                <a:cubicBezTo>
                  <a:pt x="21" y="300"/>
                  <a:pt x="14" y="296"/>
                  <a:pt x="10" y="293"/>
                </a:cubicBezTo>
                <a:cubicBezTo>
                  <a:pt x="0" y="282"/>
                  <a:pt x="0" y="264"/>
                  <a:pt x="10" y="254"/>
                </a:cubicBezTo>
                <a:lnTo>
                  <a:pt x="253" y="11"/>
                </a:lnTo>
                <a:cubicBezTo>
                  <a:pt x="264" y="0"/>
                  <a:pt x="282" y="0"/>
                  <a:pt x="292" y="11"/>
                </a:cubicBezTo>
                <a:cubicBezTo>
                  <a:pt x="303" y="21"/>
                  <a:pt x="303" y="39"/>
                  <a:pt x="292" y="50"/>
                </a:cubicBezTo>
                <a:lnTo>
                  <a:pt x="49" y="293"/>
                </a:lnTo>
                <a:cubicBezTo>
                  <a:pt x="39" y="296"/>
                  <a:pt x="31" y="300"/>
                  <a:pt x="28" y="300"/>
                </a:cubicBezTo>
                <a:close/>
              </a:path>
            </a:pathLst>
          </a:custGeom>
          <a:solidFill>
            <a:srgbClr val="BFD73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nvGrpSpPr>
          <p:cNvPr id="6" name="Group 1"/>
          <p:cNvGrpSpPr>
            <a:grpSpLocks/>
          </p:cNvGrpSpPr>
          <p:nvPr userDrawn="1"/>
        </p:nvGrpSpPr>
        <p:grpSpPr bwMode="auto">
          <a:xfrm>
            <a:off x="9412224" y="320040"/>
            <a:ext cx="2316480" cy="694944"/>
            <a:chOff x="7132" y="352"/>
            <a:chExt cx="1725" cy="686"/>
          </a:xfrm>
        </p:grpSpPr>
        <p:sp>
          <p:nvSpPr>
            <p:cNvPr id="7"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8"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800179540"/>
      </p:ext>
    </p:extLst>
  </p:cSld>
  <p:clrMapOvr>
    <a:masterClrMapping/>
  </p:clrMapOvr>
  <p:hf sldNum="0" hdr="0" ftr="0" dt="0"/>
  <p:extLst>
    <p:ext uri="{DCECCB84-F9BA-43D5-87BE-67443E8EF086}">
      <p15:sldGuideLst xmlns:p15="http://schemas.microsoft.com/office/powerpoint/2012/main">
        <p15:guide id="1" orient="horz" pos="336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Image teal">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38912" y="1498601"/>
            <a:ext cx="11295888" cy="1533101"/>
          </a:xfrm>
        </p:spPr>
        <p:txBody>
          <a:bodyPr anchor="t"/>
          <a:lstStyle>
            <a:lvl1pPr algn="l">
              <a:defRPr sz="32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438912" y="3031702"/>
            <a:ext cx="11295888" cy="397298"/>
          </a:xfrm>
          <a:prstGeom prst="rect">
            <a:avLst/>
          </a:prstGeom>
        </p:spPr>
        <p:txBody>
          <a:bodyPr/>
          <a:lstStyle>
            <a:lvl1pPr marL="0" indent="0" algn="l">
              <a:buFont typeface="Arial" panose="020B0604020202020204" pitchFamily="34" charset="0"/>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9" name="Picture Placeholder 8"/>
          <p:cNvSpPr>
            <a:spLocks noGrp="1"/>
          </p:cNvSpPr>
          <p:nvPr>
            <p:ph type="pic" sz="quarter" idx="10"/>
          </p:nvPr>
        </p:nvSpPr>
        <p:spPr>
          <a:xfrm>
            <a:off x="457201" y="3429000"/>
            <a:ext cx="11734799" cy="34290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grpSp>
        <p:nvGrpSpPr>
          <p:cNvPr id="11" name="Group 2"/>
          <p:cNvGrpSpPr>
            <a:grpSpLocks/>
          </p:cNvGrpSpPr>
          <p:nvPr userDrawn="1"/>
        </p:nvGrpSpPr>
        <p:grpSpPr bwMode="auto">
          <a:xfrm>
            <a:off x="9415756" y="320041"/>
            <a:ext cx="2314811" cy="690417"/>
            <a:chOff x="7132" y="352"/>
            <a:chExt cx="1725" cy="686"/>
          </a:xfrm>
        </p:grpSpPr>
        <p:sp>
          <p:nvSpPr>
            <p:cNvPr id="12" name="Freeform 3"/>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3" name="Freeform 4"/>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3717962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Image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38912" y="1497014"/>
            <a:ext cx="11295888" cy="1531875"/>
          </a:xfrm>
        </p:spPr>
        <p:txBody>
          <a:bodyPr anchor="t"/>
          <a:lstStyle>
            <a:lvl1pPr algn="l">
              <a:defRPr sz="3200"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38912" y="3031701"/>
            <a:ext cx="11295888" cy="394486"/>
          </a:xfrm>
          <a:prstGeom prst="rect">
            <a:avLst/>
          </a:prstGeom>
        </p:spPr>
        <p:txBody>
          <a:bodyPr/>
          <a:lstStyle>
            <a:lvl1pPr marL="0" indent="0" algn="l">
              <a:buFont typeface="Arial" panose="020B0604020202020204" pitchFamily="34" charset="0"/>
              <a:buNone/>
              <a:defRPr sz="1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9" name="Picture Placeholder 8"/>
          <p:cNvSpPr>
            <a:spLocks noGrp="1"/>
          </p:cNvSpPr>
          <p:nvPr>
            <p:ph type="pic" sz="quarter" idx="10"/>
          </p:nvPr>
        </p:nvSpPr>
        <p:spPr>
          <a:xfrm>
            <a:off x="457200" y="3429000"/>
            <a:ext cx="11734800" cy="34290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grpSp>
        <p:nvGrpSpPr>
          <p:cNvPr id="11" name="Group 1"/>
          <p:cNvGrpSpPr>
            <a:grpSpLocks/>
          </p:cNvGrpSpPr>
          <p:nvPr userDrawn="1"/>
        </p:nvGrpSpPr>
        <p:grpSpPr bwMode="auto">
          <a:xfrm>
            <a:off x="9412224" y="320040"/>
            <a:ext cx="2316480" cy="694944"/>
            <a:chOff x="7132" y="352"/>
            <a:chExt cx="1725" cy="686"/>
          </a:xfrm>
        </p:grpSpPr>
        <p:sp>
          <p:nvSpPr>
            <p:cNvPr id="12"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3"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355634554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Image+pattern teal">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38912" y="1498600"/>
            <a:ext cx="5428488" cy="2311400"/>
          </a:xfrm>
        </p:spPr>
        <p:txBody>
          <a:bodyPr anchor="t"/>
          <a:lstStyle>
            <a:lvl1pPr algn="l">
              <a:defRPr sz="32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438912" y="5334000"/>
            <a:ext cx="5428488" cy="365760"/>
          </a:xfrm>
          <a:prstGeom prst="rect">
            <a:avLst/>
          </a:prstGeom>
        </p:spPr>
        <p:txBody>
          <a:bodyPr/>
          <a:lstStyle>
            <a:lvl1pPr marL="0" indent="0" algn="l">
              <a:buFont typeface="Arial" panose="020B0604020202020204" pitchFamily="34" charset="0"/>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9" name="Picture Placeholder 8"/>
          <p:cNvSpPr>
            <a:spLocks noGrp="1"/>
          </p:cNvSpPr>
          <p:nvPr>
            <p:ph type="pic" sz="quarter" idx="10"/>
          </p:nvPr>
        </p:nvSpPr>
        <p:spPr>
          <a:xfrm>
            <a:off x="6096000" y="1600200"/>
            <a:ext cx="6096000" cy="52578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sp>
        <p:nvSpPr>
          <p:cNvPr id="10" name="Freeform 1"/>
          <p:cNvSpPr>
            <a:spLocks noChangeArrowheads="1"/>
          </p:cNvSpPr>
          <p:nvPr userDrawn="1"/>
        </p:nvSpPr>
        <p:spPr bwMode="auto">
          <a:xfrm>
            <a:off x="465667" y="5745163"/>
            <a:ext cx="5473700" cy="976312"/>
          </a:xfrm>
          <a:custGeom>
            <a:avLst/>
            <a:gdLst>
              <a:gd name="T0" fmla="*/ 4837 w 11404"/>
              <a:gd name="T1" fmla="*/ 2666 h 2713"/>
              <a:gd name="T2" fmla="*/ 4153 w 11404"/>
              <a:gd name="T3" fmla="*/ 2462 h 2713"/>
              <a:gd name="T4" fmla="*/ 2441 w 11404"/>
              <a:gd name="T5" fmla="*/ 2712 h 2713"/>
              <a:gd name="T6" fmla="*/ 10389 w 11404"/>
              <a:gd name="T7" fmla="*/ 2423 h 2713"/>
              <a:gd name="T8" fmla="*/ 9216 w 11404"/>
              <a:gd name="T9" fmla="*/ 2705 h 2713"/>
              <a:gd name="T10" fmla="*/ 7733 w 11404"/>
              <a:gd name="T11" fmla="*/ 2705 h 2713"/>
              <a:gd name="T12" fmla="*/ 6566 w 11404"/>
              <a:gd name="T13" fmla="*/ 2423 h 2713"/>
              <a:gd name="T14" fmla="*/ 5337 w 11404"/>
              <a:gd name="T15" fmla="*/ 2712 h 2713"/>
              <a:gd name="T16" fmla="*/ 976 w 11404"/>
              <a:gd name="T17" fmla="*/ 2666 h 2713"/>
              <a:gd name="T18" fmla="*/ 292 w 11404"/>
              <a:gd name="T19" fmla="*/ 2462 h 2713"/>
              <a:gd name="T20" fmla="*/ 10163 w 11404"/>
              <a:gd name="T21" fmla="*/ 2229 h 2713"/>
              <a:gd name="T22" fmla="*/ 9420 w 11404"/>
              <a:gd name="T23" fmla="*/ 1941 h 2713"/>
              <a:gd name="T24" fmla="*/ 8257 w 11404"/>
              <a:gd name="T25" fmla="*/ 2222 h 2713"/>
              <a:gd name="T26" fmla="*/ 6767 w 11404"/>
              <a:gd name="T27" fmla="*/ 2222 h 2713"/>
              <a:gd name="T28" fmla="*/ 6084 w 11404"/>
              <a:gd name="T29" fmla="*/ 1941 h 2713"/>
              <a:gd name="T30" fmla="*/ 4854 w 11404"/>
              <a:gd name="T31" fmla="*/ 2229 h 2713"/>
              <a:gd name="T32" fmla="*/ 3389 w 11404"/>
              <a:gd name="T33" fmla="*/ 2184 h 2713"/>
              <a:gd name="T34" fmla="*/ 2705 w 11404"/>
              <a:gd name="T35" fmla="*/ 1979 h 2713"/>
              <a:gd name="T36" fmla="*/ 993 w 11404"/>
              <a:gd name="T37" fmla="*/ 2229 h 2713"/>
              <a:gd name="T38" fmla="*/ 253 w 11404"/>
              <a:gd name="T39" fmla="*/ 1941 h 2713"/>
              <a:gd name="T40" fmla="*/ 10184 w 11404"/>
              <a:gd name="T41" fmla="*/ 1740 h 2713"/>
              <a:gd name="T42" fmla="*/ 8698 w 11404"/>
              <a:gd name="T43" fmla="*/ 1740 h 2713"/>
              <a:gd name="T44" fmla="*/ 8014 w 11404"/>
              <a:gd name="T45" fmla="*/ 1458 h 2713"/>
              <a:gd name="T46" fmla="*/ 6302 w 11404"/>
              <a:gd name="T47" fmla="*/ 1747 h 2713"/>
              <a:gd name="T48" fmla="*/ 1941 w 11404"/>
              <a:gd name="T49" fmla="*/ 1701 h 2713"/>
              <a:gd name="T50" fmla="*/ 1257 w 11404"/>
              <a:gd name="T51" fmla="*/ 1497 h 2713"/>
              <a:gd name="T52" fmla="*/ 10646 w 11404"/>
              <a:gd name="T53" fmla="*/ 1747 h 2713"/>
              <a:gd name="T54" fmla="*/ 5080 w 11404"/>
              <a:gd name="T55" fmla="*/ 1458 h 2713"/>
              <a:gd name="T56" fmla="*/ 3910 w 11404"/>
              <a:gd name="T57" fmla="*/ 1740 h 2713"/>
              <a:gd name="T58" fmla="*/ 2424 w 11404"/>
              <a:gd name="T59" fmla="*/ 1740 h 2713"/>
              <a:gd name="T60" fmla="*/ 7532 w 11404"/>
              <a:gd name="T61" fmla="*/ 976 h 2713"/>
              <a:gd name="T62" fmla="*/ 4372 w 11404"/>
              <a:gd name="T63" fmla="*/ 1264 h 2713"/>
              <a:gd name="T64" fmla="*/ 2906 w 11404"/>
              <a:gd name="T65" fmla="*/ 1219 h 2713"/>
              <a:gd name="T66" fmla="*/ 11393 w 11404"/>
              <a:gd name="T67" fmla="*/ 1014 h 2713"/>
              <a:gd name="T68" fmla="*/ 9198 w 11404"/>
              <a:gd name="T69" fmla="*/ 1264 h 2713"/>
              <a:gd name="T70" fmla="*/ 8458 w 11404"/>
              <a:gd name="T71" fmla="*/ 976 h 2713"/>
              <a:gd name="T72" fmla="*/ 6806 w 11404"/>
              <a:gd name="T73" fmla="*/ 1257 h 2713"/>
              <a:gd name="T74" fmla="*/ 5319 w 11404"/>
              <a:gd name="T75" fmla="*/ 1257 h 2713"/>
              <a:gd name="T76" fmla="*/ 1740 w 11404"/>
              <a:gd name="T77" fmla="*/ 976 h 2713"/>
              <a:gd name="T78" fmla="*/ 511 w 11404"/>
              <a:gd name="T79" fmla="*/ 1264 h 2713"/>
              <a:gd name="T80" fmla="*/ 10146 w 11404"/>
              <a:gd name="T81" fmla="*/ 736 h 2713"/>
              <a:gd name="T82" fmla="*/ 9459 w 11404"/>
              <a:gd name="T83" fmla="*/ 532 h 2713"/>
              <a:gd name="T84" fmla="*/ 7750 w 11404"/>
              <a:gd name="T85" fmla="*/ 782 h 2713"/>
              <a:gd name="T86" fmla="*/ 6528 w 11404"/>
              <a:gd name="T87" fmla="*/ 493 h 2713"/>
              <a:gd name="T88" fmla="*/ 5358 w 11404"/>
              <a:gd name="T89" fmla="*/ 775 h 2713"/>
              <a:gd name="T90" fmla="*/ 976 w 11404"/>
              <a:gd name="T91" fmla="*/ 775 h 2713"/>
              <a:gd name="T92" fmla="*/ 292 w 11404"/>
              <a:gd name="T93" fmla="*/ 493 h 2713"/>
              <a:gd name="T94" fmla="*/ 7268 w 11404"/>
              <a:gd name="T95" fmla="*/ 782 h 2713"/>
              <a:gd name="T96" fmla="*/ 3871 w 11404"/>
              <a:gd name="T97" fmla="*/ 736 h 2713"/>
              <a:gd name="T98" fmla="*/ 3188 w 11404"/>
              <a:gd name="T99" fmla="*/ 532 h 2713"/>
              <a:gd name="T100" fmla="*/ 10646 w 11404"/>
              <a:gd name="T101" fmla="*/ 300 h 2713"/>
              <a:gd name="T102" fmla="*/ 9906 w 11404"/>
              <a:gd name="T103" fmla="*/ 11 h 2713"/>
              <a:gd name="T104" fmla="*/ 8737 w 11404"/>
              <a:gd name="T105" fmla="*/ 293 h 2713"/>
              <a:gd name="T106" fmla="*/ 7250 w 11404"/>
              <a:gd name="T107" fmla="*/ 293 h 2713"/>
              <a:gd name="T108" fmla="*/ 6566 w 11404"/>
              <a:gd name="T109" fmla="*/ 11 h 2713"/>
              <a:gd name="T110" fmla="*/ 5337 w 11404"/>
              <a:gd name="T111" fmla="*/ 300 h 2713"/>
              <a:gd name="T112" fmla="*/ 3871 w 11404"/>
              <a:gd name="T113" fmla="*/ 254 h 2713"/>
              <a:gd name="T114" fmla="*/ 3188 w 11404"/>
              <a:gd name="T115" fmla="*/ 50 h 2713"/>
              <a:gd name="T116" fmla="*/ 1476 w 11404"/>
              <a:gd name="T117" fmla="*/ 300 h 2713"/>
              <a:gd name="T118" fmla="*/ 736 w 11404"/>
              <a:gd name="T119" fmla="*/ 11 h 2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04" h="2713">
                <a:moveTo>
                  <a:pt x="10646" y="2712"/>
                </a:moveTo>
                <a:cubicBezTo>
                  <a:pt x="10639" y="2712"/>
                  <a:pt x="10632" y="2708"/>
                  <a:pt x="10628" y="2705"/>
                </a:cubicBezTo>
                <a:cubicBezTo>
                  <a:pt x="10618" y="2694"/>
                  <a:pt x="10618" y="2676"/>
                  <a:pt x="10628" y="2666"/>
                </a:cubicBezTo>
                <a:lnTo>
                  <a:pt x="10871" y="2423"/>
                </a:lnTo>
                <a:cubicBezTo>
                  <a:pt x="10882" y="2412"/>
                  <a:pt x="10899" y="2412"/>
                  <a:pt x="10910" y="2423"/>
                </a:cubicBezTo>
                <a:cubicBezTo>
                  <a:pt x="10920" y="2434"/>
                  <a:pt x="10921" y="2451"/>
                  <a:pt x="10910" y="2462"/>
                </a:cubicBezTo>
                <a:lnTo>
                  <a:pt x="10667" y="2701"/>
                </a:lnTo>
                <a:cubicBezTo>
                  <a:pt x="10660" y="2712"/>
                  <a:pt x="10653" y="2712"/>
                  <a:pt x="10646" y="2712"/>
                </a:cubicBezTo>
                <a:close/>
                <a:moveTo>
                  <a:pt x="7268" y="2712"/>
                </a:moveTo>
                <a:cubicBezTo>
                  <a:pt x="7260" y="2712"/>
                  <a:pt x="7253" y="2708"/>
                  <a:pt x="7250" y="2705"/>
                </a:cubicBezTo>
                <a:cubicBezTo>
                  <a:pt x="7239" y="2694"/>
                  <a:pt x="7239" y="2676"/>
                  <a:pt x="7250" y="2666"/>
                </a:cubicBezTo>
                <a:lnTo>
                  <a:pt x="7493" y="2423"/>
                </a:lnTo>
                <a:cubicBezTo>
                  <a:pt x="7504" y="2412"/>
                  <a:pt x="7521" y="2412"/>
                  <a:pt x="7532" y="2423"/>
                </a:cubicBezTo>
                <a:cubicBezTo>
                  <a:pt x="7542" y="2434"/>
                  <a:pt x="7542" y="2451"/>
                  <a:pt x="7532" y="2462"/>
                </a:cubicBezTo>
                <a:lnTo>
                  <a:pt x="7289" y="2701"/>
                </a:lnTo>
                <a:cubicBezTo>
                  <a:pt x="7282" y="2712"/>
                  <a:pt x="7275" y="2712"/>
                  <a:pt x="7268" y="2712"/>
                </a:cubicBezTo>
                <a:close/>
                <a:moveTo>
                  <a:pt x="4854" y="2712"/>
                </a:moveTo>
                <a:cubicBezTo>
                  <a:pt x="4847" y="2712"/>
                  <a:pt x="4840" y="2708"/>
                  <a:pt x="4837" y="2705"/>
                </a:cubicBezTo>
                <a:cubicBezTo>
                  <a:pt x="4826" y="2694"/>
                  <a:pt x="4826" y="2676"/>
                  <a:pt x="4837" y="2666"/>
                </a:cubicBezTo>
                <a:lnTo>
                  <a:pt x="5080" y="2423"/>
                </a:lnTo>
                <a:cubicBezTo>
                  <a:pt x="5090" y="2412"/>
                  <a:pt x="5108" y="2412"/>
                  <a:pt x="5119" y="2423"/>
                </a:cubicBezTo>
                <a:cubicBezTo>
                  <a:pt x="5129" y="2434"/>
                  <a:pt x="5129" y="2451"/>
                  <a:pt x="5119" y="2462"/>
                </a:cubicBezTo>
                <a:lnTo>
                  <a:pt x="4875" y="2701"/>
                </a:lnTo>
                <a:cubicBezTo>
                  <a:pt x="4865" y="2712"/>
                  <a:pt x="4861" y="2712"/>
                  <a:pt x="4854" y="2712"/>
                </a:cubicBezTo>
                <a:close/>
                <a:moveTo>
                  <a:pt x="4372" y="2712"/>
                </a:moveTo>
                <a:cubicBezTo>
                  <a:pt x="4365" y="2712"/>
                  <a:pt x="4358" y="2708"/>
                  <a:pt x="4354" y="2705"/>
                </a:cubicBezTo>
                <a:cubicBezTo>
                  <a:pt x="4344" y="2694"/>
                  <a:pt x="4344" y="2676"/>
                  <a:pt x="4354" y="2666"/>
                </a:cubicBezTo>
                <a:lnTo>
                  <a:pt x="4597" y="2423"/>
                </a:lnTo>
                <a:cubicBezTo>
                  <a:pt x="4608" y="2412"/>
                  <a:pt x="4625" y="2412"/>
                  <a:pt x="4636" y="2423"/>
                </a:cubicBezTo>
                <a:cubicBezTo>
                  <a:pt x="4646" y="2434"/>
                  <a:pt x="4646" y="2451"/>
                  <a:pt x="4636" y="2462"/>
                </a:cubicBezTo>
                <a:lnTo>
                  <a:pt x="4393" y="2701"/>
                </a:lnTo>
                <a:cubicBezTo>
                  <a:pt x="4382" y="2712"/>
                  <a:pt x="4379" y="2712"/>
                  <a:pt x="4372" y="2712"/>
                </a:cubicBezTo>
                <a:close/>
                <a:moveTo>
                  <a:pt x="3889" y="2712"/>
                </a:moveTo>
                <a:cubicBezTo>
                  <a:pt x="3882" y="2712"/>
                  <a:pt x="3875" y="2708"/>
                  <a:pt x="3871" y="2705"/>
                </a:cubicBezTo>
                <a:cubicBezTo>
                  <a:pt x="3861" y="2694"/>
                  <a:pt x="3861" y="2676"/>
                  <a:pt x="3871" y="2666"/>
                </a:cubicBezTo>
                <a:lnTo>
                  <a:pt x="4115" y="2423"/>
                </a:lnTo>
                <a:cubicBezTo>
                  <a:pt x="4125" y="2412"/>
                  <a:pt x="4143" y="2412"/>
                  <a:pt x="4153" y="2423"/>
                </a:cubicBezTo>
                <a:cubicBezTo>
                  <a:pt x="4164" y="2434"/>
                  <a:pt x="4164" y="2451"/>
                  <a:pt x="4153" y="2462"/>
                </a:cubicBezTo>
                <a:lnTo>
                  <a:pt x="3910" y="2701"/>
                </a:lnTo>
                <a:cubicBezTo>
                  <a:pt x="3900" y="2712"/>
                  <a:pt x="3896" y="2712"/>
                  <a:pt x="3889" y="2712"/>
                </a:cubicBezTo>
                <a:close/>
                <a:moveTo>
                  <a:pt x="3406" y="2712"/>
                </a:moveTo>
                <a:cubicBezTo>
                  <a:pt x="3399" y="2712"/>
                  <a:pt x="3392" y="2708"/>
                  <a:pt x="3389" y="2705"/>
                </a:cubicBezTo>
                <a:cubicBezTo>
                  <a:pt x="3378" y="2694"/>
                  <a:pt x="3378" y="2676"/>
                  <a:pt x="3389" y="2666"/>
                </a:cubicBezTo>
                <a:lnTo>
                  <a:pt x="3632" y="2423"/>
                </a:lnTo>
                <a:cubicBezTo>
                  <a:pt x="3642" y="2412"/>
                  <a:pt x="3660" y="2412"/>
                  <a:pt x="3671" y="2423"/>
                </a:cubicBezTo>
                <a:cubicBezTo>
                  <a:pt x="3681" y="2434"/>
                  <a:pt x="3681" y="2451"/>
                  <a:pt x="3671" y="2462"/>
                </a:cubicBezTo>
                <a:lnTo>
                  <a:pt x="3428" y="2701"/>
                </a:lnTo>
                <a:cubicBezTo>
                  <a:pt x="3417" y="2712"/>
                  <a:pt x="3413" y="2712"/>
                  <a:pt x="3406" y="2712"/>
                </a:cubicBezTo>
                <a:close/>
                <a:moveTo>
                  <a:pt x="2924" y="2712"/>
                </a:moveTo>
                <a:cubicBezTo>
                  <a:pt x="2917" y="2712"/>
                  <a:pt x="2910" y="2708"/>
                  <a:pt x="2906" y="2705"/>
                </a:cubicBezTo>
                <a:cubicBezTo>
                  <a:pt x="2896" y="2694"/>
                  <a:pt x="2896" y="2676"/>
                  <a:pt x="2906" y="2666"/>
                </a:cubicBezTo>
                <a:lnTo>
                  <a:pt x="3149" y="2423"/>
                </a:lnTo>
                <a:cubicBezTo>
                  <a:pt x="3160" y="2412"/>
                  <a:pt x="3177" y="2412"/>
                  <a:pt x="3188" y="2423"/>
                </a:cubicBezTo>
                <a:cubicBezTo>
                  <a:pt x="3199" y="2434"/>
                  <a:pt x="3199" y="2451"/>
                  <a:pt x="3188" y="2462"/>
                </a:cubicBezTo>
                <a:lnTo>
                  <a:pt x="2945" y="2701"/>
                </a:lnTo>
                <a:cubicBezTo>
                  <a:pt x="2934" y="2712"/>
                  <a:pt x="2931" y="2712"/>
                  <a:pt x="2924" y="2712"/>
                </a:cubicBezTo>
                <a:close/>
                <a:moveTo>
                  <a:pt x="2441" y="2712"/>
                </a:moveTo>
                <a:cubicBezTo>
                  <a:pt x="2434" y="2712"/>
                  <a:pt x="2427" y="2708"/>
                  <a:pt x="2424" y="2705"/>
                </a:cubicBezTo>
                <a:cubicBezTo>
                  <a:pt x="2413" y="2694"/>
                  <a:pt x="2413" y="2676"/>
                  <a:pt x="2424" y="2666"/>
                </a:cubicBezTo>
                <a:lnTo>
                  <a:pt x="2667" y="2423"/>
                </a:lnTo>
                <a:cubicBezTo>
                  <a:pt x="2677" y="2412"/>
                  <a:pt x="2694" y="2412"/>
                  <a:pt x="2705" y="2423"/>
                </a:cubicBezTo>
                <a:cubicBezTo>
                  <a:pt x="2715" y="2434"/>
                  <a:pt x="2716" y="2451"/>
                  <a:pt x="2705" y="2462"/>
                </a:cubicBezTo>
                <a:lnTo>
                  <a:pt x="2462" y="2701"/>
                </a:lnTo>
                <a:cubicBezTo>
                  <a:pt x="2452" y="2712"/>
                  <a:pt x="2448" y="2712"/>
                  <a:pt x="2441" y="2712"/>
                </a:cubicBezTo>
                <a:close/>
                <a:moveTo>
                  <a:pt x="11129" y="2712"/>
                </a:moveTo>
                <a:cubicBezTo>
                  <a:pt x="11122" y="2712"/>
                  <a:pt x="11114" y="2708"/>
                  <a:pt x="11111" y="2705"/>
                </a:cubicBezTo>
                <a:cubicBezTo>
                  <a:pt x="11100" y="2694"/>
                  <a:pt x="11100" y="2676"/>
                  <a:pt x="11111" y="2666"/>
                </a:cubicBezTo>
                <a:lnTo>
                  <a:pt x="11354" y="2423"/>
                </a:lnTo>
                <a:cubicBezTo>
                  <a:pt x="11365" y="2412"/>
                  <a:pt x="11382" y="2412"/>
                  <a:pt x="11393" y="2423"/>
                </a:cubicBezTo>
                <a:cubicBezTo>
                  <a:pt x="11403" y="2434"/>
                  <a:pt x="11403" y="2451"/>
                  <a:pt x="11393" y="2462"/>
                </a:cubicBezTo>
                <a:lnTo>
                  <a:pt x="11150" y="2705"/>
                </a:lnTo>
                <a:cubicBezTo>
                  <a:pt x="11143" y="2712"/>
                  <a:pt x="11136" y="2712"/>
                  <a:pt x="11129" y="2712"/>
                </a:cubicBezTo>
                <a:close/>
                <a:moveTo>
                  <a:pt x="10163" y="2712"/>
                </a:moveTo>
                <a:cubicBezTo>
                  <a:pt x="10156" y="2712"/>
                  <a:pt x="10149" y="2708"/>
                  <a:pt x="10146" y="2705"/>
                </a:cubicBezTo>
                <a:cubicBezTo>
                  <a:pt x="10135" y="2694"/>
                  <a:pt x="10135" y="2676"/>
                  <a:pt x="10146" y="2666"/>
                </a:cubicBezTo>
                <a:lnTo>
                  <a:pt x="10389" y="2423"/>
                </a:lnTo>
                <a:cubicBezTo>
                  <a:pt x="10399" y="2412"/>
                  <a:pt x="10417" y="2412"/>
                  <a:pt x="10428" y="2423"/>
                </a:cubicBezTo>
                <a:cubicBezTo>
                  <a:pt x="10438" y="2434"/>
                  <a:pt x="10438" y="2451"/>
                  <a:pt x="10428" y="2462"/>
                </a:cubicBezTo>
                <a:lnTo>
                  <a:pt x="10184" y="2705"/>
                </a:lnTo>
                <a:cubicBezTo>
                  <a:pt x="10177" y="2712"/>
                  <a:pt x="10170" y="2712"/>
                  <a:pt x="10163" y="2712"/>
                </a:cubicBezTo>
                <a:close/>
                <a:moveTo>
                  <a:pt x="9681" y="2712"/>
                </a:moveTo>
                <a:cubicBezTo>
                  <a:pt x="9674" y="2712"/>
                  <a:pt x="9667" y="2708"/>
                  <a:pt x="9663" y="2705"/>
                </a:cubicBezTo>
                <a:cubicBezTo>
                  <a:pt x="9652" y="2694"/>
                  <a:pt x="9652" y="2676"/>
                  <a:pt x="9663" y="2666"/>
                </a:cubicBezTo>
                <a:lnTo>
                  <a:pt x="9906" y="2423"/>
                </a:lnTo>
                <a:cubicBezTo>
                  <a:pt x="9917" y="2412"/>
                  <a:pt x="9934" y="2412"/>
                  <a:pt x="9945" y="2423"/>
                </a:cubicBezTo>
                <a:cubicBezTo>
                  <a:pt x="9955" y="2434"/>
                  <a:pt x="9955" y="2451"/>
                  <a:pt x="9945" y="2462"/>
                </a:cubicBezTo>
                <a:lnTo>
                  <a:pt x="9702" y="2705"/>
                </a:lnTo>
                <a:cubicBezTo>
                  <a:pt x="9695" y="2712"/>
                  <a:pt x="9688" y="2712"/>
                  <a:pt x="9681" y="2712"/>
                </a:cubicBezTo>
                <a:close/>
                <a:moveTo>
                  <a:pt x="9198" y="2712"/>
                </a:moveTo>
                <a:cubicBezTo>
                  <a:pt x="9191" y="2712"/>
                  <a:pt x="9184" y="2708"/>
                  <a:pt x="9180" y="2705"/>
                </a:cubicBezTo>
                <a:cubicBezTo>
                  <a:pt x="9170" y="2694"/>
                  <a:pt x="9170" y="2676"/>
                  <a:pt x="9180" y="2666"/>
                </a:cubicBezTo>
                <a:lnTo>
                  <a:pt x="9420" y="2423"/>
                </a:lnTo>
                <a:cubicBezTo>
                  <a:pt x="9431" y="2412"/>
                  <a:pt x="9448" y="2412"/>
                  <a:pt x="9459" y="2423"/>
                </a:cubicBezTo>
                <a:cubicBezTo>
                  <a:pt x="9469" y="2434"/>
                  <a:pt x="9469" y="2451"/>
                  <a:pt x="9459" y="2462"/>
                </a:cubicBezTo>
                <a:lnTo>
                  <a:pt x="9216" y="2705"/>
                </a:lnTo>
                <a:cubicBezTo>
                  <a:pt x="9212" y="2712"/>
                  <a:pt x="9205" y="2712"/>
                  <a:pt x="9198" y="2712"/>
                </a:cubicBezTo>
                <a:close/>
                <a:moveTo>
                  <a:pt x="8715" y="2712"/>
                </a:moveTo>
                <a:cubicBezTo>
                  <a:pt x="8708" y="2712"/>
                  <a:pt x="8701" y="2708"/>
                  <a:pt x="8698" y="2705"/>
                </a:cubicBezTo>
                <a:cubicBezTo>
                  <a:pt x="8687" y="2694"/>
                  <a:pt x="8687" y="2676"/>
                  <a:pt x="8698" y="2666"/>
                </a:cubicBezTo>
                <a:lnTo>
                  <a:pt x="8941" y="2423"/>
                </a:lnTo>
                <a:cubicBezTo>
                  <a:pt x="8951" y="2412"/>
                  <a:pt x="8969" y="2412"/>
                  <a:pt x="8980" y="2423"/>
                </a:cubicBezTo>
                <a:cubicBezTo>
                  <a:pt x="8990" y="2434"/>
                  <a:pt x="8990" y="2451"/>
                  <a:pt x="8980" y="2462"/>
                </a:cubicBezTo>
                <a:lnTo>
                  <a:pt x="8737" y="2705"/>
                </a:lnTo>
                <a:cubicBezTo>
                  <a:pt x="8730" y="2712"/>
                  <a:pt x="8722" y="2712"/>
                  <a:pt x="8715" y="2712"/>
                </a:cubicBezTo>
                <a:close/>
                <a:moveTo>
                  <a:pt x="8233" y="2712"/>
                </a:moveTo>
                <a:cubicBezTo>
                  <a:pt x="8226" y="2712"/>
                  <a:pt x="8219" y="2708"/>
                  <a:pt x="8215" y="2705"/>
                </a:cubicBezTo>
                <a:cubicBezTo>
                  <a:pt x="8205" y="2694"/>
                  <a:pt x="8205" y="2676"/>
                  <a:pt x="8215" y="2666"/>
                </a:cubicBezTo>
                <a:lnTo>
                  <a:pt x="8458" y="2423"/>
                </a:lnTo>
                <a:cubicBezTo>
                  <a:pt x="8469" y="2412"/>
                  <a:pt x="8486" y="2412"/>
                  <a:pt x="8497" y="2423"/>
                </a:cubicBezTo>
                <a:cubicBezTo>
                  <a:pt x="8508" y="2434"/>
                  <a:pt x="8508" y="2451"/>
                  <a:pt x="8497" y="2462"/>
                </a:cubicBezTo>
                <a:lnTo>
                  <a:pt x="8257" y="2705"/>
                </a:lnTo>
                <a:cubicBezTo>
                  <a:pt x="8247" y="2712"/>
                  <a:pt x="8240" y="2712"/>
                  <a:pt x="8233" y="2712"/>
                </a:cubicBezTo>
                <a:close/>
                <a:moveTo>
                  <a:pt x="7750" y="2712"/>
                </a:moveTo>
                <a:cubicBezTo>
                  <a:pt x="7743" y="2712"/>
                  <a:pt x="7736" y="2708"/>
                  <a:pt x="7733" y="2705"/>
                </a:cubicBezTo>
                <a:cubicBezTo>
                  <a:pt x="7722" y="2694"/>
                  <a:pt x="7722" y="2676"/>
                  <a:pt x="7733" y="2666"/>
                </a:cubicBezTo>
                <a:lnTo>
                  <a:pt x="7976" y="2423"/>
                </a:lnTo>
                <a:cubicBezTo>
                  <a:pt x="7986" y="2412"/>
                  <a:pt x="8004" y="2412"/>
                  <a:pt x="8014" y="2423"/>
                </a:cubicBezTo>
                <a:cubicBezTo>
                  <a:pt x="8025" y="2434"/>
                  <a:pt x="8025" y="2451"/>
                  <a:pt x="8014" y="2462"/>
                </a:cubicBezTo>
                <a:lnTo>
                  <a:pt x="7771" y="2705"/>
                </a:lnTo>
                <a:cubicBezTo>
                  <a:pt x="7764" y="2712"/>
                  <a:pt x="7757" y="2712"/>
                  <a:pt x="7750" y="2712"/>
                </a:cubicBezTo>
                <a:close/>
                <a:moveTo>
                  <a:pt x="6785" y="2712"/>
                </a:moveTo>
                <a:cubicBezTo>
                  <a:pt x="6778" y="2712"/>
                  <a:pt x="6771" y="2708"/>
                  <a:pt x="6767" y="2705"/>
                </a:cubicBezTo>
                <a:cubicBezTo>
                  <a:pt x="6757" y="2694"/>
                  <a:pt x="6757" y="2676"/>
                  <a:pt x="6767" y="2666"/>
                </a:cubicBezTo>
                <a:lnTo>
                  <a:pt x="7010" y="2423"/>
                </a:lnTo>
                <a:cubicBezTo>
                  <a:pt x="7021" y="2412"/>
                  <a:pt x="7039" y="2412"/>
                  <a:pt x="7049" y="2423"/>
                </a:cubicBezTo>
                <a:cubicBezTo>
                  <a:pt x="7060" y="2434"/>
                  <a:pt x="7060" y="2451"/>
                  <a:pt x="7049" y="2462"/>
                </a:cubicBezTo>
                <a:lnTo>
                  <a:pt x="6806" y="2705"/>
                </a:lnTo>
                <a:cubicBezTo>
                  <a:pt x="6799" y="2712"/>
                  <a:pt x="6792" y="2712"/>
                  <a:pt x="6785" y="2712"/>
                </a:cubicBezTo>
                <a:close/>
                <a:moveTo>
                  <a:pt x="6302" y="2712"/>
                </a:moveTo>
                <a:cubicBezTo>
                  <a:pt x="6295" y="2712"/>
                  <a:pt x="6288" y="2708"/>
                  <a:pt x="6285" y="2705"/>
                </a:cubicBezTo>
                <a:cubicBezTo>
                  <a:pt x="6274" y="2694"/>
                  <a:pt x="6274" y="2676"/>
                  <a:pt x="6285" y="2666"/>
                </a:cubicBezTo>
                <a:lnTo>
                  <a:pt x="6528" y="2423"/>
                </a:lnTo>
                <a:cubicBezTo>
                  <a:pt x="6538" y="2412"/>
                  <a:pt x="6556" y="2412"/>
                  <a:pt x="6566" y="2423"/>
                </a:cubicBezTo>
                <a:cubicBezTo>
                  <a:pt x="6577" y="2434"/>
                  <a:pt x="6577" y="2451"/>
                  <a:pt x="6566" y="2462"/>
                </a:cubicBezTo>
                <a:lnTo>
                  <a:pt x="6323" y="2705"/>
                </a:lnTo>
                <a:cubicBezTo>
                  <a:pt x="6316" y="2712"/>
                  <a:pt x="6309" y="2712"/>
                  <a:pt x="6302" y="2712"/>
                </a:cubicBezTo>
                <a:close/>
                <a:moveTo>
                  <a:pt x="5820" y="2712"/>
                </a:moveTo>
                <a:cubicBezTo>
                  <a:pt x="5813" y="2712"/>
                  <a:pt x="5806" y="2708"/>
                  <a:pt x="5802" y="2705"/>
                </a:cubicBezTo>
                <a:cubicBezTo>
                  <a:pt x="5791" y="2694"/>
                  <a:pt x="5791" y="2676"/>
                  <a:pt x="5802" y="2666"/>
                </a:cubicBezTo>
                <a:lnTo>
                  <a:pt x="6045" y="2423"/>
                </a:lnTo>
                <a:cubicBezTo>
                  <a:pt x="6056" y="2412"/>
                  <a:pt x="6073" y="2412"/>
                  <a:pt x="6084" y="2423"/>
                </a:cubicBezTo>
                <a:cubicBezTo>
                  <a:pt x="6094" y="2434"/>
                  <a:pt x="6094" y="2451"/>
                  <a:pt x="6084" y="2462"/>
                </a:cubicBezTo>
                <a:lnTo>
                  <a:pt x="5841" y="2705"/>
                </a:lnTo>
                <a:cubicBezTo>
                  <a:pt x="5834" y="2712"/>
                  <a:pt x="5827" y="2712"/>
                  <a:pt x="5820" y="2712"/>
                </a:cubicBezTo>
                <a:close/>
                <a:moveTo>
                  <a:pt x="5337" y="2712"/>
                </a:moveTo>
                <a:cubicBezTo>
                  <a:pt x="5330" y="2712"/>
                  <a:pt x="5323" y="2708"/>
                  <a:pt x="5319" y="2705"/>
                </a:cubicBezTo>
                <a:cubicBezTo>
                  <a:pt x="5309" y="2694"/>
                  <a:pt x="5309" y="2676"/>
                  <a:pt x="5319" y="2666"/>
                </a:cubicBezTo>
                <a:lnTo>
                  <a:pt x="5562" y="2423"/>
                </a:lnTo>
                <a:cubicBezTo>
                  <a:pt x="5573" y="2412"/>
                  <a:pt x="5591" y="2412"/>
                  <a:pt x="5601" y="2423"/>
                </a:cubicBezTo>
                <a:cubicBezTo>
                  <a:pt x="5612" y="2434"/>
                  <a:pt x="5612" y="2451"/>
                  <a:pt x="5601" y="2462"/>
                </a:cubicBezTo>
                <a:lnTo>
                  <a:pt x="5358" y="2705"/>
                </a:lnTo>
                <a:cubicBezTo>
                  <a:pt x="5351" y="2712"/>
                  <a:pt x="5344" y="2712"/>
                  <a:pt x="5337" y="2712"/>
                </a:cubicBezTo>
                <a:close/>
                <a:moveTo>
                  <a:pt x="1959" y="2712"/>
                </a:moveTo>
                <a:cubicBezTo>
                  <a:pt x="1951" y="2712"/>
                  <a:pt x="1944" y="2708"/>
                  <a:pt x="1941" y="2705"/>
                </a:cubicBezTo>
                <a:cubicBezTo>
                  <a:pt x="1930" y="2694"/>
                  <a:pt x="1930" y="2676"/>
                  <a:pt x="1941" y="2666"/>
                </a:cubicBezTo>
                <a:lnTo>
                  <a:pt x="2184" y="2423"/>
                </a:lnTo>
                <a:cubicBezTo>
                  <a:pt x="2195" y="2412"/>
                  <a:pt x="2212" y="2412"/>
                  <a:pt x="2223" y="2423"/>
                </a:cubicBezTo>
                <a:cubicBezTo>
                  <a:pt x="2233" y="2434"/>
                  <a:pt x="2233" y="2451"/>
                  <a:pt x="2223" y="2462"/>
                </a:cubicBezTo>
                <a:lnTo>
                  <a:pt x="1980" y="2705"/>
                </a:lnTo>
                <a:cubicBezTo>
                  <a:pt x="1969" y="2712"/>
                  <a:pt x="1966" y="2712"/>
                  <a:pt x="1959" y="2712"/>
                </a:cubicBezTo>
                <a:close/>
                <a:moveTo>
                  <a:pt x="1476" y="2712"/>
                </a:moveTo>
                <a:cubicBezTo>
                  <a:pt x="1469" y="2712"/>
                  <a:pt x="1462" y="2708"/>
                  <a:pt x="1458" y="2705"/>
                </a:cubicBezTo>
                <a:cubicBezTo>
                  <a:pt x="1448" y="2694"/>
                  <a:pt x="1448" y="2676"/>
                  <a:pt x="1458" y="2666"/>
                </a:cubicBezTo>
                <a:lnTo>
                  <a:pt x="1701" y="2423"/>
                </a:lnTo>
                <a:cubicBezTo>
                  <a:pt x="1712" y="2412"/>
                  <a:pt x="1729" y="2412"/>
                  <a:pt x="1740" y="2423"/>
                </a:cubicBezTo>
                <a:cubicBezTo>
                  <a:pt x="1750" y="2434"/>
                  <a:pt x="1751" y="2451"/>
                  <a:pt x="1740" y="2462"/>
                </a:cubicBezTo>
                <a:lnTo>
                  <a:pt x="1497" y="2705"/>
                </a:lnTo>
                <a:cubicBezTo>
                  <a:pt x="1486" y="2712"/>
                  <a:pt x="1483" y="2712"/>
                  <a:pt x="1476" y="2712"/>
                </a:cubicBezTo>
                <a:close/>
                <a:moveTo>
                  <a:pt x="993" y="2712"/>
                </a:moveTo>
                <a:cubicBezTo>
                  <a:pt x="986" y="2712"/>
                  <a:pt x="979" y="2708"/>
                  <a:pt x="976" y="2705"/>
                </a:cubicBezTo>
                <a:cubicBezTo>
                  <a:pt x="965" y="2694"/>
                  <a:pt x="965" y="2676"/>
                  <a:pt x="976" y="2666"/>
                </a:cubicBezTo>
                <a:lnTo>
                  <a:pt x="1219" y="2423"/>
                </a:lnTo>
                <a:cubicBezTo>
                  <a:pt x="1229" y="2412"/>
                  <a:pt x="1247" y="2412"/>
                  <a:pt x="1257" y="2423"/>
                </a:cubicBezTo>
                <a:cubicBezTo>
                  <a:pt x="1268" y="2434"/>
                  <a:pt x="1268" y="2451"/>
                  <a:pt x="1257" y="2462"/>
                </a:cubicBezTo>
                <a:lnTo>
                  <a:pt x="1014" y="2705"/>
                </a:lnTo>
                <a:cubicBezTo>
                  <a:pt x="1004" y="2712"/>
                  <a:pt x="1000" y="2712"/>
                  <a:pt x="993" y="2712"/>
                </a:cubicBezTo>
                <a:close/>
                <a:moveTo>
                  <a:pt x="511" y="2712"/>
                </a:moveTo>
                <a:cubicBezTo>
                  <a:pt x="504" y="2712"/>
                  <a:pt x="497" y="2708"/>
                  <a:pt x="493" y="2705"/>
                </a:cubicBezTo>
                <a:cubicBezTo>
                  <a:pt x="482" y="2694"/>
                  <a:pt x="482" y="2676"/>
                  <a:pt x="493" y="2666"/>
                </a:cubicBezTo>
                <a:lnTo>
                  <a:pt x="736" y="2423"/>
                </a:lnTo>
                <a:cubicBezTo>
                  <a:pt x="747" y="2412"/>
                  <a:pt x="764" y="2412"/>
                  <a:pt x="775" y="2423"/>
                </a:cubicBezTo>
                <a:cubicBezTo>
                  <a:pt x="785" y="2434"/>
                  <a:pt x="785" y="2451"/>
                  <a:pt x="775" y="2462"/>
                </a:cubicBezTo>
                <a:lnTo>
                  <a:pt x="532" y="2705"/>
                </a:lnTo>
                <a:cubicBezTo>
                  <a:pt x="521" y="2712"/>
                  <a:pt x="514" y="2712"/>
                  <a:pt x="511" y="2712"/>
                </a:cubicBezTo>
                <a:close/>
                <a:moveTo>
                  <a:pt x="28" y="2712"/>
                </a:moveTo>
                <a:cubicBezTo>
                  <a:pt x="21" y="2712"/>
                  <a:pt x="14" y="2708"/>
                  <a:pt x="10" y="2705"/>
                </a:cubicBezTo>
                <a:cubicBezTo>
                  <a:pt x="0" y="2694"/>
                  <a:pt x="0" y="2676"/>
                  <a:pt x="10" y="2666"/>
                </a:cubicBezTo>
                <a:lnTo>
                  <a:pt x="253" y="2423"/>
                </a:lnTo>
                <a:cubicBezTo>
                  <a:pt x="264" y="2412"/>
                  <a:pt x="282" y="2412"/>
                  <a:pt x="292" y="2423"/>
                </a:cubicBezTo>
                <a:cubicBezTo>
                  <a:pt x="303" y="2434"/>
                  <a:pt x="303" y="2451"/>
                  <a:pt x="292" y="2462"/>
                </a:cubicBezTo>
                <a:lnTo>
                  <a:pt x="49" y="2705"/>
                </a:lnTo>
                <a:cubicBezTo>
                  <a:pt x="39" y="2712"/>
                  <a:pt x="31" y="2712"/>
                  <a:pt x="28" y="2712"/>
                </a:cubicBezTo>
                <a:close/>
                <a:moveTo>
                  <a:pt x="11129" y="2229"/>
                </a:moveTo>
                <a:cubicBezTo>
                  <a:pt x="11122" y="2229"/>
                  <a:pt x="11114" y="2226"/>
                  <a:pt x="11111" y="2222"/>
                </a:cubicBezTo>
                <a:cubicBezTo>
                  <a:pt x="11100" y="2212"/>
                  <a:pt x="11100" y="2194"/>
                  <a:pt x="11111" y="2184"/>
                </a:cubicBezTo>
                <a:lnTo>
                  <a:pt x="11354" y="1941"/>
                </a:lnTo>
                <a:cubicBezTo>
                  <a:pt x="11365" y="1930"/>
                  <a:pt x="11382" y="1931"/>
                  <a:pt x="11393" y="1941"/>
                </a:cubicBezTo>
                <a:cubicBezTo>
                  <a:pt x="11403" y="1952"/>
                  <a:pt x="11403" y="1969"/>
                  <a:pt x="11393" y="1979"/>
                </a:cubicBezTo>
                <a:lnTo>
                  <a:pt x="11150" y="2222"/>
                </a:lnTo>
                <a:cubicBezTo>
                  <a:pt x="11143" y="2229"/>
                  <a:pt x="11136" y="2229"/>
                  <a:pt x="11129" y="2229"/>
                </a:cubicBezTo>
                <a:close/>
                <a:moveTo>
                  <a:pt x="10646" y="2229"/>
                </a:moveTo>
                <a:cubicBezTo>
                  <a:pt x="10639" y="2229"/>
                  <a:pt x="10632" y="2226"/>
                  <a:pt x="10628" y="2222"/>
                </a:cubicBezTo>
                <a:cubicBezTo>
                  <a:pt x="10618" y="2212"/>
                  <a:pt x="10618" y="2194"/>
                  <a:pt x="10628" y="2184"/>
                </a:cubicBezTo>
                <a:lnTo>
                  <a:pt x="10871" y="1941"/>
                </a:lnTo>
                <a:cubicBezTo>
                  <a:pt x="10882" y="1930"/>
                  <a:pt x="10899" y="1931"/>
                  <a:pt x="10910" y="1941"/>
                </a:cubicBezTo>
                <a:cubicBezTo>
                  <a:pt x="10920" y="1952"/>
                  <a:pt x="10921" y="1969"/>
                  <a:pt x="10910" y="1979"/>
                </a:cubicBezTo>
                <a:lnTo>
                  <a:pt x="10667" y="2219"/>
                </a:lnTo>
                <a:cubicBezTo>
                  <a:pt x="10660" y="2229"/>
                  <a:pt x="10653" y="2229"/>
                  <a:pt x="10646" y="2229"/>
                </a:cubicBezTo>
                <a:close/>
                <a:moveTo>
                  <a:pt x="10163" y="2229"/>
                </a:moveTo>
                <a:cubicBezTo>
                  <a:pt x="10156" y="2229"/>
                  <a:pt x="10149" y="2226"/>
                  <a:pt x="10146" y="2222"/>
                </a:cubicBezTo>
                <a:cubicBezTo>
                  <a:pt x="10135" y="2212"/>
                  <a:pt x="10135" y="2194"/>
                  <a:pt x="10146" y="2184"/>
                </a:cubicBezTo>
                <a:lnTo>
                  <a:pt x="10389" y="1941"/>
                </a:lnTo>
                <a:cubicBezTo>
                  <a:pt x="10399" y="1930"/>
                  <a:pt x="10417" y="1931"/>
                  <a:pt x="10428" y="1941"/>
                </a:cubicBezTo>
                <a:cubicBezTo>
                  <a:pt x="10438" y="1952"/>
                  <a:pt x="10438" y="1969"/>
                  <a:pt x="10428" y="1979"/>
                </a:cubicBezTo>
                <a:lnTo>
                  <a:pt x="10184" y="2222"/>
                </a:lnTo>
                <a:cubicBezTo>
                  <a:pt x="10177" y="2229"/>
                  <a:pt x="10170" y="2229"/>
                  <a:pt x="10163" y="2229"/>
                </a:cubicBezTo>
                <a:close/>
                <a:moveTo>
                  <a:pt x="9681" y="2229"/>
                </a:moveTo>
                <a:cubicBezTo>
                  <a:pt x="9674" y="2229"/>
                  <a:pt x="9667" y="2226"/>
                  <a:pt x="9663" y="2222"/>
                </a:cubicBezTo>
                <a:cubicBezTo>
                  <a:pt x="9652" y="2212"/>
                  <a:pt x="9652" y="2194"/>
                  <a:pt x="9663" y="2184"/>
                </a:cubicBezTo>
                <a:lnTo>
                  <a:pt x="9906" y="1941"/>
                </a:lnTo>
                <a:cubicBezTo>
                  <a:pt x="9917" y="1930"/>
                  <a:pt x="9934" y="1931"/>
                  <a:pt x="9945" y="1941"/>
                </a:cubicBezTo>
                <a:cubicBezTo>
                  <a:pt x="9955" y="1952"/>
                  <a:pt x="9955" y="1969"/>
                  <a:pt x="9945" y="1979"/>
                </a:cubicBezTo>
                <a:lnTo>
                  <a:pt x="9702" y="2222"/>
                </a:lnTo>
                <a:cubicBezTo>
                  <a:pt x="9695" y="2229"/>
                  <a:pt x="9688" y="2229"/>
                  <a:pt x="9681" y="2229"/>
                </a:cubicBezTo>
                <a:close/>
                <a:moveTo>
                  <a:pt x="9198" y="2229"/>
                </a:moveTo>
                <a:cubicBezTo>
                  <a:pt x="9191" y="2229"/>
                  <a:pt x="9184" y="2226"/>
                  <a:pt x="9180" y="2222"/>
                </a:cubicBezTo>
                <a:cubicBezTo>
                  <a:pt x="9170" y="2212"/>
                  <a:pt x="9170" y="2194"/>
                  <a:pt x="9180" y="2184"/>
                </a:cubicBezTo>
                <a:lnTo>
                  <a:pt x="9420" y="1941"/>
                </a:lnTo>
                <a:cubicBezTo>
                  <a:pt x="9431" y="1930"/>
                  <a:pt x="9448" y="1931"/>
                  <a:pt x="9459" y="1941"/>
                </a:cubicBezTo>
                <a:cubicBezTo>
                  <a:pt x="9469" y="1952"/>
                  <a:pt x="9469" y="1969"/>
                  <a:pt x="9459" y="1979"/>
                </a:cubicBezTo>
                <a:lnTo>
                  <a:pt x="9216" y="2222"/>
                </a:lnTo>
                <a:cubicBezTo>
                  <a:pt x="9212" y="2229"/>
                  <a:pt x="9205" y="2229"/>
                  <a:pt x="9198" y="2229"/>
                </a:cubicBezTo>
                <a:close/>
                <a:moveTo>
                  <a:pt x="8715" y="2229"/>
                </a:moveTo>
                <a:cubicBezTo>
                  <a:pt x="8708" y="2229"/>
                  <a:pt x="8701" y="2226"/>
                  <a:pt x="8698" y="2222"/>
                </a:cubicBezTo>
                <a:cubicBezTo>
                  <a:pt x="8687" y="2212"/>
                  <a:pt x="8687" y="2194"/>
                  <a:pt x="8698" y="2184"/>
                </a:cubicBezTo>
                <a:lnTo>
                  <a:pt x="8941" y="1941"/>
                </a:lnTo>
                <a:cubicBezTo>
                  <a:pt x="8951" y="1930"/>
                  <a:pt x="8969" y="1931"/>
                  <a:pt x="8980" y="1941"/>
                </a:cubicBezTo>
                <a:cubicBezTo>
                  <a:pt x="8990" y="1952"/>
                  <a:pt x="8990" y="1969"/>
                  <a:pt x="8980" y="1979"/>
                </a:cubicBezTo>
                <a:lnTo>
                  <a:pt x="8737" y="2222"/>
                </a:lnTo>
                <a:cubicBezTo>
                  <a:pt x="8730" y="2229"/>
                  <a:pt x="8722" y="2229"/>
                  <a:pt x="8715" y="2229"/>
                </a:cubicBezTo>
                <a:close/>
                <a:moveTo>
                  <a:pt x="8233" y="2229"/>
                </a:moveTo>
                <a:cubicBezTo>
                  <a:pt x="8226" y="2229"/>
                  <a:pt x="8219" y="2226"/>
                  <a:pt x="8215" y="2222"/>
                </a:cubicBezTo>
                <a:cubicBezTo>
                  <a:pt x="8205" y="2212"/>
                  <a:pt x="8205" y="2194"/>
                  <a:pt x="8215" y="2184"/>
                </a:cubicBezTo>
                <a:lnTo>
                  <a:pt x="8458" y="1941"/>
                </a:lnTo>
                <a:cubicBezTo>
                  <a:pt x="8469" y="1930"/>
                  <a:pt x="8486" y="1931"/>
                  <a:pt x="8497" y="1941"/>
                </a:cubicBezTo>
                <a:cubicBezTo>
                  <a:pt x="8508" y="1952"/>
                  <a:pt x="8508" y="1969"/>
                  <a:pt x="8497" y="1979"/>
                </a:cubicBezTo>
                <a:lnTo>
                  <a:pt x="8257" y="2222"/>
                </a:lnTo>
                <a:cubicBezTo>
                  <a:pt x="8247" y="2229"/>
                  <a:pt x="8240" y="2229"/>
                  <a:pt x="8233" y="2229"/>
                </a:cubicBezTo>
                <a:close/>
                <a:moveTo>
                  <a:pt x="7750" y="2229"/>
                </a:moveTo>
                <a:cubicBezTo>
                  <a:pt x="7743" y="2229"/>
                  <a:pt x="7736" y="2226"/>
                  <a:pt x="7733" y="2222"/>
                </a:cubicBezTo>
                <a:cubicBezTo>
                  <a:pt x="7722" y="2212"/>
                  <a:pt x="7722" y="2194"/>
                  <a:pt x="7733" y="2184"/>
                </a:cubicBezTo>
                <a:lnTo>
                  <a:pt x="7976" y="1941"/>
                </a:lnTo>
                <a:cubicBezTo>
                  <a:pt x="7986" y="1930"/>
                  <a:pt x="8004" y="1930"/>
                  <a:pt x="8014" y="1941"/>
                </a:cubicBezTo>
                <a:cubicBezTo>
                  <a:pt x="8025" y="1951"/>
                  <a:pt x="8025" y="1969"/>
                  <a:pt x="8014" y="1979"/>
                </a:cubicBezTo>
                <a:lnTo>
                  <a:pt x="7771" y="2222"/>
                </a:lnTo>
                <a:cubicBezTo>
                  <a:pt x="7764" y="2229"/>
                  <a:pt x="7757" y="2229"/>
                  <a:pt x="7750" y="2229"/>
                </a:cubicBezTo>
                <a:close/>
                <a:moveTo>
                  <a:pt x="7268" y="2229"/>
                </a:moveTo>
                <a:cubicBezTo>
                  <a:pt x="7260" y="2229"/>
                  <a:pt x="7253" y="2226"/>
                  <a:pt x="7250" y="2222"/>
                </a:cubicBezTo>
                <a:cubicBezTo>
                  <a:pt x="7239" y="2212"/>
                  <a:pt x="7239" y="2194"/>
                  <a:pt x="7250" y="2184"/>
                </a:cubicBezTo>
                <a:lnTo>
                  <a:pt x="7493" y="1941"/>
                </a:lnTo>
                <a:cubicBezTo>
                  <a:pt x="7504" y="1930"/>
                  <a:pt x="7521" y="1930"/>
                  <a:pt x="7532" y="1941"/>
                </a:cubicBezTo>
                <a:cubicBezTo>
                  <a:pt x="7542" y="1951"/>
                  <a:pt x="7542" y="1969"/>
                  <a:pt x="7532" y="1979"/>
                </a:cubicBezTo>
                <a:lnTo>
                  <a:pt x="7289" y="2219"/>
                </a:lnTo>
                <a:cubicBezTo>
                  <a:pt x="7282" y="2229"/>
                  <a:pt x="7275" y="2229"/>
                  <a:pt x="7268" y="2229"/>
                </a:cubicBezTo>
                <a:close/>
                <a:moveTo>
                  <a:pt x="6785" y="2229"/>
                </a:moveTo>
                <a:cubicBezTo>
                  <a:pt x="6778" y="2229"/>
                  <a:pt x="6771" y="2226"/>
                  <a:pt x="6767" y="2222"/>
                </a:cubicBezTo>
                <a:cubicBezTo>
                  <a:pt x="6757" y="2212"/>
                  <a:pt x="6757" y="2194"/>
                  <a:pt x="6767" y="2184"/>
                </a:cubicBezTo>
                <a:lnTo>
                  <a:pt x="7010" y="1941"/>
                </a:lnTo>
                <a:cubicBezTo>
                  <a:pt x="7021" y="1930"/>
                  <a:pt x="7039" y="1930"/>
                  <a:pt x="7049" y="1941"/>
                </a:cubicBezTo>
                <a:cubicBezTo>
                  <a:pt x="7060" y="1951"/>
                  <a:pt x="7060" y="1969"/>
                  <a:pt x="7049" y="1979"/>
                </a:cubicBezTo>
                <a:lnTo>
                  <a:pt x="6806" y="2222"/>
                </a:lnTo>
                <a:cubicBezTo>
                  <a:pt x="6799" y="2229"/>
                  <a:pt x="6792" y="2229"/>
                  <a:pt x="6785" y="2229"/>
                </a:cubicBezTo>
                <a:close/>
                <a:moveTo>
                  <a:pt x="6302" y="2229"/>
                </a:moveTo>
                <a:cubicBezTo>
                  <a:pt x="6295" y="2229"/>
                  <a:pt x="6288" y="2226"/>
                  <a:pt x="6285" y="2222"/>
                </a:cubicBezTo>
                <a:cubicBezTo>
                  <a:pt x="6274" y="2212"/>
                  <a:pt x="6274" y="2194"/>
                  <a:pt x="6285" y="2184"/>
                </a:cubicBezTo>
                <a:lnTo>
                  <a:pt x="6528" y="1941"/>
                </a:lnTo>
                <a:cubicBezTo>
                  <a:pt x="6538" y="1930"/>
                  <a:pt x="6556" y="1930"/>
                  <a:pt x="6566" y="1941"/>
                </a:cubicBezTo>
                <a:cubicBezTo>
                  <a:pt x="6577" y="1951"/>
                  <a:pt x="6577" y="1969"/>
                  <a:pt x="6566" y="1979"/>
                </a:cubicBezTo>
                <a:lnTo>
                  <a:pt x="6323" y="2222"/>
                </a:lnTo>
                <a:cubicBezTo>
                  <a:pt x="6316" y="2229"/>
                  <a:pt x="6309" y="2229"/>
                  <a:pt x="6302" y="2229"/>
                </a:cubicBezTo>
                <a:close/>
                <a:moveTo>
                  <a:pt x="5820" y="2229"/>
                </a:moveTo>
                <a:cubicBezTo>
                  <a:pt x="5813" y="2229"/>
                  <a:pt x="5806" y="2226"/>
                  <a:pt x="5802" y="2222"/>
                </a:cubicBezTo>
                <a:cubicBezTo>
                  <a:pt x="5791" y="2212"/>
                  <a:pt x="5791" y="2194"/>
                  <a:pt x="5802" y="2184"/>
                </a:cubicBezTo>
                <a:lnTo>
                  <a:pt x="6045" y="1941"/>
                </a:lnTo>
                <a:cubicBezTo>
                  <a:pt x="6056" y="1930"/>
                  <a:pt x="6073" y="1930"/>
                  <a:pt x="6084" y="1941"/>
                </a:cubicBezTo>
                <a:cubicBezTo>
                  <a:pt x="6094" y="1951"/>
                  <a:pt x="6094" y="1969"/>
                  <a:pt x="6084" y="1979"/>
                </a:cubicBezTo>
                <a:lnTo>
                  <a:pt x="5841" y="2222"/>
                </a:lnTo>
                <a:cubicBezTo>
                  <a:pt x="5834" y="2229"/>
                  <a:pt x="5827" y="2229"/>
                  <a:pt x="5820" y="2229"/>
                </a:cubicBezTo>
                <a:close/>
                <a:moveTo>
                  <a:pt x="5337" y="2229"/>
                </a:moveTo>
                <a:cubicBezTo>
                  <a:pt x="5330" y="2229"/>
                  <a:pt x="5323" y="2226"/>
                  <a:pt x="5319" y="2222"/>
                </a:cubicBezTo>
                <a:cubicBezTo>
                  <a:pt x="5309" y="2212"/>
                  <a:pt x="5309" y="2194"/>
                  <a:pt x="5319" y="2184"/>
                </a:cubicBezTo>
                <a:lnTo>
                  <a:pt x="5562" y="1941"/>
                </a:lnTo>
                <a:cubicBezTo>
                  <a:pt x="5573" y="1930"/>
                  <a:pt x="5591" y="1930"/>
                  <a:pt x="5601" y="1941"/>
                </a:cubicBezTo>
                <a:cubicBezTo>
                  <a:pt x="5612" y="1951"/>
                  <a:pt x="5612" y="1969"/>
                  <a:pt x="5601" y="1979"/>
                </a:cubicBezTo>
                <a:lnTo>
                  <a:pt x="5358" y="2222"/>
                </a:lnTo>
                <a:cubicBezTo>
                  <a:pt x="5351" y="2229"/>
                  <a:pt x="5344" y="2229"/>
                  <a:pt x="5337" y="2229"/>
                </a:cubicBezTo>
                <a:close/>
                <a:moveTo>
                  <a:pt x="4854" y="2229"/>
                </a:moveTo>
                <a:cubicBezTo>
                  <a:pt x="4847" y="2229"/>
                  <a:pt x="4840" y="2226"/>
                  <a:pt x="4837" y="2222"/>
                </a:cubicBezTo>
                <a:cubicBezTo>
                  <a:pt x="4826" y="2212"/>
                  <a:pt x="4826" y="2194"/>
                  <a:pt x="4837" y="2184"/>
                </a:cubicBezTo>
                <a:lnTo>
                  <a:pt x="5080" y="1941"/>
                </a:lnTo>
                <a:cubicBezTo>
                  <a:pt x="5090" y="1930"/>
                  <a:pt x="5108" y="1930"/>
                  <a:pt x="5119" y="1941"/>
                </a:cubicBezTo>
                <a:cubicBezTo>
                  <a:pt x="5129" y="1951"/>
                  <a:pt x="5129" y="1969"/>
                  <a:pt x="5119" y="1979"/>
                </a:cubicBezTo>
                <a:lnTo>
                  <a:pt x="4875" y="2222"/>
                </a:lnTo>
                <a:cubicBezTo>
                  <a:pt x="4865" y="2229"/>
                  <a:pt x="4861" y="2229"/>
                  <a:pt x="4854" y="2229"/>
                </a:cubicBezTo>
                <a:close/>
                <a:moveTo>
                  <a:pt x="4372" y="2229"/>
                </a:moveTo>
                <a:cubicBezTo>
                  <a:pt x="4365" y="2229"/>
                  <a:pt x="4358" y="2226"/>
                  <a:pt x="4354" y="2222"/>
                </a:cubicBezTo>
                <a:cubicBezTo>
                  <a:pt x="4344" y="2212"/>
                  <a:pt x="4344" y="2194"/>
                  <a:pt x="4354" y="2184"/>
                </a:cubicBezTo>
                <a:lnTo>
                  <a:pt x="4597" y="1941"/>
                </a:lnTo>
                <a:cubicBezTo>
                  <a:pt x="4608" y="1930"/>
                  <a:pt x="4625" y="1930"/>
                  <a:pt x="4636" y="1941"/>
                </a:cubicBezTo>
                <a:cubicBezTo>
                  <a:pt x="4646" y="1951"/>
                  <a:pt x="4646" y="1969"/>
                  <a:pt x="4636" y="1979"/>
                </a:cubicBezTo>
                <a:lnTo>
                  <a:pt x="4393" y="2222"/>
                </a:lnTo>
                <a:cubicBezTo>
                  <a:pt x="4382" y="2229"/>
                  <a:pt x="4379" y="2229"/>
                  <a:pt x="4372" y="2229"/>
                </a:cubicBezTo>
                <a:close/>
                <a:moveTo>
                  <a:pt x="3889" y="2229"/>
                </a:moveTo>
                <a:cubicBezTo>
                  <a:pt x="3882" y="2229"/>
                  <a:pt x="3875" y="2226"/>
                  <a:pt x="3871" y="2222"/>
                </a:cubicBezTo>
                <a:cubicBezTo>
                  <a:pt x="3861" y="2212"/>
                  <a:pt x="3861" y="2194"/>
                  <a:pt x="3871" y="2184"/>
                </a:cubicBezTo>
                <a:lnTo>
                  <a:pt x="4115" y="1941"/>
                </a:lnTo>
                <a:cubicBezTo>
                  <a:pt x="4125" y="1930"/>
                  <a:pt x="4143" y="1930"/>
                  <a:pt x="4153" y="1941"/>
                </a:cubicBezTo>
                <a:cubicBezTo>
                  <a:pt x="4164" y="1951"/>
                  <a:pt x="4164" y="1969"/>
                  <a:pt x="4153" y="1979"/>
                </a:cubicBezTo>
                <a:lnTo>
                  <a:pt x="3910" y="2222"/>
                </a:lnTo>
                <a:cubicBezTo>
                  <a:pt x="3900" y="2229"/>
                  <a:pt x="3896" y="2229"/>
                  <a:pt x="3889" y="2229"/>
                </a:cubicBezTo>
                <a:close/>
                <a:moveTo>
                  <a:pt x="3406" y="2229"/>
                </a:moveTo>
                <a:cubicBezTo>
                  <a:pt x="3399" y="2229"/>
                  <a:pt x="3392" y="2226"/>
                  <a:pt x="3389" y="2222"/>
                </a:cubicBezTo>
                <a:cubicBezTo>
                  <a:pt x="3378" y="2212"/>
                  <a:pt x="3378" y="2194"/>
                  <a:pt x="3389" y="2184"/>
                </a:cubicBezTo>
                <a:lnTo>
                  <a:pt x="3632" y="1941"/>
                </a:lnTo>
                <a:cubicBezTo>
                  <a:pt x="3642" y="1930"/>
                  <a:pt x="3660" y="1930"/>
                  <a:pt x="3671" y="1941"/>
                </a:cubicBezTo>
                <a:cubicBezTo>
                  <a:pt x="3681" y="1951"/>
                  <a:pt x="3681" y="1969"/>
                  <a:pt x="3671" y="1979"/>
                </a:cubicBezTo>
                <a:lnTo>
                  <a:pt x="3428" y="2222"/>
                </a:lnTo>
                <a:cubicBezTo>
                  <a:pt x="3417" y="2229"/>
                  <a:pt x="3413" y="2229"/>
                  <a:pt x="3406" y="2229"/>
                </a:cubicBezTo>
                <a:close/>
                <a:moveTo>
                  <a:pt x="2924" y="2229"/>
                </a:moveTo>
                <a:cubicBezTo>
                  <a:pt x="2917" y="2229"/>
                  <a:pt x="2910" y="2226"/>
                  <a:pt x="2906" y="2222"/>
                </a:cubicBezTo>
                <a:cubicBezTo>
                  <a:pt x="2896" y="2212"/>
                  <a:pt x="2896" y="2194"/>
                  <a:pt x="2906" y="2184"/>
                </a:cubicBezTo>
                <a:lnTo>
                  <a:pt x="3149" y="1941"/>
                </a:lnTo>
                <a:cubicBezTo>
                  <a:pt x="3160" y="1930"/>
                  <a:pt x="3177" y="1931"/>
                  <a:pt x="3188" y="1941"/>
                </a:cubicBezTo>
                <a:cubicBezTo>
                  <a:pt x="3199" y="1952"/>
                  <a:pt x="3199" y="1969"/>
                  <a:pt x="3188" y="1979"/>
                </a:cubicBezTo>
                <a:lnTo>
                  <a:pt x="2945" y="2222"/>
                </a:lnTo>
                <a:cubicBezTo>
                  <a:pt x="2934" y="2229"/>
                  <a:pt x="2931" y="2229"/>
                  <a:pt x="2924" y="2229"/>
                </a:cubicBezTo>
                <a:close/>
                <a:moveTo>
                  <a:pt x="2441" y="2229"/>
                </a:moveTo>
                <a:cubicBezTo>
                  <a:pt x="2434" y="2229"/>
                  <a:pt x="2427" y="2226"/>
                  <a:pt x="2424" y="2222"/>
                </a:cubicBezTo>
                <a:cubicBezTo>
                  <a:pt x="2413" y="2212"/>
                  <a:pt x="2413" y="2194"/>
                  <a:pt x="2424" y="2184"/>
                </a:cubicBezTo>
                <a:lnTo>
                  <a:pt x="2667" y="1941"/>
                </a:lnTo>
                <a:cubicBezTo>
                  <a:pt x="2677" y="1930"/>
                  <a:pt x="2694" y="1931"/>
                  <a:pt x="2705" y="1941"/>
                </a:cubicBezTo>
                <a:cubicBezTo>
                  <a:pt x="2715" y="1952"/>
                  <a:pt x="2716" y="1969"/>
                  <a:pt x="2705" y="1979"/>
                </a:cubicBezTo>
                <a:lnTo>
                  <a:pt x="2462" y="2222"/>
                </a:lnTo>
                <a:cubicBezTo>
                  <a:pt x="2452" y="2229"/>
                  <a:pt x="2448" y="2229"/>
                  <a:pt x="2441" y="2229"/>
                </a:cubicBezTo>
                <a:close/>
                <a:moveTo>
                  <a:pt x="1959" y="2229"/>
                </a:moveTo>
                <a:cubicBezTo>
                  <a:pt x="1951" y="2229"/>
                  <a:pt x="1944" y="2226"/>
                  <a:pt x="1941" y="2222"/>
                </a:cubicBezTo>
                <a:cubicBezTo>
                  <a:pt x="1930" y="2212"/>
                  <a:pt x="1930" y="2194"/>
                  <a:pt x="1941" y="2184"/>
                </a:cubicBezTo>
                <a:lnTo>
                  <a:pt x="2184" y="1941"/>
                </a:lnTo>
                <a:cubicBezTo>
                  <a:pt x="2195" y="1930"/>
                  <a:pt x="2212" y="1931"/>
                  <a:pt x="2223" y="1941"/>
                </a:cubicBezTo>
                <a:cubicBezTo>
                  <a:pt x="2233" y="1952"/>
                  <a:pt x="2233" y="1969"/>
                  <a:pt x="2223" y="1979"/>
                </a:cubicBezTo>
                <a:lnTo>
                  <a:pt x="1980" y="2222"/>
                </a:lnTo>
                <a:cubicBezTo>
                  <a:pt x="1969" y="2229"/>
                  <a:pt x="1966" y="2229"/>
                  <a:pt x="1959" y="2229"/>
                </a:cubicBezTo>
                <a:close/>
                <a:moveTo>
                  <a:pt x="1476" y="2229"/>
                </a:moveTo>
                <a:cubicBezTo>
                  <a:pt x="1469" y="2229"/>
                  <a:pt x="1462" y="2226"/>
                  <a:pt x="1458" y="2222"/>
                </a:cubicBezTo>
                <a:cubicBezTo>
                  <a:pt x="1448" y="2212"/>
                  <a:pt x="1448" y="2194"/>
                  <a:pt x="1458" y="2184"/>
                </a:cubicBezTo>
                <a:lnTo>
                  <a:pt x="1701" y="1941"/>
                </a:lnTo>
                <a:cubicBezTo>
                  <a:pt x="1712" y="1930"/>
                  <a:pt x="1729" y="1931"/>
                  <a:pt x="1740" y="1941"/>
                </a:cubicBezTo>
                <a:cubicBezTo>
                  <a:pt x="1750" y="1952"/>
                  <a:pt x="1751" y="1969"/>
                  <a:pt x="1740" y="1979"/>
                </a:cubicBezTo>
                <a:lnTo>
                  <a:pt x="1497" y="2222"/>
                </a:lnTo>
                <a:cubicBezTo>
                  <a:pt x="1486" y="2229"/>
                  <a:pt x="1483" y="2229"/>
                  <a:pt x="1476" y="2229"/>
                </a:cubicBezTo>
                <a:close/>
                <a:moveTo>
                  <a:pt x="993" y="2229"/>
                </a:moveTo>
                <a:cubicBezTo>
                  <a:pt x="986" y="2229"/>
                  <a:pt x="979" y="2226"/>
                  <a:pt x="976" y="2222"/>
                </a:cubicBezTo>
                <a:cubicBezTo>
                  <a:pt x="965" y="2212"/>
                  <a:pt x="965" y="2194"/>
                  <a:pt x="976" y="2184"/>
                </a:cubicBezTo>
                <a:lnTo>
                  <a:pt x="1219" y="1941"/>
                </a:lnTo>
                <a:cubicBezTo>
                  <a:pt x="1229" y="1930"/>
                  <a:pt x="1247" y="1930"/>
                  <a:pt x="1257" y="1941"/>
                </a:cubicBezTo>
                <a:cubicBezTo>
                  <a:pt x="1268" y="1951"/>
                  <a:pt x="1268" y="1969"/>
                  <a:pt x="1257" y="1979"/>
                </a:cubicBezTo>
                <a:lnTo>
                  <a:pt x="1014" y="2222"/>
                </a:lnTo>
                <a:cubicBezTo>
                  <a:pt x="1004" y="2229"/>
                  <a:pt x="1000" y="2229"/>
                  <a:pt x="993" y="2229"/>
                </a:cubicBezTo>
                <a:close/>
                <a:moveTo>
                  <a:pt x="511" y="2229"/>
                </a:moveTo>
                <a:cubicBezTo>
                  <a:pt x="504" y="2229"/>
                  <a:pt x="497" y="2226"/>
                  <a:pt x="493" y="2222"/>
                </a:cubicBezTo>
                <a:cubicBezTo>
                  <a:pt x="482" y="2212"/>
                  <a:pt x="482" y="2194"/>
                  <a:pt x="493" y="2184"/>
                </a:cubicBezTo>
                <a:lnTo>
                  <a:pt x="736" y="1941"/>
                </a:lnTo>
                <a:cubicBezTo>
                  <a:pt x="747" y="1930"/>
                  <a:pt x="764" y="1930"/>
                  <a:pt x="775" y="1941"/>
                </a:cubicBezTo>
                <a:cubicBezTo>
                  <a:pt x="785" y="1951"/>
                  <a:pt x="785" y="1969"/>
                  <a:pt x="775" y="1979"/>
                </a:cubicBezTo>
                <a:lnTo>
                  <a:pt x="532" y="2222"/>
                </a:lnTo>
                <a:cubicBezTo>
                  <a:pt x="521" y="2229"/>
                  <a:pt x="514" y="2229"/>
                  <a:pt x="511" y="2229"/>
                </a:cubicBezTo>
                <a:close/>
                <a:moveTo>
                  <a:pt x="28" y="2229"/>
                </a:moveTo>
                <a:cubicBezTo>
                  <a:pt x="21" y="2229"/>
                  <a:pt x="14" y="2226"/>
                  <a:pt x="10" y="2222"/>
                </a:cubicBezTo>
                <a:cubicBezTo>
                  <a:pt x="0" y="2212"/>
                  <a:pt x="0" y="2194"/>
                  <a:pt x="10" y="2184"/>
                </a:cubicBezTo>
                <a:lnTo>
                  <a:pt x="253" y="1941"/>
                </a:lnTo>
                <a:cubicBezTo>
                  <a:pt x="264" y="1930"/>
                  <a:pt x="282" y="1930"/>
                  <a:pt x="292" y="1941"/>
                </a:cubicBezTo>
                <a:cubicBezTo>
                  <a:pt x="303" y="1951"/>
                  <a:pt x="303" y="1969"/>
                  <a:pt x="292" y="1979"/>
                </a:cubicBezTo>
                <a:lnTo>
                  <a:pt x="49" y="2222"/>
                </a:lnTo>
                <a:cubicBezTo>
                  <a:pt x="39" y="2229"/>
                  <a:pt x="31" y="2229"/>
                  <a:pt x="28" y="2229"/>
                </a:cubicBezTo>
                <a:close/>
                <a:moveTo>
                  <a:pt x="11129" y="1747"/>
                </a:moveTo>
                <a:cubicBezTo>
                  <a:pt x="11122" y="1747"/>
                  <a:pt x="11114" y="1743"/>
                  <a:pt x="11111" y="1740"/>
                </a:cubicBezTo>
                <a:cubicBezTo>
                  <a:pt x="11100" y="1729"/>
                  <a:pt x="11100" y="1712"/>
                  <a:pt x="11111" y="1701"/>
                </a:cubicBezTo>
                <a:lnTo>
                  <a:pt x="11354" y="1458"/>
                </a:lnTo>
                <a:cubicBezTo>
                  <a:pt x="11365" y="1448"/>
                  <a:pt x="11382" y="1448"/>
                  <a:pt x="11393" y="1458"/>
                </a:cubicBezTo>
                <a:cubicBezTo>
                  <a:pt x="11403" y="1469"/>
                  <a:pt x="11403" y="1486"/>
                  <a:pt x="11393" y="1497"/>
                </a:cubicBezTo>
                <a:lnTo>
                  <a:pt x="11150" y="1740"/>
                </a:lnTo>
                <a:cubicBezTo>
                  <a:pt x="11143" y="1747"/>
                  <a:pt x="11136" y="1747"/>
                  <a:pt x="11129" y="1747"/>
                </a:cubicBezTo>
                <a:close/>
                <a:moveTo>
                  <a:pt x="10163" y="1747"/>
                </a:moveTo>
                <a:cubicBezTo>
                  <a:pt x="10156" y="1747"/>
                  <a:pt x="10149" y="1743"/>
                  <a:pt x="10146" y="1740"/>
                </a:cubicBezTo>
                <a:cubicBezTo>
                  <a:pt x="10135" y="1729"/>
                  <a:pt x="10135" y="1712"/>
                  <a:pt x="10146" y="1701"/>
                </a:cubicBezTo>
                <a:lnTo>
                  <a:pt x="10389" y="1458"/>
                </a:lnTo>
                <a:cubicBezTo>
                  <a:pt x="10399" y="1448"/>
                  <a:pt x="10417" y="1448"/>
                  <a:pt x="10428" y="1458"/>
                </a:cubicBezTo>
                <a:cubicBezTo>
                  <a:pt x="10438" y="1469"/>
                  <a:pt x="10438" y="1486"/>
                  <a:pt x="10428" y="1497"/>
                </a:cubicBezTo>
                <a:lnTo>
                  <a:pt x="10184" y="1740"/>
                </a:lnTo>
                <a:cubicBezTo>
                  <a:pt x="10177" y="1747"/>
                  <a:pt x="10170" y="1747"/>
                  <a:pt x="10163" y="1747"/>
                </a:cubicBezTo>
                <a:close/>
                <a:moveTo>
                  <a:pt x="9681" y="1747"/>
                </a:moveTo>
                <a:cubicBezTo>
                  <a:pt x="9674" y="1747"/>
                  <a:pt x="9667" y="1743"/>
                  <a:pt x="9663" y="1740"/>
                </a:cubicBezTo>
                <a:cubicBezTo>
                  <a:pt x="9652" y="1729"/>
                  <a:pt x="9652" y="1712"/>
                  <a:pt x="9663" y="1701"/>
                </a:cubicBezTo>
                <a:lnTo>
                  <a:pt x="9906" y="1458"/>
                </a:lnTo>
                <a:cubicBezTo>
                  <a:pt x="9917" y="1448"/>
                  <a:pt x="9934" y="1448"/>
                  <a:pt x="9945" y="1458"/>
                </a:cubicBezTo>
                <a:cubicBezTo>
                  <a:pt x="9955" y="1469"/>
                  <a:pt x="9955" y="1486"/>
                  <a:pt x="9945" y="1497"/>
                </a:cubicBezTo>
                <a:lnTo>
                  <a:pt x="9702" y="1740"/>
                </a:lnTo>
                <a:cubicBezTo>
                  <a:pt x="9695" y="1747"/>
                  <a:pt x="9688" y="1747"/>
                  <a:pt x="9681" y="1747"/>
                </a:cubicBezTo>
                <a:close/>
                <a:moveTo>
                  <a:pt x="9198" y="1747"/>
                </a:moveTo>
                <a:cubicBezTo>
                  <a:pt x="9191" y="1747"/>
                  <a:pt x="9184" y="1743"/>
                  <a:pt x="9180" y="1740"/>
                </a:cubicBezTo>
                <a:cubicBezTo>
                  <a:pt x="9170" y="1729"/>
                  <a:pt x="9170" y="1712"/>
                  <a:pt x="9180" y="1701"/>
                </a:cubicBezTo>
                <a:lnTo>
                  <a:pt x="9420" y="1458"/>
                </a:lnTo>
                <a:cubicBezTo>
                  <a:pt x="9431" y="1448"/>
                  <a:pt x="9448" y="1448"/>
                  <a:pt x="9459" y="1458"/>
                </a:cubicBezTo>
                <a:cubicBezTo>
                  <a:pt x="9469" y="1469"/>
                  <a:pt x="9469" y="1486"/>
                  <a:pt x="9459" y="1497"/>
                </a:cubicBezTo>
                <a:lnTo>
                  <a:pt x="9216" y="1740"/>
                </a:lnTo>
                <a:cubicBezTo>
                  <a:pt x="9212" y="1747"/>
                  <a:pt x="9205" y="1747"/>
                  <a:pt x="9198" y="1747"/>
                </a:cubicBezTo>
                <a:close/>
                <a:moveTo>
                  <a:pt x="8715" y="1747"/>
                </a:moveTo>
                <a:cubicBezTo>
                  <a:pt x="8708" y="1747"/>
                  <a:pt x="8701" y="1743"/>
                  <a:pt x="8698" y="1740"/>
                </a:cubicBezTo>
                <a:cubicBezTo>
                  <a:pt x="8687" y="1729"/>
                  <a:pt x="8687" y="1712"/>
                  <a:pt x="8698" y="1701"/>
                </a:cubicBezTo>
                <a:lnTo>
                  <a:pt x="8941" y="1458"/>
                </a:lnTo>
                <a:cubicBezTo>
                  <a:pt x="8951" y="1448"/>
                  <a:pt x="8969" y="1448"/>
                  <a:pt x="8980" y="1458"/>
                </a:cubicBezTo>
                <a:cubicBezTo>
                  <a:pt x="8990" y="1469"/>
                  <a:pt x="8990" y="1486"/>
                  <a:pt x="8980" y="1497"/>
                </a:cubicBezTo>
                <a:lnTo>
                  <a:pt x="8737" y="1740"/>
                </a:lnTo>
                <a:cubicBezTo>
                  <a:pt x="8730" y="1747"/>
                  <a:pt x="8722" y="1747"/>
                  <a:pt x="8715" y="1747"/>
                </a:cubicBezTo>
                <a:close/>
                <a:moveTo>
                  <a:pt x="8233" y="1747"/>
                </a:moveTo>
                <a:cubicBezTo>
                  <a:pt x="8226" y="1747"/>
                  <a:pt x="8219" y="1743"/>
                  <a:pt x="8215" y="1740"/>
                </a:cubicBezTo>
                <a:cubicBezTo>
                  <a:pt x="8205" y="1729"/>
                  <a:pt x="8205" y="1712"/>
                  <a:pt x="8215" y="1701"/>
                </a:cubicBezTo>
                <a:lnTo>
                  <a:pt x="8458" y="1458"/>
                </a:lnTo>
                <a:cubicBezTo>
                  <a:pt x="8469" y="1448"/>
                  <a:pt x="8486" y="1448"/>
                  <a:pt x="8497" y="1458"/>
                </a:cubicBezTo>
                <a:cubicBezTo>
                  <a:pt x="8508" y="1469"/>
                  <a:pt x="8508" y="1486"/>
                  <a:pt x="8497" y="1497"/>
                </a:cubicBezTo>
                <a:lnTo>
                  <a:pt x="8257" y="1740"/>
                </a:lnTo>
                <a:cubicBezTo>
                  <a:pt x="8247" y="1747"/>
                  <a:pt x="8240" y="1747"/>
                  <a:pt x="8233" y="1747"/>
                </a:cubicBezTo>
                <a:close/>
                <a:moveTo>
                  <a:pt x="7750" y="1747"/>
                </a:moveTo>
                <a:cubicBezTo>
                  <a:pt x="7743" y="1747"/>
                  <a:pt x="7736" y="1743"/>
                  <a:pt x="7733" y="1740"/>
                </a:cubicBezTo>
                <a:cubicBezTo>
                  <a:pt x="7722" y="1729"/>
                  <a:pt x="7722" y="1712"/>
                  <a:pt x="7733" y="1701"/>
                </a:cubicBezTo>
                <a:lnTo>
                  <a:pt x="7976" y="1458"/>
                </a:lnTo>
                <a:cubicBezTo>
                  <a:pt x="7986" y="1448"/>
                  <a:pt x="8004" y="1448"/>
                  <a:pt x="8014" y="1458"/>
                </a:cubicBezTo>
                <a:cubicBezTo>
                  <a:pt x="8025" y="1469"/>
                  <a:pt x="8025" y="1486"/>
                  <a:pt x="8014" y="1497"/>
                </a:cubicBezTo>
                <a:lnTo>
                  <a:pt x="7771" y="1740"/>
                </a:lnTo>
                <a:cubicBezTo>
                  <a:pt x="7764" y="1747"/>
                  <a:pt x="7757" y="1747"/>
                  <a:pt x="7750" y="1747"/>
                </a:cubicBezTo>
                <a:close/>
                <a:moveTo>
                  <a:pt x="6785" y="1747"/>
                </a:moveTo>
                <a:cubicBezTo>
                  <a:pt x="6778" y="1747"/>
                  <a:pt x="6771" y="1743"/>
                  <a:pt x="6767" y="1740"/>
                </a:cubicBezTo>
                <a:cubicBezTo>
                  <a:pt x="6757" y="1729"/>
                  <a:pt x="6757" y="1712"/>
                  <a:pt x="6767" y="1701"/>
                </a:cubicBezTo>
                <a:lnTo>
                  <a:pt x="7010" y="1458"/>
                </a:lnTo>
                <a:cubicBezTo>
                  <a:pt x="7021" y="1448"/>
                  <a:pt x="7039" y="1448"/>
                  <a:pt x="7049" y="1458"/>
                </a:cubicBezTo>
                <a:cubicBezTo>
                  <a:pt x="7060" y="1469"/>
                  <a:pt x="7060" y="1486"/>
                  <a:pt x="7049" y="1497"/>
                </a:cubicBezTo>
                <a:lnTo>
                  <a:pt x="6806" y="1740"/>
                </a:lnTo>
                <a:cubicBezTo>
                  <a:pt x="6799" y="1747"/>
                  <a:pt x="6792" y="1747"/>
                  <a:pt x="6785" y="1747"/>
                </a:cubicBezTo>
                <a:close/>
                <a:moveTo>
                  <a:pt x="6302" y="1747"/>
                </a:moveTo>
                <a:cubicBezTo>
                  <a:pt x="6295" y="1747"/>
                  <a:pt x="6288" y="1743"/>
                  <a:pt x="6285" y="1740"/>
                </a:cubicBezTo>
                <a:cubicBezTo>
                  <a:pt x="6274" y="1729"/>
                  <a:pt x="6274" y="1712"/>
                  <a:pt x="6285" y="1701"/>
                </a:cubicBezTo>
                <a:lnTo>
                  <a:pt x="6528" y="1458"/>
                </a:lnTo>
                <a:cubicBezTo>
                  <a:pt x="6538" y="1448"/>
                  <a:pt x="6556" y="1448"/>
                  <a:pt x="6566" y="1458"/>
                </a:cubicBezTo>
                <a:cubicBezTo>
                  <a:pt x="6577" y="1469"/>
                  <a:pt x="6577" y="1486"/>
                  <a:pt x="6566" y="1497"/>
                </a:cubicBezTo>
                <a:lnTo>
                  <a:pt x="6323" y="1740"/>
                </a:lnTo>
                <a:cubicBezTo>
                  <a:pt x="6316" y="1747"/>
                  <a:pt x="6309" y="1747"/>
                  <a:pt x="6302" y="1747"/>
                </a:cubicBezTo>
                <a:close/>
                <a:moveTo>
                  <a:pt x="5820" y="1747"/>
                </a:moveTo>
                <a:cubicBezTo>
                  <a:pt x="5813" y="1747"/>
                  <a:pt x="5806" y="1743"/>
                  <a:pt x="5802" y="1740"/>
                </a:cubicBezTo>
                <a:cubicBezTo>
                  <a:pt x="5791" y="1729"/>
                  <a:pt x="5791" y="1712"/>
                  <a:pt x="5802" y="1701"/>
                </a:cubicBezTo>
                <a:lnTo>
                  <a:pt x="6045" y="1458"/>
                </a:lnTo>
                <a:cubicBezTo>
                  <a:pt x="6056" y="1448"/>
                  <a:pt x="6073" y="1448"/>
                  <a:pt x="6084" y="1458"/>
                </a:cubicBezTo>
                <a:cubicBezTo>
                  <a:pt x="6094" y="1469"/>
                  <a:pt x="6094" y="1486"/>
                  <a:pt x="6084" y="1497"/>
                </a:cubicBezTo>
                <a:lnTo>
                  <a:pt x="5841" y="1740"/>
                </a:lnTo>
                <a:cubicBezTo>
                  <a:pt x="5834" y="1747"/>
                  <a:pt x="5827" y="1747"/>
                  <a:pt x="5820" y="1747"/>
                </a:cubicBezTo>
                <a:close/>
                <a:moveTo>
                  <a:pt x="5337" y="1747"/>
                </a:moveTo>
                <a:cubicBezTo>
                  <a:pt x="5330" y="1747"/>
                  <a:pt x="5323" y="1743"/>
                  <a:pt x="5319" y="1740"/>
                </a:cubicBezTo>
                <a:cubicBezTo>
                  <a:pt x="5309" y="1729"/>
                  <a:pt x="5309" y="1712"/>
                  <a:pt x="5319" y="1701"/>
                </a:cubicBezTo>
                <a:lnTo>
                  <a:pt x="5562" y="1458"/>
                </a:lnTo>
                <a:cubicBezTo>
                  <a:pt x="5573" y="1448"/>
                  <a:pt x="5591" y="1448"/>
                  <a:pt x="5601" y="1458"/>
                </a:cubicBezTo>
                <a:cubicBezTo>
                  <a:pt x="5612" y="1469"/>
                  <a:pt x="5612" y="1486"/>
                  <a:pt x="5601" y="1497"/>
                </a:cubicBezTo>
                <a:lnTo>
                  <a:pt x="5358" y="1740"/>
                </a:lnTo>
                <a:cubicBezTo>
                  <a:pt x="5351" y="1747"/>
                  <a:pt x="5344" y="1747"/>
                  <a:pt x="5337" y="1747"/>
                </a:cubicBezTo>
                <a:close/>
                <a:moveTo>
                  <a:pt x="1959" y="1747"/>
                </a:moveTo>
                <a:cubicBezTo>
                  <a:pt x="1951" y="1747"/>
                  <a:pt x="1944" y="1743"/>
                  <a:pt x="1941" y="1740"/>
                </a:cubicBezTo>
                <a:cubicBezTo>
                  <a:pt x="1930" y="1729"/>
                  <a:pt x="1930" y="1712"/>
                  <a:pt x="1941" y="1701"/>
                </a:cubicBezTo>
                <a:lnTo>
                  <a:pt x="2184" y="1458"/>
                </a:lnTo>
                <a:cubicBezTo>
                  <a:pt x="2195" y="1448"/>
                  <a:pt x="2212" y="1448"/>
                  <a:pt x="2223" y="1458"/>
                </a:cubicBezTo>
                <a:cubicBezTo>
                  <a:pt x="2233" y="1469"/>
                  <a:pt x="2233" y="1486"/>
                  <a:pt x="2223" y="1497"/>
                </a:cubicBezTo>
                <a:lnTo>
                  <a:pt x="1980" y="1740"/>
                </a:lnTo>
                <a:cubicBezTo>
                  <a:pt x="1969" y="1747"/>
                  <a:pt x="1966" y="1747"/>
                  <a:pt x="1959" y="1747"/>
                </a:cubicBezTo>
                <a:close/>
                <a:moveTo>
                  <a:pt x="1476" y="1747"/>
                </a:moveTo>
                <a:cubicBezTo>
                  <a:pt x="1469" y="1747"/>
                  <a:pt x="1462" y="1743"/>
                  <a:pt x="1458" y="1740"/>
                </a:cubicBezTo>
                <a:cubicBezTo>
                  <a:pt x="1448" y="1729"/>
                  <a:pt x="1448" y="1712"/>
                  <a:pt x="1458" y="1701"/>
                </a:cubicBezTo>
                <a:lnTo>
                  <a:pt x="1701" y="1458"/>
                </a:lnTo>
                <a:cubicBezTo>
                  <a:pt x="1712" y="1448"/>
                  <a:pt x="1729" y="1448"/>
                  <a:pt x="1740" y="1458"/>
                </a:cubicBezTo>
                <a:cubicBezTo>
                  <a:pt x="1750" y="1469"/>
                  <a:pt x="1751" y="1486"/>
                  <a:pt x="1740" y="1497"/>
                </a:cubicBezTo>
                <a:lnTo>
                  <a:pt x="1497" y="1740"/>
                </a:lnTo>
                <a:cubicBezTo>
                  <a:pt x="1486" y="1747"/>
                  <a:pt x="1483" y="1747"/>
                  <a:pt x="1476" y="1747"/>
                </a:cubicBezTo>
                <a:close/>
                <a:moveTo>
                  <a:pt x="993" y="1747"/>
                </a:moveTo>
                <a:cubicBezTo>
                  <a:pt x="986" y="1747"/>
                  <a:pt x="979" y="1743"/>
                  <a:pt x="976" y="1740"/>
                </a:cubicBezTo>
                <a:cubicBezTo>
                  <a:pt x="965" y="1729"/>
                  <a:pt x="965" y="1712"/>
                  <a:pt x="976" y="1701"/>
                </a:cubicBezTo>
                <a:lnTo>
                  <a:pt x="1219" y="1458"/>
                </a:lnTo>
                <a:cubicBezTo>
                  <a:pt x="1229" y="1448"/>
                  <a:pt x="1247" y="1448"/>
                  <a:pt x="1257" y="1458"/>
                </a:cubicBezTo>
                <a:cubicBezTo>
                  <a:pt x="1268" y="1469"/>
                  <a:pt x="1268" y="1486"/>
                  <a:pt x="1257" y="1497"/>
                </a:cubicBezTo>
                <a:lnTo>
                  <a:pt x="1014" y="1740"/>
                </a:lnTo>
                <a:cubicBezTo>
                  <a:pt x="1004" y="1747"/>
                  <a:pt x="1000" y="1747"/>
                  <a:pt x="993" y="1747"/>
                </a:cubicBezTo>
                <a:close/>
                <a:moveTo>
                  <a:pt x="511" y="1747"/>
                </a:moveTo>
                <a:cubicBezTo>
                  <a:pt x="504" y="1747"/>
                  <a:pt x="497" y="1743"/>
                  <a:pt x="493" y="1740"/>
                </a:cubicBezTo>
                <a:cubicBezTo>
                  <a:pt x="482" y="1729"/>
                  <a:pt x="482" y="1712"/>
                  <a:pt x="493" y="1701"/>
                </a:cubicBezTo>
                <a:lnTo>
                  <a:pt x="736" y="1458"/>
                </a:lnTo>
                <a:cubicBezTo>
                  <a:pt x="747" y="1448"/>
                  <a:pt x="764" y="1448"/>
                  <a:pt x="775" y="1458"/>
                </a:cubicBezTo>
                <a:cubicBezTo>
                  <a:pt x="785" y="1469"/>
                  <a:pt x="785" y="1486"/>
                  <a:pt x="775" y="1497"/>
                </a:cubicBezTo>
                <a:lnTo>
                  <a:pt x="532" y="1740"/>
                </a:lnTo>
                <a:cubicBezTo>
                  <a:pt x="521" y="1747"/>
                  <a:pt x="514" y="1747"/>
                  <a:pt x="511" y="1747"/>
                </a:cubicBezTo>
                <a:close/>
                <a:moveTo>
                  <a:pt x="28" y="1747"/>
                </a:moveTo>
                <a:cubicBezTo>
                  <a:pt x="21" y="1747"/>
                  <a:pt x="14" y="1743"/>
                  <a:pt x="10" y="1740"/>
                </a:cubicBezTo>
                <a:cubicBezTo>
                  <a:pt x="0" y="1729"/>
                  <a:pt x="0" y="1712"/>
                  <a:pt x="10" y="1701"/>
                </a:cubicBezTo>
                <a:lnTo>
                  <a:pt x="253" y="1458"/>
                </a:lnTo>
                <a:cubicBezTo>
                  <a:pt x="264" y="1448"/>
                  <a:pt x="282" y="1448"/>
                  <a:pt x="292" y="1458"/>
                </a:cubicBezTo>
                <a:cubicBezTo>
                  <a:pt x="303" y="1469"/>
                  <a:pt x="303" y="1486"/>
                  <a:pt x="292" y="1497"/>
                </a:cubicBezTo>
                <a:lnTo>
                  <a:pt x="49" y="1740"/>
                </a:lnTo>
                <a:cubicBezTo>
                  <a:pt x="39" y="1747"/>
                  <a:pt x="31" y="1747"/>
                  <a:pt x="28" y="1747"/>
                </a:cubicBezTo>
                <a:close/>
                <a:moveTo>
                  <a:pt x="10646" y="1747"/>
                </a:moveTo>
                <a:cubicBezTo>
                  <a:pt x="10639" y="1747"/>
                  <a:pt x="10632" y="1743"/>
                  <a:pt x="10628" y="1740"/>
                </a:cubicBezTo>
                <a:cubicBezTo>
                  <a:pt x="10618" y="1729"/>
                  <a:pt x="10618" y="1712"/>
                  <a:pt x="10628" y="1701"/>
                </a:cubicBezTo>
                <a:lnTo>
                  <a:pt x="10871" y="1458"/>
                </a:lnTo>
                <a:cubicBezTo>
                  <a:pt x="10882" y="1448"/>
                  <a:pt x="10899" y="1448"/>
                  <a:pt x="10910" y="1458"/>
                </a:cubicBezTo>
                <a:cubicBezTo>
                  <a:pt x="10920" y="1469"/>
                  <a:pt x="10921" y="1486"/>
                  <a:pt x="10910" y="1497"/>
                </a:cubicBezTo>
                <a:lnTo>
                  <a:pt x="10667" y="1740"/>
                </a:lnTo>
                <a:cubicBezTo>
                  <a:pt x="10660" y="1747"/>
                  <a:pt x="10653" y="1747"/>
                  <a:pt x="10646" y="1747"/>
                </a:cubicBezTo>
                <a:close/>
                <a:moveTo>
                  <a:pt x="7268" y="1747"/>
                </a:moveTo>
                <a:cubicBezTo>
                  <a:pt x="7260" y="1747"/>
                  <a:pt x="7253" y="1743"/>
                  <a:pt x="7250" y="1740"/>
                </a:cubicBezTo>
                <a:cubicBezTo>
                  <a:pt x="7239" y="1729"/>
                  <a:pt x="7239" y="1712"/>
                  <a:pt x="7250" y="1701"/>
                </a:cubicBezTo>
                <a:lnTo>
                  <a:pt x="7493" y="1458"/>
                </a:lnTo>
                <a:cubicBezTo>
                  <a:pt x="7504" y="1448"/>
                  <a:pt x="7521" y="1448"/>
                  <a:pt x="7532" y="1458"/>
                </a:cubicBezTo>
                <a:cubicBezTo>
                  <a:pt x="7542" y="1469"/>
                  <a:pt x="7542" y="1486"/>
                  <a:pt x="7532" y="1497"/>
                </a:cubicBezTo>
                <a:lnTo>
                  <a:pt x="7289" y="1740"/>
                </a:lnTo>
                <a:cubicBezTo>
                  <a:pt x="7282" y="1747"/>
                  <a:pt x="7275" y="1747"/>
                  <a:pt x="7268" y="1747"/>
                </a:cubicBezTo>
                <a:close/>
                <a:moveTo>
                  <a:pt x="4854" y="1747"/>
                </a:moveTo>
                <a:cubicBezTo>
                  <a:pt x="4847" y="1747"/>
                  <a:pt x="4840" y="1743"/>
                  <a:pt x="4837" y="1740"/>
                </a:cubicBezTo>
                <a:cubicBezTo>
                  <a:pt x="4826" y="1729"/>
                  <a:pt x="4826" y="1712"/>
                  <a:pt x="4837" y="1701"/>
                </a:cubicBezTo>
                <a:lnTo>
                  <a:pt x="5080" y="1458"/>
                </a:lnTo>
                <a:cubicBezTo>
                  <a:pt x="5090" y="1448"/>
                  <a:pt x="5108" y="1448"/>
                  <a:pt x="5119" y="1458"/>
                </a:cubicBezTo>
                <a:cubicBezTo>
                  <a:pt x="5129" y="1469"/>
                  <a:pt x="5129" y="1486"/>
                  <a:pt x="5119" y="1497"/>
                </a:cubicBezTo>
                <a:lnTo>
                  <a:pt x="4875" y="1740"/>
                </a:lnTo>
                <a:cubicBezTo>
                  <a:pt x="4865" y="1747"/>
                  <a:pt x="4861" y="1747"/>
                  <a:pt x="4854" y="1747"/>
                </a:cubicBezTo>
                <a:close/>
                <a:moveTo>
                  <a:pt x="4372" y="1747"/>
                </a:moveTo>
                <a:cubicBezTo>
                  <a:pt x="4365" y="1747"/>
                  <a:pt x="4358" y="1743"/>
                  <a:pt x="4354" y="1740"/>
                </a:cubicBezTo>
                <a:cubicBezTo>
                  <a:pt x="4344" y="1729"/>
                  <a:pt x="4344" y="1712"/>
                  <a:pt x="4354" y="1701"/>
                </a:cubicBezTo>
                <a:lnTo>
                  <a:pt x="4597" y="1458"/>
                </a:lnTo>
                <a:cubicBezTo>
                  <a:pt x="4608" y="1448"/>
                  <a:pt x="4625" y="1448"/>
                  <a:pt x="4636" y="1458"/>
                </a:cubicBezTo>
                <a:cubicBezTo>
                  <a:pt x="4646" y="1469"/>
                  <a:pt x="4646" y="1486"/>
                  <a:pt x="4636" y="1497"/>
                </a:cubicBezTo>
                <a:lnTo>
                  <a:pt x="4393" y="1740"/>
                </a:lnTo>
                <a:cubicBezTo>
                  <a:pt x="4382" y="1747"/>
                  <a:pt x="4379" y="1747"/>
                  <a:pt x="4372" y="1747"/>
                </a:cubicBezTo>
                <a:close/>
                <a:moveTo>
                  <a:pt x="3889" y="1747"/>
                </a:moveTo>
                <a:cubicBezTo>
                  <a:pt x="3882" y="1747"/>
                  <a:pt x="3875" y="1743"/>
                  <a:pt x="3871" y="1740"/>
                </a:cubicBezTo>
                <a:cubicBezTo>
                  <a:pt x="3861" y="1729"/>
                  <a:pt x="3861" y="1712"/>
                  <a:pt x="3871" y="1701"/>
                </a:cubicBezTo>
                <a:lnTo>
                  <a:pt x="4115" y="1458"/>
                </a:lnTo>
                <a:cubicBezTo>
                  <a:pt x="4125" y="1448"/>
                  <a:pt x="4143" y="1448"/>
                  <a:pt x="4153" y="1458"/>
                </a:cubicBezTo>
                <a:cubicBezTo>
                  <a:pt x="4164" y="1469"/>
                  <a:pt x="4164" y="1486"/>
                  <a:pt x="4153" y="1497"/>
                </a:cubicBezTo>
                <a:lnTo>
                  <a:pt x="3910" y="1740"/>
                </a:lnTo>
                <a:cubicBezTo>
                  <a:pt x="3900" y="1747"/>
                  <a:pt x="3896" y="1747"/>
                  <a:pt x="3889" y="1747"/>
                </a:cubicBezTo>
                <a:close/>
                <a:moveTo>
                  <a:pt x="3406" y="1747"/>
                </a:moveTo>
                <a:cubicBezTo>
                  <a:pt x="3399" y="1747"/>
                  <a:pt x="3392" y="1743"/>
                  <a:pt x="3389" y="1740"/>
                </a:cubicBezTo>
                <a:cubicBezTo>
                  <a:pt x="3378" y="1729"/>
                  <a:pt x="3378" y="1712"/>
                  <a:pt x="3389" y="1701"/>
                </a:cubicBezTo>
                <a:lnTo>
                  <a:pt x="3632" y="1458"/>
                </a:lnTo>
                <a:cubicBezTo>
                  <a:pt x="3642" y="1448"/>
                  <a:pt x="3660" y="1448"/>
                  <a:pt x="3671" y="1458"/>
                </a:cubicBezTo>
                <a:cubicBezTo>
                  <a:pt x="3681" y="1469"/>
                  <a:pt x="3681" y="1486"/>
                  <a:pt x="3671" y="1497"/>
                </a:cubicBezTo>
                <a:lnTo>
                  <a:pt x="3428" y="1740"/>
                </a:lnTo>
                <a:cubicBezTo>
                  <a:pt x="3417" y="1747"/>
                  <a:pt x="3413" y="1747"/>
                  <a:pt x="3406" y="1747"/>
                </a:cubicBezTo>
                <a:close/>
                <a:moveTo>
                  <a:pt x="2924" y="1747"/>
                </a:moveTo>
                <a:cubicBezTo>
                  <a:pt x="2917" y="1747"/>
                  <a:pt x="2910" y="1743"/>
                  <a:pt x="2906" y="1740"/>
                </a:cubicBezTo>
                <a:cubicBezTo>
                  <a:pt x="2896" y="1729"/>
                  <a:pt x="2896" y="1712"/>
                  <a:pt x="2906" y="1701"/>
                </a:cubicBezTo>
                <a:lnTo>
                  <a:pt x="3149" y="1458"/>
                </a:lnTo>
                <a:cubicBezTo>
                  <a:pt x="3160" y="1448"/>
                  <a:pt x="3177" y="1448"/>
                  <a:pt x="3188" y="1458"/>
                </a:cubicBezTo>
                <a:cubicBezTo>
                  <a:pt x="3199" y="1469"/>
                  <a:pt x="3199" y="1486"/>
                  <a:pt x="3188" y="1497"/>
                </a:cubicBezTo>
                <a:lnTo>
                  <a:pt x="2945" y="1740"/>
                </a:lnTo>
                <a:cubicBezTo>
                  <a:pt x="2934" y="1747"/>
                  <a:pt x="2931" y="1747"/>
                  <a:pt x="2924" y="1747"/>
                </a:cubicBezTo>
                <a:close/>
                <a:moveTo>
                  <a:pt x="2441" y="1747"/>
                </a:moveTo>
                <a:cubicBezTo>
                  <a:pt x="2434" y="1747"/>
                  <a:pt x="2427" y="1743"/>
                  <a:pt x="2424" y="1740"/>
                </a:cubicBezTo>
                <a:cubicBezTo>
                  <a:pt x="2413" y="1729"/>
                  <a:pt x="2413" y="1712"/>
                  <a:pt x="2424" y="1701"/>
                </a:cubicBezTo>
                <a:lnTo>
                  <a:pt x="2667" y="1458"/>
                </a:lnTo>
                <a:cubicBezTo>
                  <a:pt x="2677" y="1448"/>
                  <a:pt x="2694" y="1448"/>
                  <a:pt x="2705" y="1458"/>
                </a:cubicBezTo>
                <a:cubicBezTo>
                  <a:pt x="2715" y="1469"/>
                  <a:pt x="2716" y="1486"/>
                  <a:pt x="2705" y="1497"/>
                </a:cubicBezTo>
                <a:lnTo>
                  <a:pt x="2462" y="1740"/>
                </a:lnTo>
                <a:cubicBezTo>
                  <a:pt x="2452" y="1747"/>
                  <a:pt x="2448" y="1747"/>
                  <a:pt x="2441" y="1747"/>
                </a:cubicBezTo>
                <a:close/>
                <a:moveTo>
                  <a:pt x="10646" y="1264"/>
                </a:moveTo>
                <a:cubicBezTo>
                  <a:pt x="10639" y="1264"/>
                  <a:pt x="10632" y="1261"/>
                  <a:pt x="10628" y="1257"/>
                </a:cubicBezTo>
                <a:cubicBezTo>
                  <a:pt x="10618" y="1247"/>
                  <a:pt x="10618" y="1229"/>
                  <a:pt x="10628" y="1219"/>
                </a:cubicBezTo>
                <a:lnTo>
                  <a:pt x="10871" y="976"/>
                </a:lnTo>
                <a:cubicBezTo>
                  <a:pt x="10882" y="965"/>
                  <a:pt x="10899" y="966"/>
                  <a:pt x="10910" y="976"/>
                </a:cubicBezTo>
                <a:cubicBezTo>
                  <a:pt x="10920" y="987"/>
                  <a:pt x="10921" y="1004"/>
                  <a:pt x="10910" y="1014"/>
                </a:cubicBezTo>
                <a:lnTo>
                  <a:pt x="10667" y="1257"/>
                </a:lnTo>
                <a:cubicBezTo>
                  <a:pt x="10660" y="1261"/>
                  <a:pt x="10653" y="1264"/>
                  <a:pt x="10646" y="1264"/>
                </a:cubicBezTo>
                <a:close/>
                <a:moveTo>
                  <a:pt x="7268" y="1264"/>
                </a:moveTo>
                <a:cubicBezTo>
                  <a:pt x="7260" y="1264"/>
                  <a:pt x="7253" y="1261"/>
                  <a:pt x="7250" y="1257"/>
                </a:cubicBezTo>
                <a:cubicBezTo>
                  <a:pt x="7239" y="1247"/>
                  <a:pt x="7239" y="1229"/>
                  <a:pt x="7250" y="1219"/>
                </a:cubicBezTo>
                <a:lnTo>
                  <a:pt x="7493" y="976"/>
                </a:lnTo>
                <a:cubicBezTo>
                  <a:pt x="7504" y="965"/>
                  <a:pt x="7521" y="965"/>
                  <a:pt x="7532" y="976"/>
                </a:cubicBezTo>
                <a:cubicBezTo>
                  <a:pt x="7542" y="986"/>
                  <a:pt x="7542" y="1004"/>
                  <a:pt x="7532" y="1014"/>
                </a:cubicBezTo>
                <a:lnTo>
                  <a:pt x="7289" y="1257"/>
                </a:lnTo>
                <a:cubicBezTo>
                  <a:pt x="7282" y="1261"/>
                  <a:pt x="7275" y="1264"/>
                  <a:pt x="7268" y="1264"/>
                </a:cubicBezTo>
                <a:close/>
                <a:moveTo>
                  <a:pt x="4854" y="1264"/>
                </a:moveTo>
                <a:cubicBezTo>
                  <a:pt x="4847" y="1264"/>
                  <a:pt x="4840" y="1261"/>
                  <a:pt x="4837" y="1257"/>
                </a:cubicBezTo>
                <a:cubicBezTo>
                  <a:pt x="4826" y="1247"/>
                  <a:pt x="4826" y="1229"/>
                  <a:pt x="4837" y="1219"/>
                </a:cubicBezTo>
                <a:lnTo>
                  <a:pt x="5080" y="976"/>
                </a:lnTo>
                <a:cubicBezTo>
                  <a:pt x="5090" y="965"/>
                  <a:pt x="5108" y="965"/>
                  <a:pt x="5119" y="976"/>
                </a:cubicBezTo>
                <a:cubicBezTo>
                  <a:pt x="5129" y="986"/>
                  <a:pt x="5129" y="1004"/>
                  <a:pt x="5119" y="1014"/>
                </a:cubicBezTo>
                <a:lnTo>
                  <a:pt x="4875" y="1257"/>
                </a:lnTo>
                <a:cubicBezTo>
                  <a:pt x="4865" y="1261"/>
                  <a:pt x="4861" y="1264"/>
                  <a:pt x="4854" y="1264"/>
                </a:cubicBezTo>
                <a:close/>
                <a:moveTo>
                  <a:pt x="4372" y="1264"/>
                </a:moveTo>
                <a:cubicBezTo>
                  <a:pt x="4365" y="1264"/>
                  <a:pt x="4358" y="1261"/>
                  <a:pt x="4354" y="1257"/>
                </a:cubicBezTo>
                <a:cubicBezTo>
                  <a:pt x="4344" y="1247"/>
                  <a:pt x="4344" y="1229"/>
                  <a:pt x="4354" y="1219"/>
                </a:cubicBezTo>
                <a:lnTo>
                  <a:pt x="4597" y="976"/>
                </a:lnTo>
                <a:cubicBezTo>
                  <a:pt x="4608" y="965"/>
                  <a:pt x="4625" y="965"/>
                  <a:pt x="4636" y="976"/>
                </a:cubicBezTo>
                <a:cubicBezTo>
                  <a:pt x="4646" y="986"/>
                  <a:pt x="4646" y="1004"/>
                  <a:pt x="4636" y="1014"/>
                </a:cubicBezTo>
                <a:lnTo>
                  <a:pt x="4393" y="1257"/>
                </a:lnTo>
                <a:cubicBezTo>
                  <a:pt x="4382" y="1261"/>
                  <a:pt x="4379" y="1264"/>
                  <a:pt x="4372" y="1264"/>
                </a:cubicBezTo>
                <a:close/>
                <a:moveTo>
                  <a:pt x="3889" y="1264"/>
                </a:moveTo>
                <a:cubicBezTo>
                  <a:pt x="3882" y="1264"/>
                  <a:pt x="3875" y="1261"/>
                  <a:pt x="3871" y="1257"/>
                </a:cubicBezTo>
                <a:cubicBezTo>
                  <a:pt x="3861" y="1247"/>
                  <a:pt x="3861" y="1229"/>
                  <a:pt x="3871" y="1219"/>
                </a:cubicBezTo>
                <a:lnTo>
                  <a:pt x="4115" y="976"/>
                </a:lnTo>
                <a:cubicBezTo>
                  <a:pt x="4125" y="965"/>
                  <a:pt x="4143" y="965"/>
                  <a:pt x="4153" y="976"/>
                </a:cubicBezTo>
                <a:cubicBezTo>
                  <a:pt x="4164" y="986"/>
                  <a:pt x="4164" y="1004"/>
                  <a:pt x="4153" y="1014"/>
                </a:cubicBezTo>
                <a:lnTo>
                  <a:pt x="3910" y="1257"/>
                </a:lnTo>
                <a:cubicBezTo>
                  <a:pt x="3900" y="1261"/>
                  <a:pt x="3896" y="1264"/>
                  <a:pt x="3889" y="1264"/>
                </a:cubicBezTo>
                <a:close/>
                <a:moveTo>
                  <a:pt x="3406" y="1264"/>
                </a:moveTo>
                <a:cubicBezTo>
                  <a:pt x="3399" y="1264"/>
                  <a:pt x="3392" y="1261"/>
                  <a:pt x="3389" y="1257"/>
                </a:cubicBezTo>
                <a:cubicBezTo>
                  <a:pt x="3378" y="1247"/>
                  <a:pt x="3378" y="1229"/>
                  <a:pt x="3389" y="1219"/>
                </a:cubicBezTo>
                <a:lnTo>
                  <a:pt x="3632" y="976"/>
                </a:lnTo>
                <a:cubicBezTo>
                  <a:pt x="3642" y="965"/>
                  <a:pt x="3660" y="965"/>
                  <a:pt x="3671" y="976"/>
                </a:cubicBezTo>
                <a:cubicBezTo>
                  <a:pt x="3681" y="986"/>
                  <a:pt x="3681" y="1004"/>
                  <a:pt x="3671" y="1014"/>
                </a:cubicBezTo>
                <a:lnTo>
                  <a:pt x="3428" y="1257"/>
                </a:lnTo>
                <a:cubicBezTo>
                  <a:pt x="3417" y="1261"/>
                  <a:pt x="3413" y="1264"/>
                  <a:pt x="3406" y="1264"/>
                </a:cubicBezTo>
                <a:close/>
                <a:moveTo>
                  <a:pt x="2924" y="1264"/>
                </a:moveTo>
                <a:cubicBezTo>
                  <a:pt x="2917" y="1264"/>
                  <a:pt x="2910" y="1261"/>
                  <a:pt x="2906" y="1257"/>
                </a:cubicBezTo>
                <a:cubicBezTo>
                  <a:pt x="2896" y="1247"/>
                  <a:pt x="2896" y="1229"/>
                  <a:pt x="2906" y="1219"/>
                </a:cubicBezTo>
                <a:lnTo>
                  <a:pt x="3149" y="976"/>
                </a:lnTo>
                <a:cubicBezTo>
                  <a:pt x="3160" y="965"/>
                  <a:pt x="3177" y="966"/>
                  <a:pt x="3188" y="976"/>
                </a:cubicBezTo>
                <a:cubicBezTo>
                  <a:pt x="3199" y="987"/>
                  <a:pt x="3199" y="1004"/>
                  <a:pt x="3188" y="1014"/>
                </a:cubicBezTo>
                <a:lnTo>
                  <a:pt x="2945" y="1257"/>
                </a:lnTo>
                <a:cubicBezTo>
                  <a:pt x="2934" y="1261"/>
                  <a:pt x="2931" y="1264"/>
                  <a:pt x="2924" y="1264"/>
                </a:cubicBezTo>
                <a:close/>
                <a:moveTo>
                  <a:pt x="2441" y="1264"/>
                </a:moveTo>
                <a:cubicBezTo>
                  <a:pt x="2434" y="1264"/>
                  <a:pt x="2427" y="1261"/>
                  <a:pt x="2424" y="1257"/>
                </a:cubicBezTo>
                <a:cubicBezTo>
                  <a:pt x="2413" y="1247"/>
                  <a:pt x="2413" y="1229"/>
                  <a:pt x="2424" y="1219"/>
                </a:cubicBezTo>
                <a:lnTo>
                  <a:pt x="2667" y="976"/>
                </a:lnTo>
                <a:cubicBezTo>
                  <a:pt x="2677" y="965"/>
                  <a:pt x="2694" y="966"/>
                  <a:pt x="2705" y="976"/>
                </a:cubicBezTo>
                <a:cubicBezTo>
                  <a:pt x="2715" y="987"/>
                  <a:pt x="2716" y="1004"/>
                  <a:pt x="2705" y="1014"/>
                </a:cubicBezTo>
                <a:lnTo>
                  <a:pt x="2462" y="1257"/>
                </a:lnTo>
                <a:cubicBezTo>
                  <a:pt x="2452" y="1261"/>
                  <a:pt x="2448" y="1264"/>
                  <a:pt x="2441" y="1264"/>
                </a:cubicBezTo>
                <a:close/>
                <a:moveTo>
                  <a:pt x="11129" y="1264"/>
                </a:moveTo>
                <a:cubicBezTo>
                  <a:pt x="11122" y="1264"/>
                  <a:pt x="11114" y="1261"/>
                  <a:pt x="11111" y="1257"/>
                </a:cubicBezTo>
                <a:cubicBezTo>
                  <a:pt x="11100" y="1247"/>
                  <a:pt x="11100" y="1229"/>
                  <a:pt x="11111" y="1219"/>
                </a:cubicBezTo>
                <a:lnTo>
                  <a:pt x="11354" y="976"/>
                </a:lnTo>
                <a:cubicBezTo>
                  <a:pt x="11365" y="965"/>
                  <a:pt x="11382" y="966"/>
                  <a:pt x="11393" y="976"/>
                </a:cubicBezTo>
                <a:cubicBezTo>
                  <a:pt x="11403" y="987"/>
                  <a:pt x="11403" y="1004"/>
                  <a:pt x="11393" y="1014"/>
                </a:cubicBezTo>
                <a:lnTo>
                  <a:pt x="11150" y="1257"/>
                </a:lnTo>
                <a:cubicBezTo>
                  <a:pt x="11143" y="1261"/>
                  <a:pt x="11136" y="1264"/>
                  <a:pt x="11129" y="1264"/>
                </a:cubicBezTo>
                <a:close/>
                <a:moveTo>
                  <a:pt x="10163" y="1264"/>
                </a:moveTo>
                <a:cubicBezTo>
                  <a:pt x="10156" y="1264"/>
                  <a:pt x="10149" y="1261"/>
                  <a:pt x="10146" y="1257"/>
                </a:cubicBezTo>
                <a:cubicBezTo>
                  <a:pt x="10135" y="1247"/>
                  <a:pt x="10135" y="1229"/>
                  <a:pt x="10146" y="1219"/>
                </a:cubicBezTo>
                <a:lnTo>
                  <a:pt x="10389" y="976"/>
                </a:lnTo>
                <a:cubicBezTo>
                  <a:pt x="10399" y="965"/>
                  <a:pt x="10417" y="966"/>
                  <a:pt x="10428" y="976"/>
                </a:cubicBezTo>
                <a:cubicBezTo>
                  <a:pt x="10438" y="987"/>
                  <a:pt x="10438" y="1004"/>
                  <a:pt x="10428" y="1014"/>
                </a:cubicBezTo>
                <a:lnTo>
                  <a:pt x="10184" y="1257"/>
                </a:lnTo>
                <a:cubicBezTo>
                  <a:pt x="10177" y="1261"/>
                  <a:pt x="10170" y="1264"/>
                  <a:pt x="10163" y="1264"/>
                </a:cubicBezTo>
                <a:close/>
                <a:moveTo>
                  <a:pt x="9681" y="1264"/>
                </a:moveTo>
                <a:cubicBezTo>
                  <a:pt x="9674" y="1264"/>
                  <a:pt x="9667" y="1261"/>
                  <a:pt x="9663" y="1257"/>
                </a:cubicBezTo>
                <a:cubicBezTo>
                  <a:pt x="9652" y="1247"/>
                  <a:pt x="9652" y="1229"/>
                  <a:pt x="9663" y="1219"/>
                </a:cubicBezTo>
                <a:lnTo>
                  <a:pt x="9906" y="976"/>
                </a:lnTo>
                <a:cubicBezTo>
                  <a:pt x="9917" y="965"/>
                  <a:pt x="9934" y="966"/>
                  <a:pt x="9945" y="976"/>
                </a:cubicBezTo>
                <a:cubicBezTo>
                  <a:pt x="9955" y="987"/>
                  <a:pt x="9955" y="1004"/>
                  <a:pt x="9945" y="1014"/>
                </a:cubicBezTo>
                <a:lnTo>
                  <a:pt x="9702" y="1257"/>
                </a:lnTo>
                <a:cubicBezTo>
                  <a:pt x="9695" y="1261"/>
                  <a:pt x="9688" y="1264"/>
                  <a:pt x="9681" y="1264"/>
                </a:cubicBezTo>
                <a:close/>
                <a:moveTo>
                  <a:pt x="9198" y="1264"/>
                </a:moveTo>
                <a:cubicBezTo>
                  <a:pt x="9191" y="1264"/>
                  <a:pt x="9184" y="1261"/>
                  <a:pt x="9180" y="1257"/>
                </a:cubicBezTo>
                <a:cubicBezTo>
                  <a:pt x="9170" y="1247"/>
                  <a:pt x="9170" y="1229"/>
                  <a:pt x="9180" y="1219"/>
                </a:cubicBezTo>
                <a:lnTo>
                  <a:pt x="9420" y="976"/>
                </a:lnTo>
                <a:cubicBezTo>
                  <a:pt x="9431" y="965"/>
                  <a:pt x="9448" y="966"/>
                  <a:pt x="9459" y="976"/>
                </a:cubicBezTo>
                <a:cubicBezTo>
                  <a:pt x="9469" y="987"/>
                  <a:pt x="9469" y="1004"/>
                  <a:pt x="9459" y="1014"/>
                </a:cubicBezTo>
                <a:lnTo>
                  <a:pt x="9216" y="1257"/>
                </a:lnTo>
                <a:cubicBezTo>
                  <a:pt x="9212" y="1261"/>
                  <a:pt x="9205" y="1264"/>
                  <a:pt x="9198" y="1264"/>
                </a:cubicBezTo>
                <a:close/>
                <a:moveTo>
                  <a:pt x="8715" y="1264"/>
                </a:moveTo>
                <a:cubicBezTo>
                  <a:pt x="8708" y="1264"/>
                  <a:pt x="8701" y="1261"/>
                  <a:pt x="8698" y="1257"/>
                </a:cubicBezTo>
                <a:cubicBezTo>
                  <a:pt x="8687" y="1247"/>
                  <a:pt x="8687" y="1229"/>
                  <a:pt x="8698" y="1219"/>
                </a:cubicBezTo>
                <a:lnTo>
                  <a:pt x="8941" y="976"/>
                </a:lnTo>
                <a:cubicBezTo>
                  <a:pt x="8951" y="965"/>
                  <a:pt x="8969" y="966"/>
                  <a:pt x="8980" y="976"/>
                </a:cubicBezTo>
                <a:cubicBezTo>
                  <a:pt x="8990" y="987"/>
                  <a:pt x="8990" y="1004"/>
                  <a:pt x="8980" y="1014"/>
                </a:cubicBezTo>
                <a:lnTo>
                  <a:pt x="8737" y="1257"/>
                </a:lnTo>
                <a:cubicBezTo>
                  <a:pt x="8730" y="1261"/>
                  <a:pt x="8722" y="1264"/>
                  <a:pt x="8715" y="1264"/>
                </a:cubicBezTo>
                <a:close/>
                <a:moveTo>
                  <a:pt x="8233" y="1264"/>
                </a:moveTo>
                <a:cubicBezTo>
                  <a:pt x="8226" y="1264"/>
                  <a:pt x="8219" y="1261"/>
                  <a:pt x="8215" y="1257"/>
                </a:cubicBezTo>
                <a:cubicBezTo>
                  <a:pt x="8205" y="1247"/>
                  <a:pt x="8205" y="1229"/>
                  <a:pt x="8215" y="1219"/>
                </a:cubicBezTo>
                <a:lnTo>
                  <a:pt x="8458" y="976"/>
                </a:lnTo>
                <a:cubicBezTo>
                  <a:pt x="8469" y="965"/>
                  <a:pt x="8486" y="966"/>
                  <a:pt x="8497" y="976"/>
                </a:cubicBezTo>
                <a:cubicBezTo>
                  <a:pt x="8508" y="987"/>
                  <a:pt x="8508" y="1004"/>
                  <a:pt x="8497" y="1014"/>
                </a:cubicBezTo>
                <a:lnTo>
                  <a:pt x="8257" y="1257"/>
                </a:lnTo>
                <a:cubicBezTo>
                  <a:pt x="8247" y="1261"/>
                  <a:pt x="8240" y="1264"/>
                  <a:pt x="8233" y="1264"/>
                </a:cubicBezTo>
                <a:close/>
                <a:moveTo>
                  <a:pt x="7750" y="1264"/>
                </a:moveTo>
                <a:cubicBezTo>
                  <a:pt x="7743" y="1264"/>
                  <a:pt x="7736" y="1261"/>
                  <a:pt x="7733" y="1257"/>
                </a:cubicBezTo>
                <a:cubicBezTo>
                  <a:pt x="7722" y="1247"/>
                  <a:pt x="7722" y="1229"/>
                  <a:pt x="7733" y="1219"/>
                </a:cubicBezTo>
                <a:lnTo>
                  <a:pt x="7976" y="976"/>
                </a:lnTo>
                <a:cubicBezTo>
                  <a:pt x="7986" y="965"/>
                  <a:pt x="8004" y="965"/>
                  <a:pt x="8014" y="976"/>
                </a:cubicBezTo>
                <a:cubicBezTo>
                  <a:pt x="8025" y="986"/>
                  <a:pt x="8025" y="1004"/>
                  <a:pt x="8014" y="1014"/>
                </a:cubicBezTo>
                <a:lnTo>
                  <a:pt x="7771" y="1257"/>
                </a:lnTo>
                <a:cubicBezTo>
                  <a:pt x="7764" y="1261"/>
                  <a:pt x="7757" y="1264"/>
                  <a:pt x="7750" y="1264"/>
                </a:cubicBezTo>
                <a:close/>
                <a:moveTo>
                  <a:pt x="6785" y="1264"/>
                </a:moveTo>
                <a:cubicBezTo>
                  <a:pt x="6778" y="1264"/>
                  <a:pt x="6771" y="1261"/>
                  <a:pt x="6767" y="1257"/>
                </a:cubicBezTo>
                <a:cubicBezTo>
                  <a:pt x="6757" y="1247"/>
                  <a:pt x="6757" y="1229"/>
                  <a:pt x="6767" y="1219"/>
                </a:cubicBezTo>
                <a:lnTo>
                  <a:pt x="7010" y="976"/>
                </a:lnTo>
                <a:cubicBezTo>
                  <a:pt x="7021" y="965"/>
                  <a:pt x="7039" y="965"/>
                  <a:pt x="7049" y="976"/>
                </a:cubicBezTo>
                <a:cubicBezTo>
                  <a:pt x="7060" y="986"/>
                  <a:pt x="7060" y="1004"/>
                  <a:pt x="7049" y="1014"/>
                </a:cubicBezTo>
                <a:lnTo>
                  <a:pt x="6806" y="1257"/>
                </a:lnTo>
                <a:cubicBezTo>
                  <a:pt x="6799" y="1261"/>
                  <a:pt x="6792" y="1264"/>
                  <a:pt x="6785" y="1264"/>
                </a:cubicBezTo>
                <a:close/>
                <a:moveTo>
                  <a:pt x="6302" y="1264"/>
                </a:moveTo>
                <a:cubicBezTo>
                  <a:pt x="6295" y="1264"/>
                  <a:pt x="6288" y="1261"/>
                  <a:pt x="6285" y="1257"/>
                </a:cubicBezTo>
                <a:cubicBezTo>
                  <a:pt x="6274" y="1247"/>
                  <a:pt x="6274" y="1229"/>
                  <a:pt x="6285" y="1219"/>
                </a:cubicBezTo>
                <a:lnTo>
                  <a:pt x="6528" y="976"/>
                </a:lnTo>
                <a:cubicBezTo>
                  <a:pt x="6538" y="965"/>
                  <a:pt x="6556" y="965"/>
                  <a:pt x="6566" y="976"/>
                </a:cubicBezTo>
                <a:cubicBezTo>
                  <a:pt x="6577" y="986"/>
                  <a:pt x="6577" y="1004"/>
                  <a:pt x="6566" y="1014"/>
                </a:cubicBezTo>
                <a:lnTo>
                  <a:pt x="6323" y="1257"/>
                </a:lnTo>
                <a:cubicBezTo>
                  <a:pt x="6316" y="1261"/>
                  <a:pt x="6309" y="1264"/>
                  <a:pt x="6302" y="1264"/>
                </a:cubicBezTo>
                <a:close/>
                <a:moveTo>
                  <a:pt x="5820" y="1264"/>
                </a:moveTo>
                <a:cubicBezTo>
                  <a:pt x="5813" y="1264"/>
                  <a:pt x="5806" y="1261"/>
                  <a:pt x="5802" y="1257"/>
                </a:cubicBezTo>
                <a:cubicBezTo>
                  <a:pt x="5791" y="1247"/>
                  <a:pt x="5791" y="1229"/>
                  <a:pt x="5802" y="1219"/>
                </a:cubicBezTo>
                <a:lnTo>
                  <a:pt x="6045" y="976"/>
                </a:lnTo>
                <a:cubicBezTo>
                  <a:pt x="6056" y="965"/>
                  <a:pt x="6073" y="965"/>
                  <a:pt x="6084" y="976"/>
                </a:cubicBezTo>
                <a:cubicBezTo>
                  <a:pt x="6094" y="986"/>
                  <a:pt x="6094" y="1004"/>
                  <a:pt x="6084" y="1014"/>
                </a:cubicBezTo>
                <a:lnTo>
                  <a:pt x="5841" y="1257"/>
                </a:lnTo>
                <a:cubicBezTo>
                  <a:pt x="5834" y="1261"/>
                  <a:pt x="5827" y="1264"/>
                  <a:pt x="5820" y="1264"/>
                </a:cubicBezTo>
                <a:close/>
                <a:moveTo>
                  <a:pt x="5337" y="1264"/>
                </a:moveTo>
                <a:cubicBezTo>
                  <a:pt x="5330" y="1264"/>
                  <a:pt x="5323" y="1261"/>
                  <a:pt x="5319" y="1257"/>
                </a:cubicBezTo>
                <a:cubicBezTo>
                  <a:pt x="5309" y="1247"/>
                  <a:pt x="5309" y="1229"/>
                  <a:pt x="5319" y="1219"/>
                </a:cubicBezTo>
                <a:lnTo>
                  <a:pt x="5562" y="976"/>
                </a:lnTo>
                <a:cubicBezTo>
                  <a:pt x="5573" y="965"/>
                  <a:pt x="5591" y="965"/>
                  <a:pt x="5601" y="976"/>
                </a:cubicBezTo>
                <a:cubicBezTo>
                  <a:pt x="5612" y="986"/>
                  <a:pt x="5612" y="1004"/>
                  <a:pt x="5601" y="1014"/>
                </a:cubicBezTo>
                <a:lnTo>
                  <a:pt x="5358" y="1257"/>
                </a:lnTo>
                <a:cubicBezTo>
                  <a:pt x="5351" y="1261"/>
                  <a:pt x="5344" y="1264"/>
                  <a:pt x="5337" y="1264"/>
                </a:cubicBezTo>
                <a:close/>
                <a:moveTo>
                  <a:pt x="1959" y="1264"/>
                </a:moveTo>
                <a:cubicBezTo>
                  <a:pt x="1951" y="1264"/>
                  <a:pt x="1944" y="1261"/>
                  <a:pt x="1941" y="1257"/>
                </a:cubicBezTo>
                <a:cubicBezTo>
                  <a:pt x="1930" y="1247"/>
                  <a:pt x="1930" y="1229"/>
                  <a:pt x="1941" y="1219"/>
                </a:cubicBezTo>
                <a:lnTo>
                  <a:pt x="2184" y="976"/>
                </a:lnTo>
                <a:cubicBezTo>
                  <a:pt x="2195" y="965"/>
                  <a:pt x="2212" y="966"/>
                  <a:pt x="2223" y="976"/>
                </a:cubicBezTo>
                <a:cubicBezTo>
                  <a:pt x="2233" y="987"/>
                  <a:pt x="2233" y="1004"/>
                  <a:pt x="2223" y="1014"/>
                </a:cubicBezTo>
                <a:lnTo>
                  <a:pt x="1980" y="1257"/>
                </a:lnTo>
                <a:cubicBezTo>
                  <a:pt x="1969" y="1261"/>
                  <a:pt x="1966" y="1264"/>
                  <a:pt x="1959" y="1264"/>
                </a:cubicBezTo>
                <a:close/>
                <a:moveTo>
                  <a:pt x="1476" y="1264"/>
                </a:moveTo>
                <a:cubicBezTo>
                  <a:pt x="1469" y="1264"/>
                  <a:pt x="1462" y="1261"/>
                  <a:pt x="1458" y="1257"/>
                </a:cubicBezTo>
                <a:cubicBezTo>
                  <a:pt x="1448" y="1247"/>
                  <a:pt x="1448" y="1229"/>
                  <a:pt x="1458" y="1219"/>
                </a:cubicBezTo>
                <a:lnTo>
                  <a:pt x="1701" y="976"/>
                </a:lnTo>
                <a:cubicBezTo>
                  <a:pt x="1712" y="965"/>
                  <a:pt x="1729" y="966"/>
                  <a:pt x="1740" y="976"/>
                </a:cubicBezTo>
                <a:cubicBezTo>
                  <a:pt x="1750" y="987"/>
                  <a:pt x="1751" y="1004"/>
                  <a:pt x="1740" y="1014"/>
                </a:cubicBezTo>
                <a:lnTo>
                  <a:pt x="1497" y="1257"/>
                </a:lnTo>
                <a:cubicBezTo>
                  <a:pt x="1486" y="1261"/>
                  <a:pt x="1483" y="1264"/>
                  <a:pt x="1476" y="1264"/>
                </a:cubicBezTo>
                <a:close/>
                <a:moveTo>
                  <a:pt x="993" y="1264"/>
                </a:moveTo>
                <a:cubicBezTo>
                  <a:pt x="986" y="1264"/>
                  <a:pt x="979" y="1261"/>
                  <a:pt x="976" y="1257"/>
                </a:cubicBezTo>
                <a:cubicBezTo>
                  <a:pt x="965" y="1247"/>
                  <a:pt x="965" y="1229"/>
                  <a:pt x="976" y="1219"/>
                </a:cubicBezTo>
                <a:lnTo>
                  <a:pt x="1219" y="976"/>
                </a:lnTo>
                <a:cubicBezTo>
                  <a:pt x="1229" y="965"/>
                  <a:pt x="1247" y="965"/>
                  <a:pt x="1257" y="976"/>
                </a:cubicBezTo>
                <a:cubicBezTo>
                  <a:pt x="1268" y="986"/>
                  <a:pt x="1268" y="1004"/>
                  <a:pt x="1257" y="1014"/>
                </a:cubicBezTo>
                <a:lnTo>
                  <a:pt x="1014" y="1257"/>
                </a:lnTo>
                <a:cubicBezTo>
                  <a:pt x="1004" y="1261"/>
                  <a:pt x="1000" y="1264"/>
                  <a:pt x="993" y="1264"/>
                </a:cubicBezTo>
                <a:close/>
                <a:moveTo>
                  <a:pt x="511" y="1264"/>
                </a:moveTo>
                <a:cubicBezTo>
                  <a:pt x="504" y="1264"/>
                  <a:pt x="497" y="1261"/>
                  <a:pt x="493" y="1257"/>
                </a:cubicBezTo>
                <a:cubicBezTo>
                  <a:pt x="482" y="1247"/>
                  <a:pt x="482" y="1229"/>
                  <a:pt x="493" y="1219"/>
                </a:cubicBezTo>
                <a:lnTo>
                  <a:pt x="736" y="976"/>
                </a:lnTo>
                <a:cubicBezTo>
                  <a:pt x="747" y="965"/>
                  <a:pt x="764" y="965"/>
                  <a:pt x="775" y="976"/>
                </a:cubicBezTo>
                <a:cubicBezTo>
                  <a:pt x="785" y="986"/>
                  <a:pt x="785" y="1004"/>
                  <a:pt x="775" y="1014"/>
                </a:cubicBezTo>
                <a:lnTo>
                  <a:pt x="532" y="1257"/>
                </a:lnTo>
                <a:cubicBezTo>
                  <a:pt x="521" y="1261"/>
                  <a:pt x="514" y="1264"/>
                  <a:pt x="511" y="1264"/>
                </a:cubicBezTo>
                <a:close/>
                <a:moveTo>
                  <a:pt x="28" y="1264"/>
                </a:moveTo>
                <a:cubicBezTo>
                  <a:pt x="21" y="1264"/>
                  <a:pt x="14" y="1261"/>
                  <a:pt x="10" y="1257"/>
                </a:cubicBezTo>
                <a:cubicBezTo>
                  <a:pt x="0" y="1247"/>
                  <a:pt x="0" y="1229"/>
                  <a:pt x="10" y="1219"/>
                </a:cubicBezTo>
                <a:lnTo>
                  <a:pt x="253" y="976"/>
                </a:lnTo>
                <a:cubicBezTo>
                  <a:pt x="264" y="965"/>
                  <a:pt x="282" y="965"/>
                  <a:pt x="292" y="976"/>
                </a:cubicBezTo>
                <a:cubicBezTo>
                  <a:pt x="303" y="986"/>
                  <a:pt x="303" y="1004"/>
                  <a:pt x="292" y="1014"/>
                </a:cubicBezTo>
                <a:lnTo>
                  <a:pt x="49" y="1257"/>
                </a:lnTo>
                <a:cubicBezTo>
                  <a:pt x="39" y="1261"/>
                  <a:pt x="31" y="1264"/>
                  <a:pt x="28" y="1264"/>
                </a:cubicBezTo>
                <a:close/>
                <a:moveTo>
                  <a:pt x="11129" y="782"/>
                </a:moveTo>
                <a:cubicBezTo>
                  <a:pt x="11122" y="782"/>
                  <a:pt x="11114" y="779"/>
                  <a:pt x="11111" y="775"/>
                </a:cubicBezTo>
                <a:cubicBezTo>
                  <a:pt x="11100" y="764"/>
                  <a:pt x="11100" y="747"/>
                  <a:pt x="11111" y="736"/>
                </a:cubicBezTo>
                <a:lnTo>
                  <a:pt x="11354" y="493"/>
                </a:lnTo>
                <a:cubicBezTo>
                  <a:pt x="11365" y="483"/>
                  <a:pt x="11382" y="483"/>
                  <a:pt x="11393" y="493"/>
                </a:cubicBezTo>
                <a:cubicBezTo>
                  <a:pt x="11403" y="504"/>
                  <a:pt x="11403" y="521"/>
                  <a:pt x="11393" y="532"/>
                </a:cubicBezTo>
                <a:lnTo>
                  <a:pt x="11150" y="775"/>
                </a:lnTo>
                <a:cubicBezTo>
                  <a:pt x="11143" y="779"/>
                  <a:pt x="11136" y="782"/>
                  <a:pt x="11129" y="782"/>
                </a:cubicBezTo>
                <a:close/>
                <a:moveTo>
                  <a:pt x="10163" y="782"/>
                </a:moveTo>
                <a:cubicBezTo>
                  <a:pt x="10156" y="782"/>
                  <a:pt x="10149" y="779"/>
                  <a:pt x="10146" y="775"/>
                </a:cubicBezTo>
                <a:cubicBezTo>
                  <a:pt x="10135" y="764"/>
                  <a:pt x="10135" y="747"/>
                  <a:pt x="10146" y="736"/>
                </a:cubicBezTo>
                <a:lnTo>
                  <a:pt x="10389" y="493"/>
                </a:lnTo>
                <a:cubicBezTo>
                  <a:pt x="10399" y="483"/>
                  <a:pt x="10417" y="483"/>
                  <a:pt x="10428" y="493"/>
                </a:cubicBezTo>
                <a:cubicBezTo>
                  <a:pt x="10438" y="504"/>
                  <a:pt x="10438" y="521"/>
                  <a:pt x="10428" y="532"/>
                </a:cubicBezTo>
                <a:lnTo>
                  <a:pt x="10188" y="775"/>
                </a:lnTo>
                <a:cubicBezTo>
                  <a:pt x="10177" y="779"/>
                  <a:pt x="10170" y="782"/>
                  <a:pt x="10163" y="782"/>
                </a:cubicBezTo>
                <a:close/>
                <a:moveTo>
                  <a:pt x="9681" y="782"/>
                </a:moveTo>
                <a:cubicBezTo>
                  <a:pt x="9674" y="782"/>
                  <a:pt x="9667" y="779"/>
                  <a:pt x="9663" y="775"/>
                </a:cubicBezTo>
                <a:cubicBezTo>
                  <a:pt x="9652" y="764"/>
                  <a:pt x="9652" y="747"/>
                  <a:pt x="9663" y="736"/>
                </a:cubicBezTo>
                <a:lnTo>
                  <a:pt x="9906" y="493"/>
                </a:lnTo>
                <a:cubicBezTo>
                  <a:pt x="9917" y="483"/>
                  <a:pt x="9934" y="483"/>
                  <a:pt x="9945" y="493"/>
                </a:cubicBezTo>
                <a:cubicBezTo>
                  <a:pt x="9955" y="504"/>
                  <a:pt x="9955" y="521"/>
                  <a:pt x="9945" y="532"/>
                </a:cubicBezTo>
                <a:lnTo>
                  <a:pt x="9705" y="775"/>
                </a:lnTo>
                <a:cubicBezTo>
                  <a:pt x="9695" y="779"/>
                  <a:pt x="9688" y="782"/>
                  <a:pt x="9681" y="782"/>
                </a:cubicBezTo>
                <a:close/>
                <a:moveTo>
                  <a:pt x="9198" y="782"/>
                </a:moveTo>
                <a:cubicBezTo>
                  <a:pt x="9191" y="782"/>
                  <a:pt x="9184" y="779"/>
                  <a:pt x="9180" y="775"/>
                </a:cubicBezTo>
                <a:cubicBezTo>
                  <a:pt x="9170" y="764"/>
                  <a:pt x="9170" y="747"/>
                  <a:pt x="9180" y="736"/>
                </a:cubicBezTo>
                <a:lnTo>
                  <a:pt x="9420" y="493"/>
                </a:lnTo>
                <a:cubicBezTo>
                  <a:pt x="9431" y="483"/>
                  <a:pt x="9448" y="483"/>
                  <a:pt x="9459" y="493"/>
                </a:cubicBezTo>
                <a:cubicBezTo>
                  <a:pt x="9469" y="504"/>
                  <a:pt x="9469" y="521"/>
                  <a:pt x="9459" y="532"/>
                </a:cubicBezTo>
                <a:lnTo>
                  <a:pt x="9216" y="775"/>
                </a:lnTo>
                <a:cubicBezTo>
                  <a:pt x="9212" y="779"/>
                  <a:pt x="9205" y="782"/>
                  <a:pt x="9198" y="782"/>
                </a:cubicBezTo>
                <a:close/>
                <a:moveTo>
                  <a:pt x="8715" y="782"/>
                </a:moveTo>
                <a:cubicBezTo>
                  <a:pt x="8708" y="782"/>
                  <a:pt x="8701" y="779"/>
                  <a:pt x="8698" y="775"/>
                </a:cubicBezTo>
                <a:cubicBezTo>
                  <a:pt x="8687" y="764"/>
                  <a:pt x="8687" y="747"/>
                  <a:pt x="8698" y="736"/>
                </a:cubicBezTo>
                <a:lnTo>
                  <a:pt x="8941" y="493"/>
                </a:lnTo>
                <a:cubicBezTo>
                  <a:pt x="8951" y="483"/>
                  <a:pt x="8969" y="483"/>
                  <a:pt x="8980" y="493"/>
                </a:cubicBezTo>
                <a:cubicBezTo>
                  <a:pt x="8990" y="504"/>
                  <a:pt x="8990" y="521"/>
                  <a:pt x="8980" y="532"/>
                </a:cubicBezTo>
                <a:lnTo>
                  <a:pt x="8737" y="775"/>
                </a:lnTo>
                <a:cubicBezTo>
                  <a:pt x="8730" y="779"/>
                  <a:pt x="8722" y="782"/>
                  <a:pt x="8715" y="782"/>
                </a:cubicBezTo>
                <a:close/>
                <a:moveTo>
                  <a:pt x="8233" y="782"/>
                </a:moveTo>
                <a:cubicBezTo>
                  <a:pt x="8226" y="782"/>
                  <a:pt x="8219" y="779"/>
                  <a:pt x="8215" y="775"/>
                </a:cubicBezTo>
                <a:cubicBezTo>
                  <a:pt x="8205" y="764"/>
                  <a:pt x="8205" y="747"/>
                  <a:pt x="8215" y="736"/>
                </a:cubicBezTo>
                <a:lnTo>
                  <a:pt x="8458" y="493"/>
                </a:lnTo>
                <a:cubicBezTo>
                  <a:pt x="8469" y="483"/>
                  <a:pt x="8486" y="483"/>
                  <a:pt x="8497" y="493"/>
                </a:cubicBezTo>
                <a:cubicBezTo>
                  <a:pt x="8508" y="504"/>
                  <a:pt x="8508" y="521"/>
                  <a:pt x="8497" y="532"/>
                </a:cubicBezTo>
                <a:lnTo>
                  <a:pt x="8257" y="775"/>
                </a:lnTo>
                <a:cubicBezTo>
                  <a:pt x="8247" y="779"/>
                  <a:pt x="8240" y="782"/>
                  <a:pt x="8233" y="782"/>
                </a:cubicBezTo>
                <a:close/>
                <a:moveTo>
                  <a:pt x="7750" y="782"/>
                </a:moveTo>
                <a:cubicBezTo>
                  <a:pt x="7743" y="782"/>
                  <a:pt x="7736" y="779"/>
                  <a:pt x="7733" y="775"/>
                </a:cubicBezTo>
                <a:cubicBezTo>
                  <a:pt x="7722" y="764"/>
                  <a:pt x="7722" y="747"/>
                  <a:pt x="7733" y="736"/>
                </a:cubicBezTo>
                <a:lnTo>
                  <a:pt x="7976" y="493"/>
                </a:lnTo>
                <a:cubicBezTo>
                  <a:pt x="7986" y="483"/>
                  <a:pt x="8004" y="483"/>
                  <a:pt x="8014" y="493"/>
                </a:cubicBezTo>
                <a:cubicBezTo>
                  <a:pt x="8025" y="504"/>
                  <a:pt x="8025" y="521"/>
                  <a:pt x="8014" y="532"/>
                </a:cubicBezTo>
                <a:lnTo>
                  <a:pt x="7775" y="775"/>
                </a:lnTo>
                <a:cubicBezTo>
                  <a:pt x="7764" y="779"/>
                  <a:pt x="7757" y="782"/>
                  <a:pt x="7750" y="782"/>
                </a:cubicBezTo>
                <a:close/>
                <a:moveTo>
                  <a:pt x="6785" y="782"/>
                </a:moveTo>
                <a:cubicBezTo>
                  <a:pt x="6778" y="782"/>
                  <a:pt x="6771" y="779"/>
                  <a:pt x="6767" y="775"/>
                </a:cubicBezTo>
                <a:cubicBezTo>
                  <a:pt x="6757" y="764"/>
                  <a:pt x="6757" y="747"/>
                  <a:pt x="6767" y="736"/>
                </a:cubicBezTo>
                <a:lnTo>
                  <a:pt x="7010" y="493"/>
                </a:lnTo>
                <a:cubicBezTo>
                  <a:pt x="7021" y="483"/>
                  <a:pt x="7039" y="483"/>
                  <a:pt x="7049" y="493"/>
                </a:cubicBezTo>
                <a:cubicBezTo>
                  <a:pt x="7060" y="504"/>
                  <a:pt x="7060" y="521"/>
                  <a:pt x="7049" y="532"/>
                </a:cubicBezTo>
                <a:lnTo>
                  <a:pt x="6806" y="775"/>
                </a:lnTo>
                <a:cubicBezTo>
                  <a:pt x="6799" y="779"/>
                  <a:pt x="6792" y="782"/>
                  <a:pt x="6785" y="782"/>
                </a:cubicBezTo>
                <a:close/>
                <a:moveTo>
                  <a:pt x="6302" y="782"/>
                </a:moveTo>
                <a:cubicBezTo>
                  <a:pt x="6295" y="782"/>
                  <a:pt x="6288" y="779"/>
                  <a:pt x="6285" y="775"/>
                </a:cubicBezTo>
                <a:cubicBezTo>
                  <a:pt x="6274" y="764"/>
                  <a:pt x="6274" y="747"/>
                  <a:pt x="6285" y="736"/>
                </a:cubicBezTo>
                <a:lnTo>
                  <a:pt x="6528" y="493"/>
                </a:lnTo>
                <a:cubicBezTo>
                  <a:pt x="6538" y="483"/>
                  <a:pt x="6556" y="483"/>
                  <a:pt x="6566" y="493"/>
                </a:cubicBezTo>
                <a:cubicBezTo>
                  <a:pt x="6577" y="504"/>
                  <a:pt x="6577" y="521"/>
                  <a:pt x="6566" y="532"/>
                </a:cubicBezTo>
                <a:lnTo>
                  <a:pt x="6323" y="775"/>
                </a:lnTo>
                <a:cubicBezTo>
                  <a:pt x="6316" y="779"/>
                  <a:pt x="6309" y="782"/>
                  <a:pt x="6302" y="782"/>
                </a:cubicBezTo>
                <a:close/>
                <a:moveTo>
                  <a:pt x="5820" y="782"/>
                </a:moveTo>
                <a:cubicBezTo>
                  <a:pt x="5813" y="782"/>
                  <a:pt x="5806" y="779"/>
                  <a:pt x="5802" y="775"/>
                </a:cubicBezTo>
                <a:cubicBezTo>
                  <a:pt x="5791" y="764"/>
                  <a:pt x="5791" y="747"/>
                  <a:pt x="5802" y="736"/>
                </a:cubicBezTo>
                <a:lnTo>
                  <a:pt x="6045" y="493"/>
                </a:lnTo>
                <a:cubicBezTo>
                  <a:pt x="6056" y="483"/>
                  <a:pt x="6073" y="483"/>
                  <a:pt x="6084" y="493"/>
                </a:cubicBezTo>
                <a:cubicBezTo>
                  <a:pt x="6094" y="504"/>
                  <a:pt x="6094" y="521"/>
                  <a:pt x="6084" y="532"/>
                </a:cubicBezTo>
                <a:lnTo>
                  <a:pt x="5841" y="775"/>
                </a:lnTo>
                <a:cubicBezTo>
                  <a:pt x="5834" y="779"/>
                  <a:pt x="5827" y="782"/>
                  <a:pt x="5820" y="782"/>
                </a:cubicBezTo>
                <a:close/>
                <a:moveTo>
                  <a:pt x="5337" y="782"/>
                </a:moveTo>
                <a:cubicBezTo>
                  <a:pt x="5330" y="782"/>
                  <a:pt x="5323" y="779"/>
                  <a:pt x="5319" y="775"/>
                </a:cubicBezTo>
                <a:cubicBezTo>
                  <a:pt x="5309" y="764"/>
                  <a:pt x="5309" y="747"/>
                  <a:pt x="5319" y="736"/>
                </a:cubicBezTo>
                <a:lnTo>
                  <a:pt x="5562" y="493"/>
                </a:lnTo>
                <a:cubicBezTo>
                  <a:pt x="5573" y="483"/>
                  <a:pt x="5591" y="483"/>
                  <a:pt x="5601" y="493"/>
                </a:cubicBezTo>
                <a:cubicBezTo>
                  <a:pt x="5612" y="504"/>
                  <a:pt x="5612" y="521"/>
                  <a:pt x="5601" y="532"/>
                </a:cubicBezTo>
                <a:lnTo>
                  <a:pt x="5358" y="775"/>
                </a:lnTo>
                <a:cubicBezTo>
                  <a:pt x="5351" y="779"/>
                  <a:pt x="5344" y="782"/>
                  <a:pt x="5337" y="782"/>
                </a:cubicBezTo>
                <a:close/>
                <a:moveTo>
                  <a:pt x="1959" y="782"/>
                </a:moveTo>
                <a:cubicBezTo>
                  <a:pt x="1951" y="782"/>
                  <a:pt x="1944" y="779"/>
                  <a:pt x="1941" y="775"/>
                </a:cubicBezTo>
                <a:cubicBezTo>
                  <a:pt x="1930" y="764"/>
                  <a:pt x="1930" y="747"/>
                  <a:pt x="1941" y="736"/>
                </a:cubicBezTo>
                <a:lnTo>
                  <a:pt x="2184" y="493"/>
                </a:lnTo>
                <a:cubicBezTo>
                  <a:pt x="2195" y="483"/>
                  <a:pt x="2212" y="483"/>
                  <a:pt x="2223" y="493"/>
                </a:cubicBezTo>
                <a:cubicBezTo>
                  <a:pt x="2233" y="504"/>
                  <a:pt x="2233" y="521"/>
                  <a:pt x="2223" y="532"/>
                </a:cubicBezTo>
                <a:lnTo>
                  <a:pt x="1980" y="775"/>
                </a:lnTo>
                <a:cubicBezTo>
                  <a:pt x="1969" y="779"/>
                  <a:pt x="1966" y="782"/>
                  <a:pt x="1959" y="782"/>
                </a:cubicBezTo>
                <a:close/>
                <a:moveTo>
                  <a:pt x="1476" y="782"/>
                </a:moveTo>
                <a:cubicBezTo>
                  <a:pt x="1469" y="782"/>
                  <a:pt x="1462" y="779"/>
                  <a:pt x="1458" y="775"/>
                </a:cubicBezTo>
                <a:cubicBezTo>
                  <a:pt x="1448" y="764"/>
                  <a:pt x="1448" y="747"/>
                  <a:pt x="1458" y="736"/>
                </a:cubicBezTo>
                <a:lnTo>
                  <a:pt x="1701" y="493"/>
                </a:lnTo>
                <a:cubicBezTo>
                  <a:pt x="1712" y="483"/>
                  <a:pt x="1729" y="483"/>
                  <a:pt x="1740" y="493"/>
                </a:cubicBezTo>
                <a:cubicBezTo>
                  <a:pt x="1750" y="504"/>
                  <a:pt x="1751" y="521"/>
                  <a:pt x="1740" y="532"/>
                </a:cubicBezTo>
                <a:lnTo>
                  <a:pt x="1497" y="775"/>
                </a:lnTo>
                <a:cubicBezTo>
                  <a:pt x="1486" y="779"/>
                  <a:pt x="1483" y="782"/>
                  <a:pt x="1476" y="782"/>
                </a:cubicBezTo>
                <a:close/>
                <a:moveTo>
                  <a:pt x="993" y="782"/>
                </a:moveTo>
                <a:cubicBezTo>
                  <a:pt x="986" y="782"/>
                  <a:pt x="979" y="779"/>
                  <a:pt x="976" y="775"/>
                </a:cubicBezTo>
                <a:cubicBezTo>
                  <a:pt x="965" y="764"/>
                  <a:pt x="965" y="747"/>
                  <a:pt x="976" y="736"/>
                </a:cubicBezTo>
                <a:lnTo>
                  <a:pt x="1219" y="493"/>
                </a:lnTo>
                <a:cubicBezTo>
                  <a:pt x="1229" y="483"/>
                  <a:pt x="1247" y="483"/>
                  <a:pt x="1257" y="493"/>
                </a:cubicBezTo>
                <a:cubicBezTo>
                  <a:pt x="1268" y="504"/>
                  <a:pt x="1268" y="521"/>
                  <a:pt x="1257" y="532"/>
                </a:cubicBezTo>
                <a:lnTo>
                  <a:pt x="1014" y="775"/>
                </a:lnTo>
                <a:cubicBezTo>
                  <a:pt x="1004" y="779"/>
                  <a:pt x="997" y="782"/>
                  <a:pt x="993" y="782"/>
                </a:cubicBezTo>
                <a:close/>
                <a:moveTo>
                  <a:pt x="511" y="782"/>
                </a:moveTo>
                <a:cubicBezTo>
                  <a:pt x="504" y="782"/>
                  <a:pt x="497" y="779"/>
                  <a:pt x="493" y="775"/>
                </a:cubicBezTo>
                <a:cubicBezTo>
                  <a:pt x="482" y="764"/>
                  <a:pt x="482" y="747"/>
                  <a:pt x="493" y="736"/>
                </a:cubicBezTo>
                <a:lnTo>
                  <a:pt x="736" y="493"/>
                </a:lnTo>
                <a:cubicBezTo>
                  <a:pt x="747" y="483"/>
                  <a:pt x="764" y="483"/>
                  <a:pt x="775" y="493"/>
                </a:cubicBezTo>
                <a:cubicBezTo>
                  <a:pt x="785" y="504"/>
                  <a:pt x="785" y="521"/>
                  <a:pt x="775" y="532"/>
                </a:cubicBezTo>
                <a:lnTo>
                  <a:pt x="532" y="775"/>
                </a:lnTo>
                <a:cubicBezTo>
                  <a:pt x="521" y="779"/>
                  <a:pt x="514" y="782"/>
                  <a:pt x="511" y="782"/>
                </a:cubicBezTo>
                <a:close/>
                <a:moveTo>
                  <a:pt x="28" y="782"/>
                </a:moveTo>
                <a:cubicBezTo>
                  <a:pt x="21" y="782"/>
                  <a:pt x="14" y="779"/>
                  <a:pt x="10" y="775"/>
                </a:cubicBezTo>
                <a:cubicBezTo>
                  <a:pt x="0" y="764"/>
                  <a:pt x="0" y="747"/>
                  <a:pt x="10" y="736"/>
                </a:cubicBezTo>
                <a:lnTo>
                  <a:pt x="253" y="493"/>
                </a:lnTo>
                <a:cubicBezTo>
                  <a:pt x="264" y="483"/>
                  <a:pt x="282" y="483"/>
                  <a:pt x="292" y="493"/>
                </a:cubicBezTo>
                <a:cubicBezTo>
                  <a:pt x="303" y="504"/>
                  <a:pt x="303" y="521"/>
                  <a:pt x="292" y="532"/>
                </a:cubicBezTo>
                <a:lnTo>
                  <a:pt x="49" y="775"/>
                </a:lnTo>
                <a:cubicBezTo>
                  <a:pt x="39" y="779"/>
                  <a:pt x="31" y="782"/>
                  <a:pt x="28" y="782"/>
                </a:cubicBezTo>
                <a:close/>
                <a:moveTo>
                  <a:pt x="10646" y="782"/>
                </a:moveTo>
                <a:cubicBezTo>
                  <a:pt x="10639" y="782"/>
                  <a:pt x="10632" y="779"/>
                  <a:pt x="10628" y="775"/>
                </a:cubicBezTo>
                <a:cubicBezTo>
                  <a:pt x="10618" y="764"/>
                  <a:pt x="10618" y="747"/>
                  <a:pt x="10628" y="736"/>
                </a:cubicBezTo>
                <a:lnTo>
                  <a:pt x="10871" y="493"/>
                </a:lnTo>
                <a:cubicBezTo>
                  <a:pt x="10882" y="483"/>
                  <a:pt x="10899" y="483"/>
                  <a:pt x="10910" y="493"/>
                </a:cubicBezTo>
                <a:cubicBezTo>
                  <a:pt x="10920" y="504"/>
                  <a:pt x="10921" y="521"/>
                  <a:pt x="10910" y="532"/>
                </a:cubicBezTo>
                <a:lnTo>
                  <a:pt x="10667" y="775"/>
                </a:lnTo>
                <a:cubicBezTo>
                  <a:pt x="10660" y="779"/>
                  <a:pt x="10653" y="782"/>
                  <a:pt x="10646" y="782"/>
                </a:cubicBezTo>
                <a:close/>
                <a:moveTo>
                  <a:pt x="7268" y="782"/>
                </a:moveTo>
                <a:cubicBezTo>
                  <a:pt x="7260" y="782"/>
                  <a:pt x="7253" y="779"/>
                  <a:pt x="7250" y="775"/>
                </a:cubicBezTo>
                <a:cubicBezTo>
                  <a:pt x="7239" y="764"/>
                  <a:pt x="7239" y="747"/>
                  <a:pt x="7250" y="736"/>
                </a:cubicBezTo>
                <a:lnTo>
                  <a:pt x="7493" y="493"/>
                </a:lnTo>
                <a:cubicBezTo>
                  <a:pt x="7504" y="483"/>
                  <a:pt x="7521" y="483"/>
                  <a:pt x="7532" y="493"/>
                </a:cubicBezTo>
                <a:cubicBezTo>
                  <a:pt x="7542" y="504"/>
                  <a:pt x="7542" y="521"/>
                  <a:pt x="7532" y="532"/>
                </a:cubicBezTo>
                <a:lnTo>
                  <a:pt x="7289" y="775"/>
                </a:lnTo>
                <a:cubicBezTo>
                  <a:pt x="7282" y="779"/>
                  <a:pt x="7275" y="782"/>
                  <a:pt x="7268" y="782"/>
                </a:cubicBezTo>
                <a:close/>
                <a:moveTo>
                  <a:pt x="4854" y="782"/>
                </a:moveTo>
                <a:cubicBezTo>
                  <a:pt x="4847" y="782"/>
                  <a:pt x="4840" y="779"/>
                  <a:pt x="4837" y="775"/>
                </a:cubicBezTo>
                <a:cubicBezTo>
                  <a:pt x="4826" y="764"/>
                  <a:pt x="4826" y="747"/>
                  <a:pt x="4837" y="736"/>
                </a:cubicBezTo>
                <a:lnTo>
                  <a:pt x="5080" y="493"/>
                </a:lnTo>
                <a:cubicBezTo>
                  <a:pt x="5090" y="483"/>
                  <a:pt x="5108" y="483"/>
                  <a:pt x="5119" y="493"/>
                </a:cubicBezTo>
                <a:cubicBezTo>
                  <a:pt x="5129" y="504"/>
                  <a:pt x="5129" y="521"/>
                  <a:pt x="5119" y="532"/>
                </a:cubicBezTo>
                <a:lnTo>
                  <a:pt x="4875" y="775"/>
                </a:lnTo>
                <a:cubicBezTo>
                  <a:pt x="4865" y="779"/>
                  <a:pt x="4861" y="782"/>
                  <a:pt x="4854" y="782"/>
                </a:cubicBezTo>
                <a:close/>
                <a:moveTo>
                  <a:pt x="4372" y="782"/>
                </a:moveTo>
                <a:cubicBezTo>
                  <a:pt x="4365" y="782"/>
                  <a:pt x="4358" y="779"/>
                  <a:pt x="4354" y="775"/>
                </a:cubicBezTo>
                <a:cubicBezTo>
                  <a:pt x="4344" y="764"/>
                  <a:pt x="4344" y="747"/>
                  <a:pt x="4354" y="736"/>
                </a:cubicBezTo>
                <a:lnTo>
                  <a:pt x="4597" y="493"/>
                </a:lnTo>
                <a:cubicBezTo>
                  <a:pt x="4608" y="483"/>
                  <a:pt x="4625" y="483"/>
                  <a:pt x="4636" y="493"/>
                </a:cubicBezTo>
                <a:cubicBezTo>
                  <a:pt x="4646" y="504"/>
                  <a:pt x="4646" y="521"/>
                  <a:pt x="4636" y="532"/>
                </a:cubicBezTo>
                <a:lnTo>
                  <a:pt x="4393" y="775"/>
                </a:lnTo>
                <a:cubicBezTo>
                  <a:pt x="4382" y="779"/>
                  <a:pt x="4379" y="782"/>
                  <a:pt x="4372" y="782"/>
                </a:cubicBezTo>
                <a:close/>
                <a:moveTo>
                  <a:pt x="3889" y="782"/>
                </a:moveTo>
                <a:cubicBezTo>
                  <a:pt x="3882" y="782"/>
                  <a:pt x="3875" y="779"/>
                  <a:pt x="3871" y="775"/>
                </a:cubicBezTo>
                <a:cubicBezTo>
                  <a:pt x="3861" y="764"/>
                  <a:pt x="3861" y="747"/>
                  <a:pt x="3871" y="736"/>
                </a:cubicBezTo>
                <a:lnTo>
                  <a:pt x="4115" y="493"/>
                </a:lnTo>
                <a:cubicBezTo>
                  <a:pt x="4125" y="483"/>
                  <a:pt x="4143" y="483"/>
                  <a:pt x="4153" y="493"/>
                </a:cubicBezTo>
                <a:cubicBezTo>
                  <a:pt x="4164" y="504"/>
                  <a:pt x="4164" y="521"/>
                  <a:pt x="4153" y="532"/>
                </a:cubicBezTo>
                <a:lnTo>
                  <a:pt x="3910" y="775"/>
                </a:lnTo>
                <a:cubicBezTo>
                  <a:pt x="3900" y="779"/>
                  <a:pt x="3896" y="782"/>
                  <a:pt x="3889" y="782"/>
                </a:cubicBezTo>
                <a:close/>
                <a:moveTo>
                  <a:pt x="3406" y="782"/>
                </a:moveTo>
                <a:cubicBezTo>
                  <a:pt x="3399" y="782"/>
                  <a:pt x="3392" y="779"/>
                  <a:pt x="3389" y="775"/>
                </a:cubicBezTo>
                <a:cubicBezTo>
                  <a:pt x="3378" y="764"/>
                  <a:pt x="3378" y="747"/>
                  <a:pt x="3389" y="736"/>
                </a:cubicBezTo>
                <a:lnTo>
                  <a:pt x="3632" y="493"/>
                </a:lnTo>
                <a:cubicBezTo>
                  <a:pt x="3642" y="483"/>
                  <a:pt x="3660" y="483"/>
                  <a:pt x="3671" y="493"/>
                </a:cubicBezTo>
                <a:cubicBezTo>
                  <a:pt x="3681" y="504"/>
                  <a:pt x="3681" y="521"/>
                  <a:pt x="3671" y="532"/>
                </a:cubicBezTo>
                <a:lnTo>
                  <a:pt x="3428" y="775"/>
                </a:lnTo>
                <a:cubicBezTo>
                  <a:pt x="3417" y="779"/>
                  <a:pt x="3413" y="782"/>
                  <a:pt x="3406" y="782"/>
                </a:cubicBezTo>
                <a:close/>
                <a:moveTo>
                  <a:pt x="2924" y="782"/>
                </a:moveTo>
                <a:cubicBezTo>
                  <a:pt x="2917" y="782"/>
                  <a:pt x="2910" y="779"/>
                  <a:pt x="2906" y="775"/>
                </a:cubicBezTo>
                <a:cubicBezTo>
                  <a:pt x="2896" y="764"/>
                  <a:pt x="2896" y="747"/>
                  <a:pt x="2906" y="736"/>
                </a:cubicBezTo>
                <a:lnTo>
                  <a:pt x="3149" y="493"/>
                </a:lnTo>
                <a:cubicBezTo>
                  <a:pt x="3160" y="483"/>
                  <a:pt x="3177" y="483"/>
                  <a:pt x="3188" y="493"/>
                </a:cubicBezTo>
                <a:cubicBezTo>
                  <a:pt x="3199" y="504"/>
                  <a:pt x="3199" y="521"/>
                  <a:pt x="3188" y="532"/>
                </a:cubicBezTo>
                <a:lnTo>
                  <a:pt x="2945" y="775"/>
                </a:lnTo>
                <a:cubicBezTo>
                  <a:pt x="2934" y="779"/>
                  <a:pt x="2931" y="782"/>
                  <a:pt x="2924" y="782"/>
                </a:cubicBezTo>
                <a:close/>
                <a:moveTo>
                  <a:pt x="2441" y="782"/>
                </a:moveTo>
                <a:cubicBezTo>
                  <a:pt x="2434" y="782"/>
                  <a:pt x="2427" y="779"/>
                  <a:pt x="2424" y="775"/>
                </a:cubicBezTo>
                <a:cubicBezTo>
                  <a:pt x="2413" y="764"/>
                  <a:pt x="2413" y="747"/>
                  <a:pt x="2424" y="736"/>
                </a:cubicBezTo>
                <a:lnTo>
                  <a:pt x="2667" y="493"/>
                </a:lnTo>
                <a:cubicBezTo>
                  <a:pt x="2677" y="483"/>
                  <a:pt x="2694" y="483"/>
                  <a:pt x="2705" y="493"/>
                </a:cubicBezTo>
                <a:cubicBezTo>
                  <a:pt x="2715" y="504"/>
                  <a:pt x="2716" y="521"/>
                  <a:pt x="2705" y="532"/>
                </a:cubicBezTo>
                <a:lnTo>
                  <a:pt x="2462" y="775"/>
                </a:lnTo>
                <a:cubicBezTo>
                  <a:pt x="2452" y="779"/>
                  <a:pt x="2448" y="782"/>
                  <a:pt x="2441" y="782"/>
                </a:cubicBezTo>
                <a:close/>
                <a:moveTo>
                  <a:pt x="11129" y="300"/>
                </a:moveTo>
                <a:cubicBezTo>
                  <a:pt x="11122" y="300"/>
                  <a:pt x="11114" y="296"/>
                  <a:pt x="11111" y="293"/>
                </a:cubicBezTo>
                <a:cubicBezTo>
                  <a:pt x="11100" y="282"/>
                  <a:pt x="11100" y="264"/>
                  <a:pt x="11111" y="254"/>
                </a:cubicBezTo>
                <a:lnTo>
                  <a:pt x="11354" y="11"/>
                </a:lnTo>
                <a:cubicBezTo>
                  <a:pt x="11365" y="0"/>
                  <a:pt x="11382" y="1"/>
                  <a:pt x="11393" y="11"/>
                </a:cubicBezTo>
                <a:cubicBezTo>
                  <a:pt x="11403" y="22"/>
                  <a:pt x="11403" y="39"/>
                  <a:pt x="11393" y="50"/>
                </a:cubicBezTo>
                <a:lnTo>
                  <a:pt x="11150" y="293"/>
                </a:lnTo>
                <a:cubicBezTo>
                  <a:pt x="11143" y="296"/>
                  <a:pt x="11136" y="300"/>
                  <a:pt x="11129" y="300"/>
                </a:cubicBezTo>
                <a:close/>
                <a:moveTo>
                  <a:pt x="10646" y="300"/>
                </a:moveTo>
                <a:cubicBezTo>
                  <a:pt x="10639" y="300"/>
                  <a:pt x="10632" y="296"/>
                  <a:pt x="10628" y="293"/>
                </a:cubicBezTo>
                <a:cubicBezTo>
                  <a:pt x="10618" y="282"/>
                  <a:pt x="10618" y="264"/>
                  <a:pt x="10628" y="254"/>
                </a:cubicBezTo>
                <a:lnTo>
                  <a:pt x="10871" y="11"/>
                </a:lnTo>
                <a:cubicBezTo>
                  <a:pt x="10882" y="0"/>
                  <a:pt x="10899" y="1"/>
                  <a:pt x="10910" y="11"/>
                </a:cubicBezTo>
                <a:cubicBezTo>
                  <a:pt x="10920" y="22"/>
                  <a:pt x="10921" y="39"/>
                  <a:pt x="10910" y="50"/>
                </a:cubicBezTo>
                <a:lnTo>
                  <a:pt x="10667" y="289"/>
                </a:lnTo>
                <a:cubicBezTo>
                  <a:pt x="10660" y="296"/>
                  <a:pt x="10653" y="300"/>
                  <a:pt x="10646" y="300"/>
                </a:cubicBezTo>
                <a:close/>
                <a:moveTo>
                  <a:pt x="10163" y="300"/>
                </a:moveTo>
                <a:cubicBezTo>
                  <a:pt x="10156" y="300"/>
                  <a:pt x="10149" y="296"/>
                  <a:pt x="10146" y="293"/>
                </a:cubicBezTo>
                <a:cubicBezTo>
                  <a:pt x="10135" y="282"/>
                  <a:pt x="10135" y="264"/>
                  <a:pt x="10146" y="254"/>
                </a:cubicBezTo>
                <a:lnTo>
                  <a:pt x="10389" y="11"/>
                </a:lnTo>
                <a:cubicBezTo>
                  <a:pt x="10399" y="0"/>
                  <a:pt x="10417" y="1"/>
                  <a:pt x="10428" y="11"/>
                </a:cubicBezTo>
                <a:cubicBezTo>
                  <a:pt x="10438" y="22"/>
                  <a:pt x="10438" y="39"/>
                  <a:pt x="10428" y="50"/>
                </a:cubicBezTo>
                <a:lnTo>
                  <a:pt x="10181" y="293"/>
                </a:lnTo>
                <a:cubicBezTo>
                  <a:pt x="10177" y="296"/>
                  <a:pt x="10170" y="300"/>
                  <a:pt x="10163" y="300"/>
                </a:cubicBezTo>
                <a:close/>
                <a:moveTo>
                  <a:pt x="9681" y="300"/>
                </a:moveTo>
                <a:cubicBezTo>
                  <a:pt x="9674" y="300"/>
                  <a:pt x="9667" y="296"/>
                  <a:pt x="9663" y="293"/>
                </a:cubicBezTo>
                <a:cubicBezTo>
                  <a:pt x="9652" y="282"/>
                  <a:pt x="9652" y="264"/>
                  <a:pt x="9663" y="254"/>
                </a:cubicBezTo>
                <a:lnTo>
                  <a:pt x="9906" y="11"/>
                </a:lnTo>
                <a:cubicBezTo>
                  <a:pt x="9917" y="0"/>
                  <a:pt x="9934" y="1"/>
                  <a:pt x="9945" y="11"/>
                </a:cubicBezTo>
                <a:cubicBezTo>
                  <a:pt x="9955" y="22"/>
                  <a:pt x="9955" y="39"/>
                  <a:pt x="9945" y="50"/>
                </a:cubicBezTo>
                <a:lnTo>
                  <a:pt x="9702" y="293"/>
                </a:lnTo>
                <a:cubicBezTo>
                  <a:pt x="9695" y="296"/>
                  <a:pt x="9688" y="300"/>
                  <a:pt x="9681" y="300"/>
                </a:cubicBezTo>
                <a:close/>
                <a:moveTo>
                  <a:pt x="9198" y="300"/>
                </a:moveTo>
                <a:cubicBezTo>
                  <a:pt x="9191" y="300"/>
                  <a:pt x="9184" y="296"/>
                  <a:pt x="9180" y="293"/>
                </a:cubicBezTo>
                <a:cubicBezTo>
                  <a:pt x="9170" y="282"/>
                  <a:pt x="9170" y="264"/>
                  <a:pt x="9180" y="254"/>
                </a:cubicBezTo>
                <a:lnTo>
                  <a:pt x="9420" y="11"/>
                </a:lnTo>
                <a:cubicBezTo>
                  <a:pt x="9431" y="0"/>
                  <a:pt x="9448" y="1"/>
                  <a:pt x="9459" y="11"/>
                </a:cubicBezTo>
                <a:cubicBezTo>
                  <a:pt x="9469" y="22"/>
                  <a:pt x="9469" y="39"/>
                  <a:pt x="9459" y="50"/>
                </a:cubicBezTo>
                <a:lnTo>
                  <a:pt x="9216" y="293"/>
                </a:lnTo>
                <a:cubicBezTo>
                  <a:pt x="9212" y="296"/>
                  <a:pt x="9205" y="300"/>
                  <a:pt x="9198" y="300"/>
                </a:cubicBezTo>
                <a:close/>
                <a:moveTo>
                  <a:pt x="8715" y="300"/>
                </a:moveTo>
                <a:cubicBezTo>
                  <a:pt x="8708" y="300"/>
                  <a:pt x="8701" y="296"/>
                  <a:pt x="8698" y="293"/>
                </a:cubicBezTo>
                <a:cubicBezTo>
                  <a:pt x="8687" y="282"/>
                  <a:pt x="8687" y="264"/>
                  <a:pt x="8698" y="254"/>
                </a:cubicBezTo>
                <a:lnTo>
                  <a:pt x="8941" y="11"/>
                </a:lnTo>
                <a:cubicBezTo>
                  <a:pt x="8951" y="0"/>
                  <a:pt x="8969" y="1"/>
                  <a:pt x="8980" y="11"/>
                </a:cubicBezTo>
                <a:cubicBezTo>
                  <a:pt x="8990" y="22"/>
                  <a:pt x="8990" y="39"/>
                  <a:pt x="8980" y="50"/>
                </a:cubicBezTo>
                <a:lnTo>
                  <a:pt x="8737" y="293"/>
                </a:lnTo>
                <a:cubicBezTo>
                  <a:pt x="8730" y="296"/>
                  <a:pt x="8722" y="300"/>
                  <a:pt x="8715" y="300"/>
                </a:cubicBezTo>
                <a:close/>
                <a:moveTo>
                  <a:pt x="8233" y="300"/>
                </a:moveTo>
                <a:cubicBezTo>
                  <a:pt x="8226" y="300"/>
                  <a:pt x="8219" y="296"/>
                  <a:pt x="8215" y="293"/>
                </a:cubicBezTo>
                <a:cubicBezTo>
                  <a:pt x="8205" y="282"/>
                  <a:pt x="8205" y="264"/>
                  <a:pt x="8215" y="254"/>
                </a:cubicBezTo>
                <a:lnTo>
                  <a:pt x="8458" y="11"/>
                </a:lnTo>
                <a:cubicBezTo>
                  <a:pt x="8469" y="0"/>
                  <a:pt x="8486" y="1"/>
                  <a:pt x="8497" y="11"/>
                </a:cubicBezTo>
                <a:cubicBezTo>
                  <a:pt x="8508" y="22"/>
                  <a:pt x="8508" y="39"/>
                  <a:pt x="8497" y="50"/>
                </a:cubicBezTo>
                <a:lnTo>
                  <a:pt x="8257" y="293"/>
                </a:lnTo>
                <a:cubicBezTo>
                  <a:pt x="8247" y="296"/>
                  <a:pt x="8240" y="300"/>
                  <a:pt x="8233" y="300"/>
                </a:cubicBezTo>
                <a:close/>
                <a:moveTo>
                  <a:pt x="7750" y="300"/>
                </a:moveTo>
                <a:cubicBezTo>
                  <a:pt x="7743" y="300"/>
                  <a:pt x="7736" y="296"/>
                  <a:pt x="7733" y="293"/>
                </a:cubicBezTo>
                <a:cubicBezTo>
                  <a:pt x="7722" y="282"/>
                  <a:pt x="7722" y="264"/>
                  <a:pt x="7733" y="254"/>
                </a:cubicBezTo>
                <a:lnTo>
                  <a:pt x="7976" y="11"/>
                </a:lnTo>
                <a:cubicBezTo>
                  <a:pt x="7986" y="0"/>
                  <a:pt x="8004" y="0"/>
                  <a:pt x="8014" y="11"/>
                </a:cubicBezTo>
                <a:cubicBezTo>
                  <a:pt x="8025" y="21"/>
                  <a:pt x="8025" y="39"/>
                  <a:pt x="8014" y="50"/>
                </a:cubicBezTo>
                <a:lnTo>
                  <a:pt x="7771" y="293"/>
                </a:lnTo>
                <a:cubicBezTo>
                  <a:pt x="7764" y="296"/>
                  <a:pt x="7757" y="300"/>
                  <a:pt x="7750" y="300"/>
                </a:cubicBezTo>
                <a:close/>
                <a:moveTo>
                  <a:pt x="7268" y="300"/>
                </a:moveTo>
                <a:cubicBezTo>
                  <a:pt x="7260" y="300"/>
                  <a:pt x="7253" y="296"/>
                  <a:pt x="7250" y="293"/>
                </a:cubicBezTo>
                <a:cubicBezTo>
                  <a:pt x="7239" y="282"/>
                  <a:pt x="7239" y="264"/>
                  <a:pt x="7250" y="254"/>
                </a:cubicBezTo>
                <a:lnTo>
                  <a:pt x="7493" y="11"/>
                </a:lnTo>
                <a:cubicBezTo>
                  <a:pt x="7504" y="0"/>
                  <a:pt x="7521" y="0"/>
                  <a:pt x="7532" y="11"/>
                </a:cubicBezTo>
                <a:cubicBezTo>
                  <a:pt x="7542" y="21"/>
                  <a:pt x="7542" y="39"/>
                  <a:pt x="7532" y="50"/>
                </a:cubicBezTo>
                <a:lnTo>
                  <a:pt x="7289" y="289"/>
                </a:lnTo>
                <a:cubicBezTo>
                  <a:pt x="7282" y="296"/>
                  <a:pt x="7275" y="300"/>
                  <a:pt x="7268" y="300"/>
                </a:cubicBezTo>
                <a:close/>
                <a:moveTo>
                  <a:pt x="6785" y="300"/>
                </a:moveTo>
                <a:cubicBezTo>
                  <a:pt x="6778" y="300"/>
                  <a:pt x="6771" y="296"/>
                  <a:pt x="6767" y="293"/>
                </a:cubicBezTo>
                <a:cubicBezTo>
                  <a:pt x="6757" y="282"/>
                  <a:pt x="6757" y="264"/>
                  <a:pt x="6767" y="254"/>
                </a:cubicBezTo>
                <a:lnTo>
                  <a:pt x="7010" y="11"/>
                </a:lnTo>
                <a:cubicBezTo>
                  <a:pt x="7021" y="0"/>
                  <a:pt x="7039" y="0"/>
                  <a:pt x="7049" y="11"/>
                </a:cubicBezTo>
                <a:cubicBezTo>
                  <a:pt x="7060" y="21"/>
                  <a:pt x="7060" y="39"/>
                  <a:pt x="7049" y="50"/>
                </a:cubicBezTo>
                <a:lnTo>
                  <a:pt x="6806" y="293"/>
                </a:lnTo>
                <a:cubicBezTo>
                  <a:pt x="6799" y="296"/>
                  <a:pt x="6792" y="300"/>
                  <a:pt x="6785" y="300"/>
                </a:cubicBezTo>
                <a:close/>
                <a:moveTo>
                  <a:pt x="6302" y="300"/>
                </a:moveTo>
                <a:cubicBezTo>
                  <a:pt x="6295" y="300"/>
                  <a:pt x="6288" y="296"/>
                  <a:pt x="6285" y="293"/>
                </a:cubicBezTo>
                <a:cubicBezTo>
                  <a:pt x="6274" y="282"/>
                  <a:pt x="6274" y="264"/>
                  <a:pt x="6285" y="254"/>
                </a:cubicBezTo>
                <a:lnTo>
                  <a:pt x="6528" y="11"/>
                </a:lnTo>
                <a:cubicBezTo>
                  <a:pt x="6538" y="0"/>
                  <a:pt x="6556" y="0"/>
                  <a:pt x="6566" y="11"/>
                </a:cubicBezTo>
                <a:cubicBezTo>
                  <a:pt x="6577" y="21"/>
                  <a:pt x="6577" y="39"/>
                  <a:pt x="6566" y="50"/>
                </a:cubicBezTo>
                <a:lnTo>
                  <a:pt x="6323" y="293"/>
                </a:lnTo>
                <a:cubicBezTo>
                  <a:pt x="6316" y="296"/>
                  <a:pt x="6309" y="300"/>
                  <a:pt x="6302" y="300"/>
                </a:cubicBezTo>
                <a:close/>
                <a:moveTo>
                  <a:pt x="5820" y="300"/>
                </a:moveTo>
                <a:cubicBezTo>
                  <a:pt x="5813" y="300"/>
                  <a:pt x="5806" y="296"/>
                  <a:pt x="5802" y="293"/>
                </a:cubicBezTo>
                <a:cubicBezTo>
                  <a:pt x="5791" y="282"/>
                  <a:pt x="5791" y="264"/>
                  <a:pt x="5802" y="254"/>
                </a:cubicBezTo>
                <a:lnTo>
                  <a:pt x="6045" y="11"/>
                </a:lnTo>
                <a:cubicBezTo>
                  <a:pt x="6056" y="0"/>
                  <a:pt x="6073" y="0"/>
                  <a:pt x="6084" y="11"/>
                </a:cubicBezTo>
                <a:cubicBezTo>
                  <a:pt x="6094" y="21"/>
                  <a:pt x="6094" y="39"/>
                  <a:pt x="6084" y="50"/>
                </a:cubicBezTo>
                <a:lnTo>
                  <a:pt x="5841" y="293"/>
                </a:lnTo>
                <a:cubicBezTo>
                  <a:pt x="5834" y="296"/>
                  <a:pt x="5827" y="300"/>
                  <a:pt x="5820" y="300"/>
                </a:cubicBezTo>
                <a:close/>
                <a:moveTo>
                  <a:pt x="5337" y="300"/>
                </a:moveTo>
                <a:cubicBezTo>
                  <a:pt x="5330" y="300"/>
                  <a:pt x="5323" y="296"/>
                  <a:pt x="5319" y="293"/>
                </a:cubicBezTo>
                <a:cubicBezTo>
                  <a:pt x="5309" y="282"/>
                  <a:pt x="5309" y="264"/>
                  <a:pt x="5319" y="254"/>
                </a:cubicBezTo>
                <a:lnTo>
                  <a:pt x="5562" y="11"/>
                </a:lnTo>
                <a:cubicBezTo>
                  <a:pt x="5573" y="0"/>
                  <a:pt x="5591" y="0"/>
                  <a:pt x="5601" y="11"/>
                </a:cubicBezTo>
                <a:cubicBezTo>
                  <a:pt x="5612" y="21"/>
                  <a:pt x="5612" y="39"/>
                  <a:pt x="5601" y="50"/>
                </a:cubicBezTo>
                <a:lnTo>
                  <a:pt x="5355" y="293"/>
                </a:lnTo>
                <a:cubicBezTo>
                  <a:pt x="5351" y="296"/>
                  <a:pt x="5344" y="300"/>
                  <a:pt x="5337" y="300"/>
                </a:cubicBezTo>
                <a:close/>
                <a:moveTo>
                  <a:pt x="4854" y="300"/>
                </a:moveTo>
                <a:cubicBezTo>
                  <a:pt x="4847" y="300"/>
                  <a:pt x="4840" y="296"/>
                  <a:pt x="4837" y="293"/>
                </a:cubicBezTo>
                <a:cubicBezTo>
                  <a:pt x="4826" y="282"/>
                  <a:pt x="4826" y="264"/>
                  <a:pt x="4837" y="254"/>
                </a:cubicBezTo>
                <a:lnTo>
                  <a:pt x="5080" y="11"/>
                </a:lnTo>
                <a:cubicBezTo>
                  <a:pt x="5090" y="0"/>
                  <a:pt x="5108" y="0"/>
                  <a:pt x="5119" y="11"/>
                </a:cubicBezTo>
                <a:cubicBezTo>
                  <a:pt x="5129" y="21"/>
                  <a:pt x="5129" y="39"/>
                  <a:pt x="5119" y="50"/>
                </a:cubicBezTo>
                <a:lnTo>
                  <a:pt x="4875" y="293"/>
                </a:lnTo>
                <a:cubicBezTo>
                  <a:pt x="4865" y="296"/>
                  <a:pt x="4861" y="300"/>
                  <a:pt x="4854" y="300"/>
                </a:cubicBezTo>
                <a:close/>
                <a:moveTo>
                  <a:pt x="4372" y="300"/>
                </a:moveTo>
                <a:cubicBezTo>
                  <a:pt x="4365" y="300"/>
                  <a:pt x="4358" y="296"/>
                  <a:pt x="4354" y="293"/>
                </a:cubicBezTo>
                <a:cubicBezTo>
                  <a:pt x="4344" y="282"/>
                  <a:pt x="4344" y="264"/>
                  <a:pt x="4354" y="254"/>
                </a:cubicBezTo>
                <a:lnTo>
                  <a:pt x="4597" y="11"/>
                </a:lnTo>
                <a:cubicBezTo>
                  <a:pt x="4608" y="0"/>
                  <a:pt x="4625" y="0"/>
                  <a:pt x="4636" y="11"/>
                </a:cubicBezTo>
                <a:cubicBezTo>
                  <a:pt x="4646" y="21"/>
                  <a:pt x="4646" y="39"/>
                  <a:pt x="4636" y="50"/>
                </a:cubicBezTo>
                <a:lnTo>
                  <a:pt x="4393" y="293"/>
                </a:lnTo>
                <a:cubicBezTo>
                  <a:pt x="4382" y="296"/>
                  <a:pt x="4379" y="300"/>
                  <a:pt x="4372" y="300"/>
                </a:cubicBezTo>
                <a:close/>
                <a:moveTo>
                  <a:pt x="3889" y="300"/>
                </a:moveTo>
                <a:cubicBezTo>
                  <a:pt x="3882" y="300"/>
                  <a:pt x="3875" y="296"/>
                  <a:pt x="3871" y="293"/>
                </a:cubicBezTo>
                <a:cubicBezTo>
                  <a:pt x="3861" y="282"/>
                  <a:pt x="3861" y="264"/>
                  <a:pt x="3871" y="254"/>
                </a:cubicBezTo>
                <a:lnTo>
                  <a:pt x="4115" y="11"/>
                </a:lnTo>
                <a:cubicBezTo>
                  <a:pt x="4125" y="0"/>
                  <a:pt x="4143" y="0"/>
                  <a:pt x="4153" y="11"/>
                </a:cubicBezTo>
                <a:cubicBezTo>
                  <a:pt x="4164" y="21"/>
                  <a:pt x="4164" y="39"/>
                  <a:pt x="4153" y="50"/>
                </a:cubicBezTo>
                <a:lnTo>
                  <a:pt x="3910" y="293"/>
                </a:lnTo>
                <a:cubicBezTo>
                  <a:pt x="3900" y="296"/>
                  <a:pt x="3896" y="300"/>
                  <a:pt x="3889" y="300"/>
                </a:cubicBezTo>
                <a:close/>
                <a:moveTo>
                  <a:pt x="3406" y="300"/>
                </a:moveTo>
                <a:cubicBezTo>
                  <a:pt x="3399" y="300"/>
                  <a:pt x="3392" y="296"/>
                  <a:pt x="3389" y="293"/>
                </a:cubicBezTo>
                <a:cubicBezTo>
                  <a:pt x="3378" y="282"/>
                  <a:pt x="3378" y="264"/>
                  <a:pt x="3389" y="254"/>
                </a:cubicBezTo>
                <a:lnTo>
                  <a:pt x="3632" y="11"/>
                </a:lnTo>
                <a:cubicBezTo>
                  <a:pt x="3642" y="0"/>
                  <a:pt x="3660" y="0"/>
                  <a:pt x="3671" y="11"/>
                </a:cubicBezTo>
                <a:cubicBezTo>
                  <a:pt x="3681" y="21"/>
                  <a:pt x="3681" y="39"/>
                  <a:pt x="3671" y="50"/>
                </a:cubicBezTo>
                <a:lnTo>
                  <a:pt x="3428" y="293"/>
                </a:lnTo>
                <a:cubicBezTo>
                  <a:pt x="3417" y="296"/>
                  <a:pt x="3413" y="300"/>
                  <a:pt x="3406" y="300"/>
                </a:cubicBezTo>
                <a:close/>
                <a:moveTo>
                  <a:pt x="2924" y="300"/>
                </a:moveTo>
                <a:cubicBezTo>
                  <a:pt x="2917" y="300"/>
                  <a:pt x="2910" y="296"/>
                  <a:pt x="2906" y="293"/>
                </a:cubicBezTo>
                <a:cubicBezTo>
                  <a:pt x="2896" y="282"/>
                  <a:pt x="2896" y="264"/>
                  <a:pt x="2906" y="254"/>
                </a:cubicBezTo>
                <a:lnTo>
                  <a:pt x="3149" y="11"/>
                </a:lnTo>
                <a:cubicBezTo>
                  <a:pt x="3160" y="0"/>
                  <a:pt x="3177" y="1"/>
                  <a:pt x="3188" y="11"/>
                </a:cubicBezTo>
                <a:cubicBezTo>
                  <a:pt x="3199" y="22"/>
                  <a:pt x="3199" y="39"/>
                  <a:pt x="3188" y="50"/>
                </a:cubicBezTo>
                <a:lnTo>
                  <a:pt x="2945" y="293"/>
                </a:lnTo>
                <a:cubicBezTo>
                  <a:pt x="2934" y="296"/>
                  <a:pt x="2931" y="300"/>
                  <a:pt x="2924" y="300"/>
                </a:cubicBezTo>
                <a:close/>
                <a:moveTo>
                  <a:pt x="2441" y="300"/>
                </a:moveTo>
                <a:cubicBezTo>
                  <a:pt x="2434" y="300"/>
                  <a:pt x="2427" y="296"/>
                  <a:pt x="2424" y="293"/>
                </a:cubicBezTo>
                <a:cubicBezTo>
                  <a:pt x="2413" y="282"/>
                  <a:pt x="2413" y="264"/>
                  <a:pt x="2424" y="254"/>
                </a:cubicBezTo>
                <a:lnTo>
                  <a:pt x="2667" y="11"/>
                </a:lnTo>
                <a:cubicBezTo>
                  <a:pt x="2677" y="0"/>
                  <a:pt x="2694" y="1"/>
                  <a:pt x="2705" y="11"/>
                </a:cubicBezTo>
                <a:cubicBezTo>
                  <a:pt x="2715" y="22"/>
                  <a:pt x="2716" y="39"/>
                  <a:pt x="2705" y="50"/>
                </a:cubicBezTo>
                <a:lnTo>
                  <a:pt x="2462" y="293"/>
                </a:lnTo>
                <a:cubicBezTo>
                  <a:pt x="2452" y="296"/>
                  <a:pt x="2448" y="300"/>
                  <a:pt x="2441" y="300"/>
                </a:cubicBezTo>
                <a:close/>
                <a:moveTo>
                  <a:pt x="1959" y="300"/>
                </a:moveTo>
                <a:cubicBezTo>
                  <a:pt x="1951" y="300"/>
                  <a:pt x="1944" y="296"/>
                  <a:pt x="1941" y="293"/>
                </a:cubicBezTo>
                <a:cubicBezTo>
                  <a:pt x="1930" y="282"/>
                  <a:pt x="1930" y="264"/>
                  <a:pt x="1941" y="254"/>
                </a:cubicBezTo>
                <a:lnTo>
                  <a:pt x="2184" y="11"/>
                </a:lnTo>
                <a:cubicBezTo>
                  <a:pt x="2195" y="0"/>
                  <a:pt x="2212" y="1"/>
                  <a:pt x="2223" y="11"/>
                </a:cubicBezTo>
                <a:cubicBezTo>
                  <a:pt x="2233" y="22"/>
                  <a:pt x="2233" y="39"/>
                  <a:pt x="2223" y="50"/>
                </a:cubicBezTo>
                <a:lnTo>
                  <a:pt x="1980" y="293"/>
                </a:lnTo>
                <a:cubicBezTo>
                  <a:pt x="1969" y="296"/>
                  <a:pt x="1966" y="300"/>
                  <a:pt x="1959" y="300"/>
                </a:cubicBezTo>
                <a:close/>
                <a:moveTo>
                  <a:pt x="1476" y="300"/>
                </a:moveTo>
                <a:cubicBezTo>
                  <a:pt x="1469" y="300"/>
                  <a:pt x="1462" y="296"/>
                  <a:pt x="1458" y="293"/>
                </a:cubicBezTo>
                <a:cubicBezTo>
                  <a:pt x="1448" y="282"/>
                  <a:pt x="1448" y="264"/>
                  <a:pt x="1458" y="254"/>
                </a:cubicBezTo>
                <a:lnTo>
                  <a:pt x="1701" y="11"/>
                </a:lnTo>
                <a:cubicBezTo>
                  <a:pt x="1712" y="0"/>
                  <a:pt x="1729" y="1"/>
                  <a:pt x="1740" y="11"/>
                </a:cubicBezTo>
                <a:cubicBezTo>
                  <a:pt x="1750" y="22"/>
                  <a:pt x="1751" y="39"/>
                  <a:pt x="1740" y="50"/>
                </a:cubicBezTo>
                <a:lnTo>
                  <a:pt x="1497" y="293"/>
                </a:lnTo>
                <a:cubicBezTo>
                  <a:pt x="1486" y="296"/>
                  <a:pt x="1483" y="300"/>
                  <a:pt x="1476" y="300"/>
                </a:cubicBezTo>
                <a:close/>
                <a:moveTo>
                  <a:pt x="993" y="300"/>
                </a:moveTo>
                <a:cubicBezTo>
                  <a:pt x="986" y="300"/>
                  <a:pt x="979" y="296"/>
                  <a:pt x="976" y="293"/>
                </a:cubicBezTo>
                <a:cubicBezTo>
                  <a:pt x="965" y="282"/>
                  <a:pt x="965" y="264"/>
                  <a:pt x="976" y="254"/>
                </a:cubicBezTo>
                <a:lnTo>
                  <a:pt x="1219" y="11"/>
                </a:lnTo>
                <a:cubicBezTo>
                  <a:pt x="1229" y="0"/>
                  <a:pt x="1247" y="0"/>
                  <a:pt x="1257" y="11"/>
                </a:cubicBezTo>
                <a:cubicBezTo>
                  <a:pt x="1268" y="21"/>
                  <a:pt x="1268" y="39"/>
                  <a:pt x="1257" y="50"/>
                </a:cubicBezTo>
                <a:lnTo>
                  <a:pt x="1014" y="293"/>
                </a:lnTo>
                <a:cubicBezTo>
                  <a:pt x="1004" y="296"/>
                  <a:pt x="1000" y="300"/>
                  <a:pt x="993" y="300"/>
                </a:cubicBezTo>
                <a:close/>
                <a:moveTo>
                  <a:pt x="511" y="300"/>
                </a:moveTo>
                <a:cubicBezTo>
                  <a:pt x="504" y="300"/>
                  <a:pt x="497" y="296"/>
                  <a:pt x="493" y="293"/>
                </a:cubicBezTo>
                <a:cubicBezTo>
                  <a:pt x="482" y="282"/>
                  <a:pt x="482" y="264"/>
                  <a:pt x="493" y="254"/>
                </a:cubicBezTo>
                <a:lnTo>
                  <a:pt x="736" y="11"/>
                </a:lnTo>
                <a:cubicBezTo>
                  <a:pt x="747" y="0"/>
                  <a:pt x="764" y="0"/>
                  <a:pt x="775" y="11"/>
                </a:cubicBezTo>
                <a:cubicBezTo>
                  <a:pt x="785" y="21"/>
                  <a:pt x="785" y="39"/>
                  <a:pt x="775" y="50"/>
                </a:cubicBezTo>
                <a:lnTo>
                  <a:pt x="528" y="293"/>
                </a:lnTo>
                <a:cubicBezTo>
                  <a:pt x="521" y="296"/>
                  <a:pt x="514" y="300"/>
                  <a:pt x="511" y="300"/>
                </a:cubicBezTo>
                <a:close/>
                <a:moveTo>
                  <a:pt x="28" y="300"/>
                </a:moveTo>
                <a:cubicBezTo>
                  <a:pt x="21" y="300"/>
                  <a:pt x="14" y="296"/>
                  <a:pt x="10" y="293"/>
                </a:cubicBezTo>
                <a:cubicBezTo>
                  <a:pt x="0" y="282"/>
                  <a:pt x="0" y="264"/>
                  <a:pt x="10" y="254"/>
                </a:cubicBezTo>
                <a:lnTo>
                  <a:pt x="253" y="11"/>
                </a:lnTo>
                <a:cubicBezTo>
                  <a:pt x="264" y="0"/>
                  <a:pt x="282" y="0"/>
                  <a:pt x="292" y="11"/>
                </a:cubicBezTo>
                <a:cubicBezTo>
                  <a:pt x="303" y="21"/>
                  <a:pt x="303" y="39"/>
                  <a:pt x="292" y="50"/>
                </a:cubicBezTo>
                <a:lnTo>
                  <a:pt x="49" y="293"/>
                </a:lnTo>
                <a:cubicBezTo>
                  <a:pt x="39" y="296"/>
                  <a:pt x="31" y="300"/>
                  <a:pt x="28" y="300"/>
                </a:cubicBezTo>
                <a:close/>
              </a:path>
            </a:pathLst>
          </a:custGeom>
          <a:solidFill>
            <a:srgbClr val="BFD73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nvGrpSpPr>
          <p:cNvPr id="13" name="Group 2"/>
          <p:cNvGrpSpPr>
            <a:grpSpLocks/>
          </p:cNvGrpSpPr>
          <p:nvPr userDrawn="1"/>
        </p:nvGrpSpPr>
        <p:grpSpPr bwMode="auto">
          <a:xfrm>
            <a:off x="9415756" y="320041"/>
            <a:ext cx="2314811" cy="690417"/>
            <a:chOff x="7132" y="352"/>
            <a:chExt cx="1725" cy="686"/>
          </a:xfrm>
        </p:grpSpPr>
        <p:sp>
          <p:nvSpPr>
            <p:cNvPr id="14" name="Freeform 3"/>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5" name="Freeform 4"/>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754771274"/>
      </p:ext>
    </p:extLst>
  </p:cSld>
  <p:clrMapOvr>
    <a:masterClrMapping/>
  </p:clrMapOvr>
  <p:extLst>
    <p:ext uri="{DCECCB84-F9BA-43D5-87BE-67443E8EF086}">
      <p15:sldGuideLst xmlns:p15="http://schemas.microsoft.com/office/powerpoint/2012/main">
        <p15:guide id="1" orient="horz" pos="4032" userDrawn="1">
          <p15:clr>
            <a:srgbClr val="FBAE40"/>
          </p15:clr>
        </p15:guide>
        <p15:guide id="2" orient="horz" pos="33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Image+pattern whit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8912" y="5334000"/>
            <a:ext cx="5428488" cy="365760"/>
          </a:xfrm>
          <a:prstGeom prst="rect">
            <a:avLst/>
          </a:prstGeom>
        </p:spPr>
        <p:txBody>
          <a:bodyPr/>
          <a:lstStyle>
            <a:lvl1pPr marL="0" indent="0" algn="l">
              <a:buFont typeface="Arial" panose="020B0604020202020204" pitchFamily="34" charset="0"/>
              <a:buNone/>
              <a:defRPr sz="1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2" name="Title 1"/>
          <p:cNvSpPr>
            <a:spLocks noGrp="1"/>
          </p:cNvSpPr>
          <p:nvPr>
            <p:ph type="ctrTitle"/>
          </p:nvPr>
        </p:nvSpPr>
        <p:spPr>
          <a:xfrm>
            <a:off x="438912" y="1495425"/>
            <a:ext cx="5428488" cy="2314575"/>
          </a:xfrm>
        </p:spPr>
        <p:txBody>
          <a:bodyPr anchor="t"/>
          <a:lstStyle>
            <a:lvl1pPr algn="l">
              <a:defRPr sz="3200" baseline="0">
                <a:solidFill>
                  <a:schemeClr val="tx2"/>
                </a:solidFill>
              </a:defRPr>
            </a:lvl1pPr>
          </a:lstStyle>
          <a:p>
            <a:r>
              <a:rPr lang="en-US"/>
              <a:t>Click to edit Master title style</a:t>
            </a:r>
            <a:endParaRPr lang="en-US" dirty="0"/>
          </a:p>
        </p:txBody>
      </p:sp>
      <p:sp>
        <p:nvSpPr>
          <p:cNvPr id="9" name="Picture Placeholder 8"/>
          <p:cNvSpPr>
            <a:spLocks noGrp="1"/>
          </p:cNvSpPr>
          <p:nvPr>
            <p:ph type="pic" sz="quarter" idx="10"/>
          </p:nvPr>
        </p:nvSpPr>
        <p:spPr>
          <a:xfrm>
            <a:off x="6098209" y="1600201"/>
            <a:ext cx="6093791" cy="5257801"/>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sp>
        <p:nvSpPr>
          <p:cNvPr id="10" name="Freeform 1"/>
          <p:cNvSpPr>
            <a:spLocks noChangeArrowheads="1"/>
          </p:cNvSpPr>
          <p:nvPr userDrawn="1"/>
        </p:nvSpPr>
        <p:spPr bwMode="auto">
          <a:xfrm>
            <a:off x="465667" y="5745163"/>
            <a:ext cx="5473700" cy="976312"/>
          </a:xfrm>
          <a:custGeom>
            <a:avLst/>
            <a:gdLst>
              <a:gd name="T0" fmla="*/ 4837 w 11404"/>
              <a:gd name="T1" fmla="*/ 2666 h 2713"/>
              <a:gd name="T2" fmla="*/ 4153 w 11404"/>
              <a:gd name="T3" fmla="*/ 2462 h 2713"/>
              <a:gd name="T4" fmla="*/ 2441 w 11404"/>
              <a:gd name="T5" fmla="*/ 2712 h 2713"/>
              <a:gd name="T6" fmla="*/ 10389 w 11404"/>
              <a:gd name="T7" fmla="*/ 2423 h 2713"/>
              <a:gd name="T8" fmla="*/ 9216 w 11404"/>
              <a:gd name="T9" fmla="*/ 2705 h 2713"/>
              <a:gd name="T10" fmla="*/ 7733 w 11404"/>
              <a:gd name="T11" fmla="*/ 2705 h 2713"/>
              <a:gd name="T12" fmla="*/ 6566 w 11404"/>
              <a:gd name="T13" fmla="*/ 2423 h 2713"/>
              <a:gd name="T14" fmla="*/ 5337 w 11404"/>
              <a:gd name="T15" fmla="*/ 2712 h 2713"/>
              <a:gd name="T16" fmla="*/ 976 w 11404"/>
              <a:gd name="T17" fmla="*/ 2666 h 2713"/>
              <a:gd name="T18" fmla="*/ 292 w 11404"/>
              <a:gd name="T19" fmla="*/ 2462 h 2713"/>
              <a:gd name="T20" fmla="*/ 10163 w 11404"/>
              <a:gd name="T21" fmla="*/ 2229 h 2713"/>
              <a:gd name="T22" fmla="*/ 9420 w 11404"/>
              <a:gd name="T23" fmla="*/ 1941 h 2713"/>
              <a:gd name="T24" fmla="*/ 8257 w 11404"/>
              <a:gd name="T25" fmla="*/ 2222 h 2713"/>
              <a:gd name="T26" fmla="*/ 6767 w 11404"/>
              <a:gd name="T27" fmla="*/ 2222 h 2713"/>
              <a:gd name="T28" fmla="*/ 6084 w 11404"/>
              <a:gd name="T29" fmla="*/ 1941 h 2713"/>
              <a:gd name="T30" fmla="*/ 4854 w 11404"/>
              <a:gd name="T31" fmla="*/ 2229 h 2713"/>
              <a:gd name="T32" fmla="*/ 3389 w 11404"/>
              <a:gd name="T33" fmla="*/ 2184 h 2713"/>
              <a:gd name="T34" fmla="*/ 2705 w 11404"/>
              <a:gd name="T35" fmla="*/ 1979 h 2713"/>
              <a:gd name="T36" fmla="*/ 993 w 11404"/>
              <a:gd name="T37" fmla="*/ 2229 h 2713"/>
              <a:gd name="T38" fmla="*/ 253 w 11404"/>
              <a:gd name="T39" fmla="*/ 1941 h 2713"/>
              <a:gd name="T40" fmla="*/ 10184 w 11404"/>
              <a:gd name="T41" fmla="*/ 1740 h 2713"/>
              <a:gd name="T42" fmla="*/ 8698 w 11404"/>
              <a:gd name="T43" fmla="*/ 1740 h 2713"/>
              <a:gd name="T44" fmla="*/ 8014 w 11404"/>
              <a:gd name="T45" fmla="*/ 1458 h 2713"/>
              <a:gd name="T46" fmla="*/ 6302 w 11404"/>
              <a:gd name="T47" fmla="*/ 1747 h 2713"/>
              <a:gd name="T48" fmla="*/ 1941 w 11404"/>
              <a:gd name="T49" fmla="*/ 1701 h 2713"/>
              <a:gd name="T50" fmla="*/ 1257 w 11404"/>
              <a:gd name="T51" fmla="*/ 1497 h 2713"/>
              <a:gd name="T52" fmla="*/ 10646 w 11404"/>
              <a:gd name="T53" fmla="*/ 1747 h 2713"/>
              <a:gd name="T54" fmla="*/ 5080 w 11404"/>
              <a:gd name="T55" fmla="*/ 1458 h 2713"/>
              <a:gd name="T56" fmla="*/ 3910 w 11404"/>
              <a:gd name="T57" fmla="*/ 1740 h 2713"/>
              <a:gd name="T58" fmla="*/ 2424 w 11404"/>
              <a:gd name="T59" fmla="*/ 1740 h 2713"/>
              <a:gd name="T60" fmla="*/ 7532 w 11404"/>
              <a:gd name="T61" fmla="*/ 976 h 2713"/>
              <a:gd name="T62" fmla="*/ 4372 w 11404"/>
              <a:gd name="T63" fmla="*/ 1264 h 2713"/>
              <a:gd name="T64" fmla="*/ 2906 w 11404"/>
              <a:gd name="T65" fmla="*/ 1219 h 2713"/>
              <a:gd name="T66" fmla="*/ 11393 w 11404"/>
              <a:gd name="T67" fmla="*/ 1014 h 2713"/>
              <a:gd name="T68" fmla="*/ 9198 w 11404"/>
              <a:gd name="T69" fmla="*/ 1264 h 2713"/>
              <a:gd name="T70" fmla="*/ 8458 w 11404"/>
              <a:gd name="T71" fmla="*/ 976 h 2713"/>
              <a:gd name="T72" fmla="*/ 6806 w 11404"/>
              <a:gd name="T73" fmla="*/ 1257 h 2713"/>
              <a:gd name="T74" fmla="*/ 5319 w 11404"/>
              <a:gd name="T75" fmla="*/ 1257 h 2713"/>
              <a:gd name="T76" fmla="*/ 1740 w 11404"/>
              <a:gd name="T77" fmla="*/ 976 h 2713"/>
              <a:gd name="T78" fmla="*/ 511 w 11404"/>
              <a:gd name="T79" fmla="*/ 1264 h 2713"/>
              <a:gd name="T80" fmla="*/ 10146 w 11404"/>
              <a:gd name="T81" fmla="*/ 736 h 2713"/>
              <a:gd name="T82" fmla="*/ 9459 w 11404"/>
              <a:gd name="T83" fmla="*/ 532 h 2713"/>
              <a:gd name="T84" fmla="*/ 7750 w 11404"/>
              <a:gd name="T85" fmla="*/ 782 h 2713"/>
              <a:gd name="T86" fmla="*/ 6528 w 11404"/>
              <a:gd name="T87" fmla="*/ 493 h 2713"/>
              <a:gd name="T88" fmla="*/ 5358 w 11404"/>
              <a:gd name="T89" fmla="*/ 775 h 2713"/>
              <a:gd name="T90" fmla="*/ 976 w 11404"/>
              <a:gd name="T91" fmla="*/ 775 h 2713"/>
              <a:gd name="T92" fmla="*/ 292 w 11404"/>
              <a:gd name="T93" fmla="*/ 493 h 2713"/>
              <a:gd name="T94" fmla="*/ 7268 w 11404"/>
              <a:gd name="T95" fmla="*/ 782 h 2713"/>
              <a:gd name="T96" fmla="*/ 3871 w 11404"/>
              <a:gd name="T97" fmla="*/ 736 h 2713"/>
              <a:gd name="T98" fmla="*/ 3188 w 11404"/>
              <a:gd name="T99" fmla="*/ 532 h 2713"/>
              <a:gd name="T100" fmla="*/ 10646 w 11404"/>
              <a:gd name="T101" fmla="*/ 300 h 2713"/>
              <a:gd name="T102" fmla="*/ 9906 w 11404"/>
              <a:gd name="T103" fmla="*/ 11 h 2713"/>
              <a:gd name="T104" fmla="*/ 8737 w 11404"/>
              <a:gd name="T105" fmla="*/ 293 h 2713"/>
              <a:gd name="T106" fmla="*/ 7250 w 11404"/>
              <a:gd name="T107" fmla="*/ 293 h 2713"/>
              <a:gd name="T108" fmla="*/ 6566 w 11404"/>
              <a:gd name="T109" fmla="*/ 11 h 2713"/>
              <a:gd name="T110" fmla="*/ 5337 w 11404"/>
              <a:gd name="T111" fmla="*/ 300 h 2713"/>
              <a:gd name="T112" fmla="*/ 3871 w 11404"/>
              <a:gd name="T113" fmla="*/ 254 h 2713"/>
              <a:gd name="T114" fmla="*/ 3188 w 11404"/>
              <a:gd name="T115" fmla="*/ 50 h 2713"/>
              <a:gd name="T116" fmla="*/ 1476 w 11404"/>
              <a:gd name="T117" fmla="*/ 300 h 2713"/>
              <a:gd name="T118" fmla="*/ 736 w 11404"/>
              <a:gd name="T119" fmla="*/ 11 h 2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04" h="2713">
                <a:moveTo>
                  <a:pt x="10646" y="2712"/>
                </a:moveTo>
                <a:cubicBezTo>
                  <a:pt x="10639" y="2712"/>
                  <a:pt x="10632" y="2708"/>
                  <a:pt x="10628" y="2705"/>
                </a:cubicBezTo>
                <a:cubicBezTo>
                  <a:pt x="10618" y="2694"/>
                  <a:pt x="10618" y="2676"/>
                  <a:pt x="10628" y="2666"/>
                </a:cubicBezTo>
                <a:lnTo>
                  <a:pt x="10871" y="2423"/>
                </a:lnTo>
                <a:cubicBezTo>
                  <a:pt x="10882" y="2412"/>
                  <a:pt x="10899" y="2412"/>
                  <a:pt x="10910" y="2423"/>
                </a:cubicBezTo>
                <a:cubicBezTo>
                  <a:pt x="10920" y="2434"/>
                  <a:pt x="10921" y="2451"/>
                  <a:pt x="10910" y="2462"/>
                </a:cubicBezTo>
                <a:lnTo>
                  <a:pt x="10667" y="2701"/>
                </a:lnTo>
                <a:cubicBezTo>
                  <a:pt x="10660" y="2712"/>
                  <a:pt x="10653" y="2712"/>
                  <a:pt x="10646" y="2712"/>
                </a:cubicBezTo>
                <a:close/>
                <a:moveTo>
                  <a:pt x="7268" y="2712"/>
                </a:moveTo>
                <a:cubicBezTo>
                  <a:pt x="7260" y="2712"/>
                  <a:pt x="7253" y="2708"/>
                  <a:pt x="7250" y="2705"/>
                </a:cubicBezTo>
                <a:cubicBezTo>
                  <a:pt x="7239" y="2694"/>
                  <a:pt x="7239" y="2676"/>
                  <a:pt x="7250" y="2666"/>
                </a:cubicBezTo>
                <a:lnTo>
                  <a:pt x="7493" y="2423"/>
                </a:lnTo>
                <a:cubicBezTo>
                  <a:pt x="7504" y="2412"/>
                  <a:pt x="7521" y="2412"/>
                  <a:pt x="7532" y="2423"/>
                </a:cubicBezTo>
                <a:cubicBezTo>
                  <a:pt x="7542" y="2434"/>
                  <a:pt x="7542" y="2451"/>
                  <a:pt x="7532" y="2462"/>
                </a:cubicBezTo>
                <a:lnTo>
                  <a:pt x="7289" y="2701"/>
                </a:lnTo>
                <a:cubicBezTo>
                  <a:pt x="7282" y="2712"/>
                  <a:pt x="7275" y="2712"/>
                  <a:pt x="7268" y="2712"/>
                </a:cubicBezTo>
                <a:close/>
                <a:moveTo>
                  <a:pt x="4854" y="2712"/>
                </a:moveTo>
                <a:cubicBezTo>
                  <a:pt x="4847" y="2712"/>
                  <a:pt x="4840" y="2708"/>
                  <a:pt x="4837" y="2705"/>
                </a:cubicBezTo>
                <a:cubicBezTo>
                  <a:pt x="4826" y="2694"/>
                  <a:pt x="4826" y="2676"/>
                  <a:pt x="4837" y="2666"/>
                </a:cubicBezTo>
                <a:lnTo>
                  <a:pt x="5080" y="2423"/>
                </a:lnTo>
                <a:cubicBezTo>
                  <a:pt x="5090" y="2412"/>
                  <a:pt x="5108" y="2412"/>
                  <a:pt x="5119" y="2423"/>
                </a:cubicBezTo>
                <a:cubicBezTo>
                  <a:pt x="5129" y="2434"/>
                  <a:pt x="5129" y="2451"/>
                  <a:pt x="5119" y="2462"/>
                </a:cubicBezTo>
                <a:lnTo>
                  <a:pt x="4875" y="2701"/>
                </a:lnTo>
                <a:cubicBezTo>
                  <a:pt x="4865" y="2712"/>
                  <a:pt x="4861" y="2712"/>
                  <a:pt x="4854" y="2712"/>
                </a:cubicBezTo>
                <a:close/>
                <a:moveTo>
                  <a:pt x="4372" y="2712"/>
                </a:moveTo>
                <a:cubicBezTo>
                  <a:pt x="4365" y="2712"/>
                  <a:pt x="4358" y="2708"/>
                  <a:pt x="4354" y="2705"/>
                </a:cubicBezTo>
                <a:cubicBezTo>
                  <a:pt x="4344" y="2694"/>
                  <a:pt x="4344" y="2676"/>
                  <a:pt x="4354" y="2666"/>
                </a:cubicBezTo>
                <a:lnTo>
                  <a:pt x="4597" y="2423"/>
                </a:lnTo>
                <a:cubicBezTo>
                  <a:pt x="4608" y="2412"/>
                  <a:pt x="4625" y="2412"/>
                  <a:pt x="4636" y="2423"/>
                </a:cubicBezTo>
                <a:cubicBezTo>
                  <a:pt x="4646" y="2434"/>
                  <a:pt x="4646" y="2451"/>
                  <a:pt x="4636" y="2462"/>
                </a:cubicBezTo>
                <a:lnTo>
                  <a:pt x="4393" y="2701"/>
                </a:lnTo>
                <a:cubicBezTo>
                  <a:pt x="4382" y="2712"/>
                  <a:pt x="4379" y="2712"/>
                  <a:pt x="4372" y="2712"/>
                </a:cubicBezTo>
                <a:close/>
                <a:moveTo>
                  <a:pt x="3889" y="2712"/>
                </a:moveTo>
                <a:cubicBezTo>
                  <a:pt x="3882" y="2712"/>
                  <a:pt x="3875" y="2708"/>
                  <a:pt x="3871" y="2705"/>
                </a:cubicBezTo>
                <a:cubicBezTo>
                  <a:pt x="3861" y="2694"/>
                  <a:pt x="3861" y="2676"/>
                  <a:pt x="3871" y="2666"/>
                </a:cubicBezTo>
                <a:lnTo>
                  <a:pt x="4115" y="2423"/>
                </a:lnTo>
                <a:cubicBezTo>
                  <a:pt x="4125" y="2412"/>
                  <a:pt x="4143" y="2412"/>
                  <a:pt x="4153" y="2423"/>
                </a:cubicBezTo>
                <a:cubicBezTo>
                  <a:pt x="4164" y="2434"/>
                  <a:pt x="4164" y="2451"/>
                  <a:pt x="4153" y="2462"/>
                </a:cubicBezTo>
                <a:lnTo>
                  <a:pt x="3910" y="2701"/>
                </a:lnTo>
                <a:cubicBezTo>
                  <a:pt x="3900" y="2712"/>
                  <a:pt x="3896" y="2712"/>
                  <a:pt x="3889" y="2712"/>
                </a:cubicBezTo>
                <a:close/>
                <a:moveTo>
                  <a:pt x="3406" y="2712"/>
                </a:moveTo>
                <a:cubicBezTo>
                  <a:pt x="3399" y="2712"/>
                  <a:pt x="3392" y="2708"/>
                  <a:pt x="3389" y="2705"/>
                </a:cubicBezTo>
                <a:cubicBezTo>
                  <a:pt x="3378" y="2694"/>
                  <a:pt x="3378" y="2676"/>
                  <a:pt x="3389" y="2666"/>
                </a:cubicBezTo>
                <a:lnTo>
                  <a:pt x="3632" y="2423"/>
                </a:lnTo>
                <a:cubicBezTo>
                  <a:pt x="3642" y="2412"/>
                  <a:pt x="3660" y="2412"/>
                  <a:pt x="3671" y="2423"/>
                </a:cubicBezTo>
                <a:cubicBezTo>
                  <a:pt x="3681" y="2434"/>
                  <a:pt x="3681" y="2451"/>
                  <a:pt x="3671" y="2462"/>
                </a:cubicBezTo>
                <a:lnTo>
                  <a:pt x="3428" y="2701"/>
                </a:lnTo>
                <a:cubicBezTo>
                  <a:pt x="3417" y="2712"/>
                  <a:pt x="3413" y="2712"/>
                  <a:pt x="3406" y="2712"/>
                </a:cubicBezTo>
                <a:close/>
                <a:moveTo>
                  <a:pt x="2924" y="2712"/>
                </a:moveTo>
                <a:cubicBezTo>
                  <a:pt x="2917" y="2712"/>
                  <a:pt x="2910" y="2708"/>
                  <a:pt x="2906" y="2705"/>
                </a:cubicBezTo>
                <a:cubicBezTo>
                  <a:pt x="2896" y="2694"/>
                  <a:pt x="2896" y="2676"/>
                  <a:pt x="2906" y="2666"/>
                </a:cubicBezTo>
                <a:lnTo>
                  <a:pt x="3149" y="2423"/>
                </a:lnTo>
                <a:cubicBezTo>
                  <a:pt x="3160" y="2412"/>
                  <a:pt x="3177" y="2412"/>
                  <a:pt x="3188" y="2423"/>
                </a:cubicBezTo>
                <a:cubicBezTo>
                  <a:pt x="3199" y="2434"/>
                  <a:pt x="3199" y="2451"/>
                  <a:pt x="3188" y="2462"/>
                </a:cubicBezTo>
                <a:lnTo>
                  <a:pt x="2945" y="2701"/>
                </a:lnTo>
                <a:cubicBezTo>
                  <a:pt x="2934" y="2712"/>
                  <a:pt x="2931" y="2712"/>
                  <a:pt x="2924" y="2712"/>
                </a:cubicBezTo>
                <a:close/>
                <a:moveTo>
                  <a:pt x="2441" y="2712"/>
                </a:moveTo>
                <a:cubicBezTo>
                  <a:pt x="2434" y="2712"/>
                  <a:pt x="2427" y="2708"/>
                  <a:pt x="2424" y="2705"/>
                </a:cubicBezTo>
                <a:cubicBezTo>
                  <a:pt x="2413" y="2694"/>
                  <a:pt x="2413" y="2676"/>
                  <a:pt x="2424" y="2666"/>
                </a:cubicBezTo>
                <a:lnTo>
                  <a:pt x="2667" y="2423"/>
                </a:lnTo>
                <a:cubicBezTo>
                  <a:pt x="2677" y="2412"/>
                  <a:pt x="2694" y="2412"/>
                  <a:pt x="2705" y="2423"/>
                </a:cubicBezTo>
                <a:cubicBezTo>
                  <a:pt x="2715" y="2434"/>
                  <a:pt x="2716" y="2451"/>
                  <a:pt x="2705" y="2462"/>
                </a:cubicBezTo>
                <a:lnTo>
                  <a:pt x="2462" y="2701"/>
                </a:lnTo>
                <a:cubicBezTo>
                  <a:pt x="2452" y="2712"/>
                  <a:pt x="2448" y="2712"/>
                  <a:pt x="2441" y="2712"/>
                </a:cubicBezTo>
                <a:close/>
                <a:moveTo>
                  <a:pt x="11129" y="2712"/>
                </a:moveTo>
                <a:cubicBezTo>
                  <a:pt x="11122" y="2712"/>
                  <a:pt x="11114" y="2708"/>
                  <a:pt x="11111" y="2705"/>
                </a:cubicBezTo>
                <a:cubicBezTo>
                  <a:pt x="11100" y="2694"/>
                  <a:pt x="11100" y="2676"/>
                  <a:pt x="11111" y="2666"/>
                </a:cubicBezTo>
                <a:lnTo>
                  <a:pt x="11354" y="2423"/>
                </a:lnTo>
                <a:cubicBezTo>
                  <a:pt x="11365" y="2412"/>
                  <a:pt x="11382" y="2412"/>
                  <a:pt x="11393" y="2423"/>
                </a:cubicBezTo>
                <a:cubicBezTo>
                  <a:pt x="11403" y="2434"/>
                  <a:pt x="11403" y="2451"/>
                  <a:pt x="11393" y="2462"/>
                </a:cubicBezTo>
                <a:lnTo>
                  <a:pt x="11150" y="2705"/>
                </a:lnTo>
                <a:cubicBezTo>
                  <a:pt x="11143" y="2712"/>
                  <a:pt x="11136" y="2712"/>
                  <a:pt x="11129" y="2712"/>
                </a:cubicBezTo>
                <a:close/>
                <a:moveTo>
                  <a:pt x="10163" y="2712"/>
                </a:moveTo>
                <a:cubicBezTo>
                  <a:pt x="10156" y="2712"/>
                  <a:pt x="10149" y="2708"/>
                  <a:pt x="10146" y="2705"/>
                </a:cubicBezTo>
                <a:cubicBezTo>
                  <a:pt x="10135" y="2694"/>
                  <a:pt x="10135" y="2676"/>
                  <a:pt x="10146" y="2666"/>
                </a:cubicBezTo>
                <a:lnTo>
                  <a:pt x="10389" y="2423"/>
                </a:lnTo>
                <a:cubicBezTo>
                  <a:pt x="10399" y="2412"/>
                  <a:pt x="10417" y="2412"/>
                  <a:pt x="10428" y="2423"/>
                </a:cubicBezTo>
                <a:cubicBezTo>
                  <a:pt x="10438" y="2434"/>
                  <a:pt x="10438" y="2451"/>
                  <a:pt x="10428" y="2462"/>
                </a:cubicBezTo>
                <a:lnTo>
                  <a:pt x="10184" y="2705"/>
                </a:lnTo>
                <a:cubicBezTo>
                  <a:pt x="10177" y="2712"/>
                  <a:pt x="10170" y="2712"/>
                  <a:pt x="10163" y="2712"/>
                </a:cubicBezTo>
                <a:close/>
                <a:moveTo>
                  <a:pt x="9681" y="2712"/>
                </a:moveTo>
                <a:cubicBezTo>
                  <a:pt x="9674" y="2712"/>
                  <a:pt x="9667" y="2708"/>
                  <a:pt x="9663" y="2705"/>
                </a:cubicBezTo>
                <a:cubicBezTo>
                  <a:pt x="9652" y="2694"/>
                  <a:pt x="9652" y="2676"/>
                  <a:pt x="9663" y="2666"/>
                </a:cubicBezTo>
                <a:lnTo>
                  <a:pt x="9906" y="2423"/>
                </a:lnTo>
                <a:cubicBezTo>
                  <a:pt x="9917" y="2412"/>
                  <a:pt x="9934" y="2412"/>
                  <a:pt x="9945" y="2423"/>
                </a:cubicBezTo>
                <a:cubicBezTo>
                  <a:pt x="9955" y="2434"/>
                  <a:pt x="9955" y="2451"/>
                  <a:pt x="9945" y="2462"/>
                </a:cubicBezTo>
                <a:lnTo>
                  <a:pt x="9702" y="2705"/>
                </a:lnTo>
                <a:cubicBezTo>
                  <a:pt x="9695" y="2712"/>
                  <a:pt x="9688" y="2712"/>
                  <a:pt x="9681" y="2712"/>
                </a:cubicBezTo>
                <a:close/>
                <a:moveTo>
                  <a:pt x="9198" y="2712"/>
                </a:moveTo>
                <a:cubicBezTo>
                  <a:pt x="9191" y="2712"/>
                  <a:pt x="9184" y="2708"/>
                  <a:pt x="9180" y="2705"/>
                </a:cubicBezTo>
                <a:cubicBezTo>
                  <a:pt x="9170" y="2694"/>
                  <a:pt x="9170" y="2676"/>
                  <a:pt x="9180" y="2666"/>
                </a:cubicBezTo>
                <a:lnTo>
                  <a:pt x="9420" y="2423"/>
                </a:lnTo>
                <a:cubicBezTo>
                  <a:pt x="9431" y="2412"/>
                  <a:pt x="9448" y="2412"/>
                  <a:pt x="9459" y="2423"/>
                </a:cubicBezTo>
                <a:cubicBezTo>
                  <a:pt x="9469" y="2434"/>
                  <a:pt x="9469" y="2451"/>
                  <a:pt x="9459" y="2462"/>
                </a:cubicBezTo>
                <a:lnTo>
                  <a:pt x="9216" y="2705"/>
                </a:lnTo>
                <a:cubicBezTo>
                  <a:pt x="9212" y="2712"/>
                  <a:pt x="9205" y="2712"/>
                  <a:pt x="9198" y="2712"/>
                </a:cubicBezTo>
                <a:close/>
                <a:moveTo>
                  <a:pt x="8715" y="2712"/>
                </a:moveTo>
                <a:cubicBezTo>
                  <a:pt x="8708" y="2712"/>
                  <a:pt x="8701" y="2708"/>
                  <a:pt x="8698" y="2705"/>
                </a:cubicBezTo>
                <a:cubicBezTo>
                  <a:pt x="8687" y="2694"/>
                  <a:pt x="8687" y="2676"/>
                  <a:pt x="8698" y="2666"/>
                </a:cubicBezTo>
                <a:lnTo>
                  <a:pt x="8941" y="2423"/>
                </a:lnTo>
                <a:cubicBezTo>
                  <a:pt x="8951" y="2412"/>
                  <a:pt x="8969" y="2412"/>
                  <a:pt x="8980" y="2423"/>
                </a:cubicBezTo>
                <a:cubicBezTo>
                  <a:pt x="8990" y="2434"/>
                  <a:pt x="8990" y="2451"/>
                  <a:pt x="8980" y="2462"/>
                </a:cubicBezTo>
                <a:lnTo>
                  <a:pt x="8737" y="2705"/>
                </a:lnTo>
                <a:cubicBezTo>
                  <a:pt x="8730" y="2712"/>
                  <a:pt x="8722" y="2712"/>
                  <a:pt x="8715" y="2712"/>
                </a:cubicBezTo>
                <a:close/>
                <a:moveTo>
                  <a:pt x="8233" y="2712"/>
                </a:moveTo>
                <a:cubicBezTo>
                  <a:pt x="8226" y="2712"/>
                  <a:pt x="8219" y="2708"/>
                  <a:pt x="8215" y="2705"/>
                </a:cubicBezTo>
                <a:cubicBezTo>
                  <a:pt x="8205" y="2694"/>
                  <a:pt x="8205" y="2676"/>
                  <a:pt x="8215" y="2666"/>
                </a:cubicBezTo>
                <a:lnTo>
                  <a:pt x="8458" y="2423"/>
                </a:lnTo>
                <a:cubicBezTo>
                  <a:pt x="8469" y="2412"/>
                  <a:pt x="8486" y="2412"/>
                  <a:pt x="8497" y="2423"/>
                </a:cubicBezTo>
                <a:cubicBezTo>
                  <a:pt x="8508" y="2434"/>
                  <a:pt x="8508" y="2451"/>
                  <a:pt x="8497" y="2462"/>
                </a:cubicBezTo>
                <a:lnTo>
                  <a:pt x="8257" y="2705"/>
                </a:lnTo>
                <a:cubicBezTo>
                  <a:pt x="8247" y="2712"/>
                  <a:pt x="8240" y="2712"/>
                  <a:pt x="8233" y="2712"/>
                </a:cubicBezTo>
                <a:close/>
                <a:moveTo>
                  <a:pt x="7750" y="2712"/>
                </a:moveTo>
                <a:cubicBezTo>
                  <a:pt x="7743" y="2712"/>
                  <a:pt x="7736" y="2708"/>
                  <a:pt x="7733" y="2705"/>
                </a:cubicBezTo>
                <a:cubicBezTo>
                  <a:pt x="7722" y="2694"/>
                  <a:pt x="7722" y="2676"/>
                  <a:pt x="7733" y="2666"/>
                </a:cubicBezTo>
                <a:lnTo>
                  <a:pt x="7976" y="2423"/>
                </a:lnTo>
                <a:cubicBezTo>
                  <a:pt x="7986" y="2412"/>
                  <a:pt x="8004" y="2412"/>
                  <a:pt x="8014" y="2423"/>
                </a:cubicBezTo>
                <a:cubicBezTo>
                  <a:pt x="8025" y="2434"/>
                  <a:pt x="8025" y="2451"/>
                  <a:pt x="8014" y="2462"/>
                </a:cubicBezTo>
                <a:lnTo>
                  <a:pt x="7771" y="2705"/>
                </a:lnTo>
                <a:cubicBezTo>
                  <a:pt x="7764" y="2712"/>
                  <a:pt x="7757" y="2712"/>
                  <a:pt x="7750" y="2712"/>
                </a:cubicBezTo>
                <a:close/>
                <a:moveTo>
                  <a:pt x="6785" y="2712"/>
                </a:moveTo>
                <a:cubicBezTo>
                  <a:pt x="6778" y="2712"/>
                  <a:pt x="6771" y="2708"/>
                  <a:pt x="6767" y="2705"/>
                </a:cubicBezTo>
                <a:cubicBezTo>
                  <a:pt x="6757" y="2694"/>
                  <a:pt x="6757" y="2676"/>
                  <a:pt x="6767" y="2666"/>
                </a:cubicBezTo>
                <a:lnTo>
                  <a:pt x="7010" y="2423"/>
                </a:lnTo>
                <a:cubicBezTo>
                  <a:pt x="7021" y="2412"/>
                  <a:pt x="7039" y="2412"/>
                  <a:pt x="7049" y="2423"/>
                </a:cubicBezTo>
                <a:cubicBezTo>
                  <a:pt x="7060" y="2434"/>
                  <a:pt x="7060" y="2451"/>
                  <a:pt x="7049" y="2462"/>
                </a:cubicBezTo>
                <a:lnTo>
                  <a:pt x="6806" y="2705"/>
                </a:lnTo>
                <a:cubicBezTo>
                  <a:pt x="6799" y="2712"/>
                  <a:pt x="6792" y="2712"/>
                  <a:pt x="6785" y="2712"/>
                </a:cubicBezTo>
                <a:close/>
                <a:moveTo>
                  <a:pt x="6302" y="2712"/>
                </a:moveTo>
                <a:cubicBezTo>
                  <a:pt x="6295" y="2712"/>
                  <a:pt x="6288" y="2708"/>
                  <a:pt x="6285" y="2705"/>
                </a:cubicBezTo>
                <a:cubicBezTo>
                  <a:pt x="6274" y="2694"/>
                  <a:pt x="6274" y="2676"/>
                  <a:pt x="6285" y="2666"/>
                </a:cubicBezTo>
                <a:lnTo>
                  <a:pt x="6528" y="2423"/>
                </a:lnTo>
                <a:cubicBezTo>
                  <a:pt x="6538" y="2412"/>
                  <a:pt x="6556" y="2412"/>
                  <a:pt x="6566" y="2423"/>
                </a:cubicBezTo>
                <a:cubicBezTo>
                  <a:pt x="6577" y="2434"/>
                  <a:pt x="6577" y="2451"/>
                  <a:pt x="6566" y="2462"/>
                </a:cubicBezTo>
                <a:lnTo>
                  <a:pt x="6323" y="2705"/>
                </a:lnTo>
                <a:cubicBezTo>
                  <a:pt x="6316" y="2712"/>
                  <a:pt x="6309" y="2712"/>
                  <a:pt x="6302" y="2712"/>
                </a:cubicBezTo>
                <a:close/>
                <a:moveTo>
                  <a:pt x="5820" y="2712"/>
                </a:moveTo>
                <a:cubicBezTo>
                  <a:pt x="5813" y="2712"/>
                  <a:pt x="5806" y="2708"/>
                  <a:pt x="5802" y="2705"/>
                </a:cubicBezTo>
                <a:cubicBezTo>
                  <a:pt x="5791" y="2694"/>
                  <a:pt x="5791" y="2676"/>
                  <a:pt x="5802" y="2666"/>
                </a:cubicBezTo>
                <a:lnTo>
                  <a:pt x="6045" y="2423"/>
                </a:lnTo>
                <a:cubicBezTo>
                  <a:pt x="6056" y="2412"/>
                  <a:pt x="6073" y="2412"/>
                  <a:pt x="6084" y="2423"/>
                </a:cubicBezTo>
                <a:cubicBezTo>
                  <a:pt x="6094" y="2434"/>
                  <a:pt x="6094" y="2451"/>
                  <a:pt x="6084" y="2462"/>
                </a:cubicBezTo>
                <a:lnTo>
                  <a:pt x="5841" y="2705"/>
                </a:lnTo>
                <a:cubicBezTo>
                  <a:pt x="5834" y="2712"/>
                  <a:pt x="5827" y="2712"/>
                  <a:pt x="5820" y="2712"/>
                </a:cubicBezTo>
                <a:close/>
                <a:moveTo>
                  <a:pt x="5337" y="2712"/>
                </a:moveTo>
                <a:cubicBezTo>
                  <a:pt x="5330" y="2712"/>
                  <a:pt x="5323" y="2708"/>
                  <a:pt x="5319" y="2705"/>
                </a:cubicBezTo>
                <a:cubicBezTo>
                  <a:pt x="5309" y="2694"/>
                  <a:pt x="5309" y="2676"/>
                  <a:pt x="5319" y="2666"/>
                </a:cubicBezTo>
                <a:lnTo>
                  <a:pt x="5562" y="2423"/>
                </a:lnTo>
                <a:cubicBezTo>
                  <a:pt x="5573" y="2412"/>
                  <a:pt x="5591" y="2412"/>
                  <a:pt x="5601" y="2423"/>
                </a:cubicBezTo>
                <a:cubicBezTo>
                  <a:pt x="5612" y="2434"/>
                  <a:pt x="5612" y="2451"/>
                  <a:pt x="5601" y="2462"/>
                </a:cubicBezTo>
                <a:lnTo>
                  <a:pt x="5358" y="2705"/>
                </a:lnTo>
                <a:cubicBezTo>
                  <a:pt x="5351" y="2712"/>
                  <a:pt x="5344" y="2712"/>
                  <a:pt x="5337" y="2712"/>
                </a:cubicBezTo>
                <a:close/>
                <a:moveTo>
                  <a:pt x="1959" y="2712"/>
                </a:moveTo>
                <a:cubicBezTo>
                  <a:pt x="1951" y="2712"/>
                  <a:pt x="1944" y="2708"/>
                  <a:pt x="1941" y="2705"/>
                </a:cubicBezTo>
                <a:cubicBezTo>
                  <a:pt x="1930" y="2694"/>
                  <a:pt x="1930" y="2676"/>
                  <a:pt x="1941" y="2666"/>
                </a:cubicBezTo>
                <a:lnTo>
                  <a:pt x="2184" y="2423"/>
                </a:lnTo>
                <a:cubicBezTo>
                  <a:pt x="2195" y="2412"/>
                  <a:pt x="2212" y="2412"/>
                  <a:pt x="2223" y="2423"/>
                </a:cubicBezTo>
                <a:cubicBezTo>
                  <a:pt x="2233" y="2434"/>
                  <a:pt x="2233" y="2451"/>
                  <a:pt x="2223" y="2462"/>
                </a:cubicBezTo>
                <a:lnTo>
                  <a:pt x="1980" y="2705"/>
                </a:lnTo>
                <a:cubicBezTo>
                  <a:pt x="1969" y="2712"/>
                  <a:pt x="1966" y="2712"/>
                  <a:pt x="1959" y="2712"/>
                </a:cubicBezTo>
                <a:close/>
                <a:moveTo>
                  <a:pt x="1476" y="2712"/>
                </a:moveTo>
                <a:cubicBezTo>
                  <a:pt x="1469" y="2712"/>
                  <a:pt x="1462" y="2708"/>
                  <a:pt x="1458" y="2705"/>
                </a:cubicBezTo>
                <a:cubicBezTo>
                  <a:pt x="1448" y="2694"/>
                  <a:pt x="1448" y="2676"/>
                  <a:pt x="1458" y="2666"/>
                </a:cubicBezTo>
                <a:lnTo>
                  <a:pt x="1701" y="2423"/>
                </a:lnTo>
                <a:cubicBezTo>
                  <a:pt x="1712" y="2412"/>
                  <a:pt x="1729" y="2412"/>
                  <a:pt x="1740" y="2423"/>
                </a:cubicBezTo>
                <a:cubicBezTo>
                  <a:pt x="1750" y="2434"/>
                  <a:pt x="1751" y="2451"/>
                  <a:pt x="1740" y="2462"/>
                </a:cubicBezTo>
                <a:lnTo>
                  <a:pt x="1497" y="2705"/>
                </a:lnTo>
                <a:cubicBezTo>
                  <a:pt x="1486" y="2712"/>
                  <a:pt x="1483" y="2712"/>
                  <a:pt x="1476" y="2712"/>
                </a:cubicBezTo>
                <a:close/>
                <a:moveTo>
                  <a:pt x="993" y="2712"/>
                </a:moveTo>
                <a:cubicBezTo>
                  <a:pt x="986" y="2712"/>
                  <a:pt x="979" y="2708"/>
                  <a:pt x="976" y="2705"/>
                </a:cubicBezTo>
                <a:cubicBezTo>
                  <a:pt x="965" y="2694"/>
                  <a:pt x="965" y="2676"/>
                  <a:pt x="976" y="2666"/>
                </a:cubicBezTo>
                <a:lnTo>
                  <a:pt x="1219" y="2423"/>
                </a:lnTo>
                <a:cubicBezTo>
                  <a:pt x="1229" y="2412"/>
                  <a:pt x="1247" y="2412"/>
                  <a:pt x="1257" y="2423"/>
                </a:cubicBezTo>
                <a:cubicBezTo>
                  <a:pt x="1268" y="2434"/>
                  <a:pt x="1268" y="2451"/>
                  <a:pt x="1257" y="2462"/>
                </a:cubicBezTo>
                <a:lnTo>
                  <a:pt x="1014" y="2705"/>
                </a:lnTo>
                <a:cubicBezTo>
                  <a:pt x="1004" y="2712"/>
                  <a:pt x="1000" y="2712"/>
                  <a:pt x="993" y="2712"/>
                </a:cubicBezTo>
                <a:close/>
                <a:moveTo>
                  <a:pt x="511" y="2712"/>
                </a:moveTo>
                <a:cubicBezTo>
                  <a:pt x="504" y="2712"/>
                  <a:pt x="497" y="2708"/>
                  <a:pt x="493" y="2705"/>
                </a:cubicBezTo>
                <a:cubicBezTo>
                  <a:pt x="482" y="2694"/>
                  <a:pt x="482" y="2676"/>
                  <a:pt x="493" y="2666"/>
                </a:cubicBezTo>
                <a:lnTo>
                  <a:pt x="736" y="2423"/>
                </a:lnTo>
                <a:cubicBezTo>
                  <a:pt x="747" y="2412"/>
                  <a:pt x="764" y="2412"/>
                  <a:pt x="775" y="2423"/>
                </a:cubicBezTo>
                <a:cubicBezTo>
                  <a:pt x="785" y="2434"/>
                  <a:pt x="785" y="2451"/>
                  <a:pt x="775" y="2462"/>
                </a:cubicBezTo>
                <a:lnTo>
                  <a:pt x="532" y="2705"/>
                </a:lnTo>
                <a:cubicBezTo>
                  <a:pt x="521" y="2712"/>
                  <a:pt x="514" y="2712"/>
                  <a:pt x="511" y="2712"/>
                </a:cubicBezTo>
                <a:close/>
                <a:moveTo>
                  <a:pt x="28" y="2712"/>
                </a:moveTo>
                <a:cubicBezTo>
                  <a:pt x="21" y="2712"/>
                  <a:pt x="14" y="2708"/>
                  <a:pt x="10" y="2705"/>
                </a:cubicBezTo>
                <a:cubicBezTo>
                  <a:pt x="0" y="2694"/>
                  <a:pt x="0" y="2676"/>
                  <a:pt x="10" y="2666"/>
                </a:cubicBezTo>
                <a:lnTo>
                  <a:pt x="253" y="2423"/>
                </a:lnTo>
                <a:cubicBezTo>
                  <a:pt x="264" y="2412"/>
                  <a:pt x="282" y="2412"/>
                  <a:pt x="292" y="2423"/>
                </a:cubicBezTo>
                <a:cubicBezTo>
                  <a:pt x="303" y="2434"/>
                  <a:pt x="303" y="2451"/>
                  <a:pt x="292" y="2462"/>
                </a:cubicBezTo>
                <a:lnTo>
                  <a:pt x="49" y="2705"/>
                </a:lnTo>
                <a:cubicBezTo>
                  <a:pt x="39" y="2712"/>
                  <a:pt x="31" y="2712"/>
                  <a:pt x="28" y="2712"/>
                </a:cubicBezTo>
                <a:close/>
                <a:moveTo>
                  <a:pt x="11129" y="2229"/>
                </a:moveTo>
                <a:cubicBezTo>
                  <a:pt x="11122" y="2229"/>
                  <a:pt x="11114" y="2226"/>
                  <a:pt x="11111" y="2222"/>
                </a:cubicBezTo>
                <a:cubicBezTo>
                  <a:pt x="11100" y="2212"/>
                  <a:pt x="11100" y="2194"/>
                  <a:pt x="11111" y="2184"/>
                </a:cubicBezTo>
                <a:lnTo>
                  <a:pt x="11354" y="1941"/>
                </a:lnTo>
                <a:cubicBezTo>
                  <a:pt x="11365" y="1930"/>
                  <a:pt x="11382" y="1931"/>
                  <a:pt x="11393" y="1941"/>
                </a:cubicBezTo>
                <a:cubicBezTo>
                  <a:pt x="11403" y="1952"/>
                  <a:pt x="11403" y="1969"/>
                  <a:pt x="11393" y="1979"/>
                </a:cubicBezTo>
                <a:lnTo>
                  <a:pt x="11150" y="2222"/>
                </a:lnTo>
                <a:cubicBezTo>
                  <a:pt x="11143" y="2229"/>
                  <a:pt x="11136" y="2229"/>
                  <a:pt x="11129" y="2229"/>
                </a:cubicBezTo>
                <a:close/>
                <a:moveTo>
                  <a:pt x="10646" y="2229"/>
                </a:moveTo>
                <a:cubicBezTo>
                  <a:pt x="10639" y="2229"/>
                  <a:pt x="10632" y="2226"/>
                  <a:pt x="10628" y="2222"/>
                </a:cubicBezTo>
                <a:cubicBezTo>
                  <a:pt x="10618" y="2212"/>
                  <a:pt x="10618" y="2194"/>
                  <a:pt x="10628" y="2184"/>
                </a:cubicBezTo>
                <a:lnTo>
                  <a:pt x="10871" y="1941"/>
                </a:lnTo>
                <a:cubicBezTo>
                  <a:pt x="10882" y="1930"/>
                  <a:pt x="10899" y="1931"/>
                  <a:pt x="10910" y="1941"/>
                </a:cubicBezTo>
                <a:cubicBezTo>
                  <a:pt x="10920" y="1952"/>
                  <a:pt x="10921" y="1969"/>
                  <a:pt x="10910" y="1979"/>
                </a:cubicBezTo>
                <a:lnTo>
                  <a:pt x="10667" y="2219"/>
                </a:lnTo>
                <a:cubicBezTo>
                  <a:pt x="10660" y="2229"/>
                  <a:pt x="10653" y="2229"/>
                  <a:pt x="10646" y="2229"/>
                </a:cubicBezTo>
                <a:close/>
                <a:moveTo>
                  <a:pt x="10163" y="2229"/>
                </a:moveTo>
                <a:cubicBezTo>
                  <a:pt x="10156" y="2229"/>
                  <a:pt x="10149" y="2226"/>
                  <a:pt x="10146" y="2222"/>
                </a:cubicBezTo>
                <a:cubicBezTo>
                  <a:pt x="10135" y="2212"/>
                  <a:pt x="10135" y="2194"/>
                  <a:pt x="10146" y="2184"/>
                </a:cubicBezTo>
                <a:lnTo>
                  <a:pt x="10389" y="1941"/>
                </a:lnTo>
                <a:cubicBezTo>
                  <a:pt x="10399" y="1930"/>
                  <a:pt x="10417" y="1931"/>
                  <a:pt x="10428" y="1941"/>
                </a:cubicBezTo>
                <a:cubicBezTo>
                  <a:pt x="10438" y="1952"/>
                  <a:pt x="10438" y="1969"/>
                  <a:pt x="10428" y="1979"/>
                </a:cubicBezTo>
                <a:lnTo>
                  <a:pt x="10184" y="2222"/>
                </a:lnTo>
                <a:cubicBezTo>
                  <a:pt x="10177" y="2229"/>
                  <a:pt x="10170" y="2229"/>
                  <a:pt x="10163" y="2229"/>
                </a:cubicBezTo>
                <a:close/>
                <a:moveTo>
                  <a:pt x="9681" y="2229"/>
                </a:moveTo>
                <a:cubicBezTo>
                  <a:pt x="9674" y="2229"/>
                  <a:pt x="9667" y="2226"/>
                  <a:pt x="9663" y="2222"/>
                </a:cubicBezTo>
                <a:cubicBezTo>
                  <a:pt x="9652" y="2212"/>
                  <a:pt x="9652" y="2194"/>
                  <a:pt x="9663" y="2184"/>
                </a:cubicBezTo>
                <a:lnTo>
                  <a:pt x="9906" y="1941"/>
                </a:lnTo>
                <a:cubicBezTo>
                  <a:pt x="9917" y="1930"/>
                  <a:pt x="9934" y="1931"/>
                  <a:pt x="9945" y="1941"/>
                </a:cubicBezTo>
                <a:cubicBezTo>
                  <a:pt x="9955" y="1952"/>
                  <a:pt x="9955" y="1969"/>
                  <a:pt x="9945" y="1979"/>
                </a:cubicBezTo>
                <a:lnTo>
                  <a:pt x="9702" y="2222"/>
                </a:lnTo>
                <a:cubicBezTo>
                  <a:pt x="9695" y="2229"/>
                  <a:pt x="9688" y="2229"/>
                  <a:pt x="9681" y="2229"/>
                </a:cubicBezTo>
                <a:close/>
                <a:moveTo>
                  <a:pt x="9198" y="2229"/>
                </a:moveTo>
                <a:cubicBezTo>
                  <a:pt x="9191" y="2229"/>
                  <a:pt x="9184" y="2226"/>
                  <a:pt x="9180" y="2222"/>
                </a:cubicBezTo>
                <a:cubicBezTo>
                  <a:pt x="9170" y="2212"/>
                  <a:pt x="9170" y="2194"/>
                  <a:pt x="9180" y="2184"/>
                </a:cubicBezTo>
                <a:lnTo>
                  <a:pt x="9420" y="1941"/>
                </a:lnTo>
                <a:cubicBezTo>
                  <a:pt x="9431" y="1930"/>
                  <a:pt x="9448" y="1931"/>
                  <a:pt x="9459" y="1941"/>
                </a:cubicBezTo>
                <a:cubicBezTo>
                  <a:pt x="9469" y="1952"/>
                  <a:pt x="9469" y="1969"/>
                  <a:pt x="9459" y="1979"/>
                </a:cubicBezTo>
                <a:lnTo>
                  <a:pt x="9216" y="2222"/>
                </a:lnTo>
                <a:cubicBezTo>
                  <a:pt x="9212" y="2229"/>
                  <a:pt x="9205" y="2229"/>
                  <a:pt x="9198" y="2229"/>
                </a:cubicBezTo>
                <a:close/>
                <a:moveTo>
                  <a:pt x="8715" y="2229"/>
                </a:moveTo>
                <a:cubicBezTo>
                  <a:pt x="8708" y="2229"/>
                  <a:pt x="8701" y="2226"/>
                  <a:pt x="8698" y="2222"/>
                </a:cubicBezTo>
                <a:cubicBezTo>
                  <a:pt x="8687" y="2212"/>
                  <a:pt x="8687" y="2194"/>
                  <a:pt x="8698" y="2184"/>
                </a:cubicBezTo>
                <a:lnTo>
                  <a:pt x="8941" y="1941"/>
                </a:lnTo>
                <a:cubicBezTo>
                  <a:pt x="8951" y="1930"/>
                  <a:pt x="8969" y="1931"/>
                  <a:pt x="8980" y="1941"/>
                </a:cubicBezTo>
                <a:cubicBezTo>
                  <a:pt x="8990" y="1952"/>
                  <a:pt x="8990" y="1969"/>
                  <a:pt x="8980" y="1979"/>
                </a:cubicBezTo>
                <a:lnTo>
                  <a:pt x="8737" y="2222"/>
                </a:lnTo>
                <a:cubicBezTo>
                  <a:pt x="8730" y="2229"/>
                  <a:pt x="8722" y="2229"/>
                  <a:pt x="8715" y="2229"/>
                </a:cubicBezTo>
                <a:close/>
                <a:moveTo>
                  <a:pt x="8233" y="2229"/>
                </a:moveTo>
                <a:cubicBezTo>
                  <a:pt x="8226" y="2229"/>
                  <a:pt x="8219" y="2226"/>
                  <a:pt x="8215" y="2222"/>
                </a:cubicBezTo>
                <a:cubicBezTo>
                  <a:pt x="8205" y="2212"/>
                  <a:pt x="8205" y="2194"/>
                  <a:pt x="8215" y="2184"/>
                </a:cubicBezTo>
                <a:lnTo>
                  <a:pt x="8458" y="1941"/>
                </a:lnTo>
                <a:cubicBezTo>
                  <a:pt x="8469" y="1930"/>
                  <a:pt x="8486" y="1931"/>
                  <a:pt x="8497" y="1941"/>
                </a:cubicBezTo>
                <a:cubicBezTo>
                  <a:pt x="8508" y="1952"/>
                  <a:pt x="8508" y="1969"/>
                  <a:pt x="8497" y="1979"/>
                </a:cubicBezTo>
                <a:lnTo>
                  <a:pt x="8257" y="2222"/>
                </a:lnTo>
                <a:cubicBezTo>
                  <a:pt x="8247" y="2229"/>
                  <a:pt x="8240" y="2229"/>
                  <a:pt x="8233" y="2229"/>
                </a:cubicBezTo>
                <a:close/>
                <a:moveTo>
                  <a:pt x="7750" y="2229"/>
                </a:moveTo>
                <a:cubicBezTo>
                  <a:pt x="7743" y="2229"/>
                  <a:pt x="7736" y="2226"/>
                  <a:pt x="7733" y="2222"/>
                </a:cubicBezTo>
                <a:cubicBezTo>
                  <a:pt x="7722" y="2212"/>
                  <a:pt x="7722" y="2194"/>
                  <a:pt x="7733" y="2184"/>
                </a:cubicBezTo>
                <a:lnTo>
                  <a:pt x="7976" y="1941"/>
                </a:lnTo>
                <a:cubicBezTo>
                  <a:pt x="7986" y="1930"/>
                  <a:pt x="8004" y="1930"/>
                  <a:pt x="8014" y="1941"/>
                </a:cubicBezTo>
                <a:cubicBezTo>
                  <a:pt x="8025" y="1951"/>
                  <a:pt x="8025" y="1969"/>
                  <a:pt x="8014" y="1979"/>
                </a:cubicBezTo>
                <a:lnTo>
                  <a:pt x="7771" y="2222"/>
                </a:lnTo>
                <a:cubicBezTo>
                  <a:pt x="7764" y="2229"/>
                  <a:pt x="7757" y="2229"/>
                  <a:pt x="7750" y="2229"/>
                </a:cubicBezTo>
                <a:close/>
                <a:moveTo>
                  <a:pt x="7268" y="2229"/>
                </a:moveTo>
                <a:cubicBezTo>
                  <a:pt x="7260" y="2229"/>
                  <a:pt x="7253" y="2226"/>
                  <a:pt x="7250" y="2222"/>
                </a:cubicBezTo>
                <a:cubicBezTo>
                  <a:pt x="7239" y="2212"/>
                  <a:pt x="7239" y="2194"/>
                  <a:pt x="7250" y="2184"/>
                </a:cubicBezTo>
                <a:lnTo>
                  <a:pt x="7493" y="1941"/>
                </a:lnTo>
                <a:cubicBezTo>
                  <a:pt x="7504" y="1930"/>
                  <a:pt x="7521" y="1930"/>
                  <a:pt x="7532" y="1941"/>
                </a:cubicBezTo>
                <a:cubicBezTo>
                  <a:pt x="7542" y="1951"/>
                  <a:pt x="7542" y="1969"/>
                  <a:pt x="7532" y="1979"/>
                </a:cubicBezTo>
                <a:lnTo>
                  <a:pt x="7289" y="2219"/>
                </a:lnTo>
                <a:cubicBezTo>
                  <a:pt x="7282" y="2229"/>
                  <a:pt x="7275" y="2229"/>
                  <a:pt x="7268" y="2229"/>
                </a:cubicBezTo>
                <a:close/>
                <a:moveTo>
                  <a:pt x="6785" y="2229"/>
                </a:moveTo>
                <a:cubicBezTo>
                  <a:pt x="6778" y="2229"/>
                  <a:pt x="6771" y="2226"/>
                  <a:pt x="6767" y="2222"/>
                </a:cubicBezTo>
                <a:cubicBezTo>
                  <a:pt x="6757" y="2212"/>
                  <a:pt x="6757" y="2194"/>
                  <a:pt x="6767" y="2184"/>
                </a:cubicBezTo>
                <a:lnTo>
                  <a:pt x="7010" y="1941"/>
                </a:lnTo>
                <a:cubicBezTo>
                  <a:pt x="7021" y="1930"/>
                  <a:pt x="7039" y="1930"/>
                  <a:pt x="7049" y="1941"/>
                </a:cubicBezTo>
                <a:cubicBezTo>
                  <a:pt x="7060" y="1951"/>
                  <a:pt x="7060" y="1969"/>
                  <a:pt x="7049" y="1979"/>
                </a:cubicBezTo>
                <a:lnTo>
                  <a:pt x="6806" y="2222"/>
                </a:lnTo>
                <a:cubicBezTo>
                  <a:pt x="6799" y="2229"/>
                  <a:pt x="6792" y="2229"/>
                  <a:pt x="6785" y="2229"/>
                </a:cubicBezTo>
                <a:close/>
                <a:moveTo>
                  <a:pt x="6302" y="2229"/>
                </a:moveTo>
                <a:cubicBezTo>
                  <a:pt x="6295" y="2229"/>
                  <a:pt x="6288" y="2226"/>
                  <a:pt x="6285" y="2222"/>
                </a:cubicBezTo>
                <a:cubicBezTo>
                  <a:pt x="6274" y="2212"/>
                  <a:pt x="6274" y="2194"/>
                  <a:pt x="6285" y="2184"/>
                </a:cubicBezTo>
                <a:lnTo>
                  <a:pt x="6528" y="1941"/>
                </a:lnTo>
                <a:cubicBezTo>
                  <a:pt x="6538" y="1930"/>
                  <a:pt x="6556" y="1930"/>
                  <a:pt x="6566" y="1941"/>
                </a:cubicBezTo>
                <a:cubicBezTo>
                  <a:pt x="6577" y="1951"/>
                  <a:pt x="6577" y="1969"/>
                  <a:pt x="6566" y="1979"/>
                </a:cubicBezTo>
                <a:lnTo>
                  <a:pt x="6323" y="2222"/>
                </a:lnTo>
                <a:cubicBezTo>
                  <a:pt x="6316" y="2229"/>
                  <a:pt x="6309" y="2229"/>
                  <a:pt x="6302" y="2229"/>
                </a:cubicBezTo>
                <a:close/>
                <a:moveTo>
                  <a:pt x="5820" y="2229"/>
                </a:moveTo>
                <a:cubicBezTo>
                  <a:pt x="5813" y="2229"/>
                  <a:pt x="5806" y="2226"/>
                  <a:pt x="5802" y="2222"/>
                </a:cubicBezTo>
                <a:cubicBezTo>
                  <a:pt x="5791" y="2212"/>
                  <a:pt x="5791" y="2194"/>
                  <a:pt x="5802" y="2184"/>
                </a:cubicBezTo>
                <a:lnTo>
                  <a:pt x="6045" y="1941"/>
                </a:lnTo>
                <a:cubicBezTo>
                  <a:pt x="6056" y="1930"/>
                  <a:pt x="6073" y="1930"/>
                  <a:pt x="6084" y="1941"/>
                </a:cubicBezTo>
                <a:cubicBezTo>
                  <a:pt x="6094" y="1951"/>
                  <a:pt x="6094" y="1969"/>
                  <a:pt x="6084" y="1979"/>
                </a:cubicBezTo>
                <a:lnTo>
                  <a:pt x="5841" y="2222"/>
                </a:lnTo>
                <a:cubicBezTo>
                  <a:pt x="5834" y="2229"/>
                  <a:pt x="5827" y="2229"/>
                  <a:pt x="5820" y="2229"/>
                </a:cubicBezTo>
                <a:close/>
                <a:moveTo>
                  <a:pt x="5337" y="2229"/>
                </a:moveTo>
                <a:cubicBezTo>
                  <a:pt x="5330" y="2229"/>
                  <a:pt x="5323" y="2226"/>
                  <a:pt x="5319" y="2222"/>
                </a:cubicBezTo>
                <a:cubicBezTo>
                  <a:pt x="5309" y="2212"/>
                  <a:pt x="5309" y="2194"/>
                  <a:pt x="5319" y="2184"/>
                </a:cubicBezTo>
                <a:lnTo>
                  <a:pt x="5562" y="1941"/>
                </a:lnTo>
                <a:cubicBezTo>
                  <a:pt x="5573" y="1930"/>
                  <a:pt x="5591" y="1930"/>
                  <a:pt x="5601" y="1941"/>
                </a:cubicBezTo>
                <a:cubicBezTo>
                  <a:pt x="5612" y="1951"/>
                  <a:pt x="5612" y="1969"/>
                  <a:pt x="5601" y="1979"/>
                </a:cubicBezTo>
                <a:lnTo>
                  <a:pt x="5358" y="2222"/>
                </a:lnTo>
                <a:cubicBezTo>
                  <a:pt x="5351" y="2229"/>
                  <a:pt x="5344" y="2229"/>
                  <a:pt x="5337" y="2229"/>
                </a:cubicBezTo>
                <a:close/>
                <a:moveTo>
                  <a:pt x="4854" y="2229"/>
                </a:moveTo>
                <a:cubicBezTo>
                  <a:pt x="4847" y="2229"/>
                  <a:pt x="4840" y="2226"/>
                  <a:pt x="4837" y="2222"/>
                </a:cubicBezTo>
                <a:cubicBezTo>
                  <a:pt x="4826" y="2212"/>
                  <a:pt x="4826" y="2194"/>
                  <a:pt x="4837" y="2184"/>
                </a:cubicBezTo>
                <a:lnTo>
                  <a:pt x="5080" y="1941"/>
                </a:lnTo>
                <a:cubicBezTo>
                  <a:pt x="5090" y="1930"/>
                  <a:pt x="5108" y="1930"/>
                  <a:pt x="5119" y="1941"/>
                </a:cubicBezTo>
                <a:cubicBezTo>
                  <a:pt x="5129" y="1951"/>
                  <a:pt x="5129" y="1969"/>
                  <a:pt x="5119" y="1979"/>
                </a:cubicBezTo>
                <a:lnTo>
                  <a:pt x="4875" y="2222"/>
                </a:lnTo>
                <a:cubicBezTo>
                  <a:pt x="4865" y="2229"/>
                  <a:pt x="4861" y="2229"/>
                  <a:pt x="4854" y="2229"/>
                </a:cubicBezTo>
                <a:close/>
                <a:moveTo>
                  <a:pt x="4372" y="2229"/>
                </a:moveTo>
                <a:cubicBezTo>
                  <a:pt x="4365" y="2229"/>
                  <a:pt x="4358" y="2226"/>
                  <a:pt x="4354" y="2222"/>
                </a:cubicBezTo>
                <a:cubicBezTo>
                  <a:pt x="4344" y="2212"/>
                  <a:pt x="4344" y="2194"/>
                  <a:pt x="4354" y="2184"/>
                </a:cubicBezTo>
                <a:lnTo>
                  <a:pt x="4597" y="1941"/>
                </a:lnTo>
                <a:cubicBezTo>
                  <a:pt x="4608" y="1930"/>
                  <a:pt x="4625" y="1930"/>
                  <a:pt x="4636" y="1941"/>
                </a:cubicBezTo>
                <a:cubicBezTo>
                  <a:pt x="4646" y="1951"/>
                  <a:pt x="4646" y="1969"/>
                  <a:pt x="4636" y="1979"/>
                </a:cubicBezTo>
                <a:lnTo>
                  <a:pt x="4393" y="2222"/>
                </a:lnTo>
                <a:cubicBezTo>
                  <a:pt x="4382" y="2229"/>
                  <a:pt x="4379" y="2229"/>
                  <a:pt x="4372" y="2229"/>
                </a:cubicBezTo>
                <a:close/>
                <a:moveTo>
                  <a:pt x="3889" y="2229"/>
                </a:moveTo>
                <a:cubicBezTo>
                  <a:pt x="3882" y="2229"/>
                  <a:pt x="3875" y="2226"/>
                  <a:pt x="3871" y="2222"/>
                </a:cubicBezTo>
                <a:cubicBezTo>
                  <a:pt x="3861" y="2212"/>
                  <a:pt x="3861" y="2194"/>
                  <a:pt x="3871" y="2184"/>
                </a:cubicBezTo>
                <a:lnTo>
                  <a:pt x="4115" y="1941"/>
                </a:lnTo>
                <a:cubicBezTo>
                  <a:pt x="4125" y="1930"/>
                  <a:pt x="4143" y="1930"/>
                  <a:pt x="4153" y="1941"/>
                </a:cubicBezTo>
                <a:cubicBezTo>
                  <a:pt x="4164" y="1951"/>
                  <a:pt x="4164" y="1969"/>
                  <a:pt x="4153" y="1979"/>
                </a:cubicBezTo>
                <a:lnTo>
                  <a:pt x="3910" y="2222"/>
                </a:lnTo>
                <a:cubicBezTo>
                  <a:pt x="3900" y="2229"/>
                  <a:pt x="3896" y="2229"/>
                  <a:pt x="3889" y="2229"/>
                </a:cubicBezTo>
                <a:close/>
                <a:moveTo>
                  <a:pt x="3406" y="2229"/>
                </a:moveTo>
                <a:cubicBezTo>
                  <a:pt x="3399" y="2229"/>
                  <a:pt x="3392" y="2226"/>
                  <a:pt x="3389" y="2222"/>
                </a:cubicBezTo>
                <a:cubicBezTo>
                  <a:pt x="3378" y="2212"/>
                  <a:pt x="3378" y="2194"/>
                  <a:pt x="3389" y="2184"/>
                </a:cubicBezTo>
                <a:lnTo>
                  <a:pt x="3632" y="1941"/>
                </a:lnTo>
                <a:cubicBezTo>
                  <a:pt x="3642" y="1930"/>
                  <a:pt x="3660" y="1930"/>
                  <a:pt x="3671" y="1941"/>
                </a:cubicBezTo>
                <a:cubicBezTo>
                  <a:pt x="3681" y="1951"/>
                  <a:pt x="3681" y="1969"/>
                  <a:pt x="3671" y="1979"/>
                </a:cubicBezTo>
                <a:lnTo>
                  <a:pt x="3428" y="2222"/>
                </a:lnTo>
                <a:cubicBezTo>
                  <a:pt x="3417" y="2229"/>
                  <a:pt x="3413" y="2229"/>
                  <a:pt x="3406" y="2229"/>
                </a:cubicBezTo>
                <a:close/>
                <a:moveTo>
                  <a:pt x="2924" y="2229"/>
                </a:moveTo>
                <a:cubicBezTo>
                  <a:pt x="2917" y="2229"/>
                  <a:pt x="2910" y="2226"/>
                  <a:pt x="2906" y="2222"/>
                </a:cubicBezTo>
                <a:cubicBezTo>
                  <a:pt x="2896" y="2212"/>
                  <a:pt x="2896" y="2194"/>
                  <a:pt x="2906" y="2184"/>
                </a:cubicBezTo>
                <a:lnTo>
                  <a:pt x="3149" y="1941"/>
                </a:lnTo>
                <a:cubicBezTo>
                  <a:pt x="3160" y="1930"/>
                  <a:pt x="3177" y="1931"/>
                  <a:pt x="3188" y="1941"/>
                </a:cubicBezTo>
                <a:cubicBezTo>
                  <a:pt x="3199" y="1952"/>
                  <a:pt x="3199" y="1969"/>
                  <a:pt x="3188" y="1979"/>
                </a:cubicBezTo>
                <a:lnTo>
                  <a:pt x="2945" y="2222"/>
                </a:lnTo>
                <a:cubicBezTo>
                  <a:pt x="2934" y="2229"/>
                  <a:pt x="2931" y="2229"/>
                  <a:pt x="2924" y="2229"/>
                </a:cubicBezTo>
                <a:close/>
                <a:moveTo>
                  <a:pt x="2441" y="2229"/>
                </a:moveTo>
                <a:cubicBezTo>
                  <a:pt x="2434" y="2229"/>
                  <a:pt x="2427" y="2226"/>
                  <a:pt x="2424" y="2222"/>
                </a:cubicBezTo>
                <a:cubicBezTo>
                  <a:pt x="2413" y="2212"/>
                  <a:pt x="2413" y="2194"/>
                  <a:pt x="2424" y="2184"/>
                </a:cubicBezTo>
                <a:lnTo>
                  <a:pt x="2667" y="1941"/>
                </a:lnTo>
                <a:cubicBezTo>
                  <a:pt x="2677" y="1930"/>
                  <a:pt x="2694" y="1931"/>
                  <a:pt x="2705" y="1941"/>
                </a:cubicBezTo>
                <a:cubicBezTo>
                  <a:pt x="2715" y="1952"/>
                  <a:pt x="2716" y="1969"/>
                  <a:pt x="2705" y="1979"/>
                </a:cubicBezTo>
                <a:lnTo>
                  <a:pt x="2462" y="2222"/>
                </a:lnTo>
                <a:cubicBezTo>
                  <a:pt x="2452" y="2229"/>
                  <a:pt x="2448" y="2229"/>
                  <a:pt x="2441" y="2229"/>
                </a:cubicBezTo>
                <a:close/>
                <a:moveTo>
                  <a:pt x="1959" y="2229"/>
                </a:moveTo>
                <a:cubicBezTo>
                  <a:pt x="1951" y="2229"/>
                  <a:pt x="1944" y="2226"/>
                  <a:pt x="1941" y="2222"/>
                </a:cubicBezTo>
                <a:cubicBezTo>
                  <a:pt x="1930" y="2212"/>
                  <a:pt x="1930" y="2194"/>
                  <a:pt x="1941" y="2184"/>
                </a:cubicBezTo>
                <a:lnTo>
                  <a:pt x="2184" y="1941"/>
                </a:lnTo>
                <a:cubicBezTo>
                  <a:pt x="2195" y="1930"/>
                  <a:pt x="2212" y="1931"/>
                  <a:pt x="2223" y="1941"/>
                </a:cubicBezTo>
                <a:cubicBezTo>
                  <a:pt x="2233" y="1952"/>
                  <a:pt x="2233" y="1969"/>
                  <a:pt x="2223" y="1979"/>
                </a:cubicBezTo>
                <a:lnTo>
                  <a:pt x="1980" y="2222"/>
                </a:lnTo>
                <a:cubicBezTo>
                  <a:pt x="1969" y="2229"/>
                  <a:pt x="1966" y="2229"/>
                  <a:pt x="1959" y="2229"/>
                </a:cubicBezTo>
                <a:close/>
                <a:moveTo>
                  <a:pt x="1476" y="2229"/>
                </a:moveTo>
                <a:cubicBezTo>
                  <a:pt x="1469" y="2229"/>
                  <a:pt x="1462" y="2226"/>
                  <a:pt x="1458" y="2222"/>
                </a:cubicBezTo>
                <a:cubicBezTo>
                  <a:pt x="1448" y="2212"/>
                  <a:pt x="1448" y="2194"/>
                  <a:pt x="1458" y="2184"/>
                </a:cubicBezTo>
                <a:lnTo>
                  <a:pt x="1701" y="1941"/>
                </a:lnTo>
                <a:cubicBezTo>
                  <a:pt x="1712" y="1930"/>
                  <a:pt x="1729" y="1931"/>
                  <a:pt x="1740" y="1941"/>
                </a:cubicBezTo>
                <a:cubicBezTo>
                  <a:pt x="1750" y="1952"/>
                  <a:pt x="1751" y="1969"/>
                  <a:pt x="1740" y="1979"/>
                </a:cubicBezTo>
                <a:lnTo>
                  <a:pt x="1497" y="2222"/>
                </a:lnTo>
                <a:cubicBezTo>
                  <a:pt x="1486" y="2229"/>
                  <a:pt x="1483" y="2229"/>
                  <a:pt x="1476" y="2229"/>
                </a:cubicBezTo>
                <a:close/>
                <a:moveTo>
                  <a:pt x="993" y="2229"/>
                </a:moveTo>
                <a:cubicBezTo>
                  <a:pt x="986" y="2229"/>
                  <a:pt x="979" y="2226"/>
                  <a:pt x="976" y="2222"/>
                </a:cubicBezTo>
                <a:cubicBezTo>
                  <a:pt x="965" y="2212"/>
                  <a:pt x="965" y="2194"/>
                  <a:pt x="976" y="2184"/>
                </a:cubicBezTo>
                <a:lnTo>
                  <a:pt x="1219" y="1941"/>
                </a:lnTo>
                <a:cubicBezTo>
                  <a:pt x="1229" y="1930"/>
                  <a:pt x="1247" y="1930"/>
                  <a:pt x="1257" y="1941"/>
                </a:cubicBezTo>
                <a:cubicBezTo>
                  <a:pt x="1268" y="1951"/>
                  <a:pt x="1268" y="1969"/>
                  <a:pt x="1257" y="1979"/>
                </a:cubicBezTo>
                <a:lnTo>
                  <a:pt x="1014" y="2222"/>
                </a:lnTo>
                <a:cubicBezTo>
                  <a:pt x="1004" y="2229"/>
                  <a:pt x="1000" y="2229"/>
                  <a:pt x="993" y="2229"/>
                </a:cubicBezTo>
                <a:close/>
                <a:moveTo>
                  <a:pt x="511" y="2229"/>
                </a:moveTo>
                <a:cubicBezTo>
                  <a:pt x="504" y="2229"/>
                  <a:pt x="497" y="2226"/>
                  <a:pt x="493" y="2222"/>
                </a:cubicBezTo>
                <a:cubicBezTo>
                  <a:pt x="482" y="2212"/>
                  <a:pt x="482" y="2194"/>
                  <a:pt x="493" y="2184"/>
                </a:cubicBezTo>
                <a:lnTo>
                  <a:pt x="736" y="1941"/>
                </a:lnTo>
                <a:cubicBezTo>
                  <a:pt x="747" y="1930"/>
                  <a:pt x="764" y="1930"/>
                  <a:pt x="775" y="1941"/>
                </a:cubicBezTo>
                <a:cubicBezTo>
                  <a:pt x="785" y="1951"/>
                  <a:pt x="785" y="1969"/>
                  <a:pt x="775" y="1979"/>
                </a:cubicBezTo>
                <a:lnTo>
                  <a:pt x="532" y="2222"/>
                </a:lnTo>
                <a:cubicBezTo>
                  <a:pt x="521" y="2229"/>
                  <a:pt x="514" y="2229"/>
                  <a:pt x="511" y="2229"/>
                </a:cubicBezTo>
                <a:close/>
                <a:moveTo>
                  <a:pt x="28" y="2229"/>
                </a:moveTo>
                <a:cubicBezTo>
                  <a:pt x="21" y="2229"/>
                  <a:pt x="14" y="2226"/>
                  <a:pt x="10" y="2222"/>
                </a:cubicBezTo>
                <a:cubicBezTo>
                  <a:pt x="0" y="2212"/>
                  <a:pt x="0" y="2194"/>
                  <a:pt x="10" y="2184"/>
                </a:cubicBezTo>
                <a:lnTo>
                  <a:pt x="253" y="1941"/>
                </a:lnTo>
                <a:cubicBezTo>
                  <a:pt x="264" y="1930"/>
                  <a:pt x="282" y="1930"/>
                  <a:pt x="292" y="1941"/>
                </a:cubicBezTo>
                <a:cubicBezTo>
                  <a:pt x="303" y="1951"/>
                  <a:pt x="303" y="1969"/>
                  <a:pt x="292" y="1979"/>
                </a:cubicBezTo>
                <a:lnTo>
                  <a:pt x="49" y="2222"/>
                </a:lnTo>
                <a:cubicBezTo>
                  <a:pt x="39" y="2229"/>
                  <a:pt x="31" y="2229"/>
                  <a:pt x="28" y="2229"/>
                </a:cubicBezTo>
                <a:close/>
                <a:moveTo>
                  <a:pt x="11129" y="1747"/>
                </a:moveTo>
                <a:cubicBezTo>
                  <a:pt x="11122" y="1747"/>
                  <a:pt x="11114" y="1743"/>
                  <a:pt x="11111" y="1740"/>
                </a:cubicBezTo>
                <a:cubicBezTo>
                  <a:pt x="11100" y="1729"/>
                  <a:pt x="11100" y="1712"/>
                  <a:pt x="11111" y="1701"/>
                </a:cubicBezTo>
                <a:lnTo>
                  <a:pt x="11354" y="1458"/>
                </a:lnTo>
                <a:cubicBezTo>
                  <a:pt x="11365" y="1448"/>
                  <a:pt x="11382" y="1448"/>
                  <a:pt x="11393" y="1458"/>
                </a:cubicBezTo>
                <a:cubicBezTo>
                  <a:pt x="11403" y="1469"/>
                  <a:pt x="11403" y="1486"/>
                  <a:pt x="11393" y="1497"/>
                </a:cubicBezTo>
                <a:lnTo>
                  <a:pt x="11150" y="1740"/>
                </a:lnTo>
                <a:cubicBezTo>
                  <a:pt x="11143" y="1747"/>
                  <a:pt x="11136" y="1747"/>
                  <a:pt x="11129" y="1747"/>
                </a:cubicBezTo>
                <a:close/>
                <a:moveTo>
                  <a:pt x="10163" y="1747"/>
                </a:moveTo>
                <a:cubicBezTo>
                  <a:pt x="10156" y="1747"/>
                  <a:pt x="10149" y="1743"/>
                  <a:pt x="10146" y="1740"/>
                </a:cubicBezTo>
                <a:cubicBezTo>
                  <a:pt x="10135" y="1729"/>
                  <a:pt x="10135" y="1712"/>
                  <a:pt x="10146" y="1701"/>
                </a:cubicBezTo>
                <a:lnTo>
                  <a:pt x="10389" y="1458"/>
                </a:lnTo>
                <a:cubicBezTo>
                  <a:pt x="10399" y="1448"/>
                  <a:pt x="10417" y="1448"/>
                  <a:pt x="10428" y="1458"/>
                </a:cubicBezTo>
                <a:cubicBezTo>
                  <a:pt x="10438" y="1469"/>
                  <a:pt x="10438" y="1486"/>
                  <a:pt x="10428" y="1497"/>
                </a:cubicBezTo>
                <a:lnTo>
                  <a:pt x="10184" y="1740"/>
                </a:lnTo>
                <a:cubicBezTo>
                  <a:pt x="10177" y="1747"/>
                  <a:pt x="10170" y="1747"/>
                  <a:pt x="10163" y="1747"/>
                </a:cubicBezTo>
                <a:close/>
                <a:moveTo>
                  <a:pt x="9681" y="1747"/>
                </a:moveTo>
                <a:cubicBezTo>
                  <a:pt x="9674" y="1747"/>
                  <a:pt x="9667" y="1743"/>
                  <a:pt x="9663" y="1740"/>
                </a:cubicBezTo>
                <a:cubicBezTo>
                  <a:pt x="9652" y="1729"/>
                  <a:pt x="9652" y="1712"/>
                  <a:pt x="9663" y="1701"/>
                </a:cubicBezTo>
                <a:lnTo>
                  <a:pt x="9906" y="1458"/>
                </a:lnTo>
                <a:cubicBezTo>
                  <a:pt x="9917" y="1448"/>
                  <a:pt x="9934" y="1448"/>
                  <a:pt x="9945" y="1458"/>
                </a:cubicBezTo>
                <a:cubicBezTo>
                  <a:pt x="9955" y="1469"/>
                  <a:pt x="9955" y="1486"/>
                  <a:pt x="9945" y="1497"/>
                </a:cubicBezTo>
                <a:lnTo>
                  <a:pt x="9702" y="1740"/>
                </a:lnTo>
                <a:cubicBezTo>
                  <a:pt x="9695" y="1747"/>
                  <a:pt x="9688" y="1747"/>
                  <a:pt x="9681" y="1747"/>
                </a:cubicBezTo>
                <a:close/>
                <a:moveTo>
                  <a:pt x="9198" y="1747"/>
                </a:moveTo>
                <a:cubicBezTo>
                  <a:pt x="9191" y="1747"/>
                  <a:pt x="9184" y="1743"/>
                  <a:pt x="9180" y="1740"/>
                </a:cubicBezTo>
                <a:cubicBezTo>
                  <a:pt x="9170" y="1729"/>
                  <a:pt x="9170" y="1712"/>
                  <a:pt x="9180" y="1701"/>
                </a:cubicBezTo>
                <a:lnTo>
                  <a:pt x="9420" y="1458"/>
                </a:lnTo>
                <a:cubicBezTo>
                  <a:pt x="9431" y="1448"/>
                  <a:pt x="9448" y="1448"/>
                  <a:pt x="9459" y="1458"/>
                </a:cubicBezTo>
                <a:cubicBezTo>
                  <a:pt x="9469" y="1469"/>
                  <a:pt x="9469" y="1486"/>
                  <a:pt x="9459" y="1497"/>
                </a:cubicBezTo>
                <a:lnTo>
                  <a:pt x="9216" y="1740"/>
                </a:lnTo>
                <a:cubicBezTo>
                  <a:pt x="9212" y="1747"/>
                  <a:pt x="9205" y="1747"/>
                  <a:pt x="9198" y="1747"/>
                </a:cubicBezTo>
                <a:close/>
                <a:moveTo>
                  <a:pt x="8715" y="1747"/>
                </a:moveTo>
                <a:cubicBezTo>
                  <a:pt x="8708" y="1747"/>
                  <a:pt x="8701" y="1743"/>
                  <a:pt x="8698" y="1740"/>
                </a:cubicBezTo>
                <a:cubicBezTo>
                  <a:pt x="8687" y="1729"/>
                  <a:pt x="8687" y="1712"/>
                  <a:pt x="8698" y="1701"/>
                </a:cubicBezTo>
                <a:lnTo>
                  <a:pt x="8941" y="1458"/>
                </a:lnTo>
                <a:cubicBezTo>
                  <a:pt x="8951" y="1448"/>
                  <a:pt x="8969" y="1448"/>
                  <a:pt x="8980" y="1458"/>
                </a:cubicBezTo>
                <a:cubicBezTo>
                  <a:pt x="8990" y="1469"/>
                  <a:pt x="8990" y="1486"/>
                  <a:pt x="8980" y="1497"/>
                </a:cubicBezTo>
                <a:lnTo>
                  <a:pt x="8737" y="1740"/>
                </a:lnTo>
                <a:cubicBezTo>
                  <a:pt x="8730" y="1747"/>
                  <a:pt x="8722" y="1747"/>
                  <a:pt x="8715" y="1747"/>
                </a:cubicBezTo>
                <a:close/>
                <a:moveTo>
                  <a:pt x="8233" y="1747"/>
                </a:moveTo>
                <a:cubicBezTo>
                  <a:pt x="8226" y="1747"/>
                  <a:pt x="8219" y="1743"/>
                  <a:pt x="8215" y="1740"/>
                </a:cubicBezTo>
                <a:cubicBezTo>
                  <a:pt x="8205" y="1729"/>
                  <a:pt x="8205" y="1712"/>
                  <a:pt x="8215" y="1701"/>
                </a:cubicBezTo>
                <a:lnTo>
                  <a:pt x="8458" y="1458"/>
                </a:lnTo>
                <a:cubicBezTo>
                  <a:pt x="8469" y="1448"/>
                  <a:pt x="8486" y="1448"/>
                  <a:pt x="8497" y="1458"/>
                </a:cubicBezTo>
                <a:cubicBezTo>
                  <a:pt x="8508" y="1469"/>
                  <a:pt x="8508" y="1486"/>
                  <a:pt x="8497" y="1497"/>
                </a:cubicBezTo>
                <a:lnTo>
                  <a:pt x="8257" y="1740"/>
                </a:lnTo>
                <a:cubicBezTo>
                  <a:pt x="8247" y="1747"/>
                  <a:pt x="8240" y="1747"/>
                  <a:pt x="8233" y="1747"/>
                </a:cubicBezTo>
                <a:close/>
                <a:moveTo>
                  <a:pt x="7750" y="1747"/>
                </a:moveTo>
                <a:cubicBezTo>
                  <a:pt x="7743" y="1747"/>
                  <a:pt x="7736" y="1743"/>
                  <a:pt x="7733" y="1740"/>
                </a:cubicBezTo>
                <a:cubicBezTo>
                  <a:pt x="7722" y="1729"/>
                  <a:pt x="7722" y="1712"/>
                  <a:pt x="7733" y="1701"/>
                </a:cubicBezTo>
                <a:lnTo>
                  <a:pt x="7976" y="1458"/>
                </a:lnTo>
                <a:cubicBezTo>
                  <a:pt x="7986" y="1448"/>
                  <a:pt x="8004" y="1448"/>
                  <a:pt x="8014" y="1458"/>
                </a:cubicBezTo>
                <a:cubicBezTo>
                  <a:pt x="8025" y="1469"/>
                  <a:pt x="8025" y="1486"/>
                  <a:pt x="8014" y="1497"/>
                </a:cubicBezTo>
                <a:lnTo>
                  <a:pt x="7771" y="1740"/>
                </a:lnTo>
                <a:cubicBezTo>
                  <a:pt x="7764" y="1747"/>
                  <a:pt x="7757" y="1747"/>
                  <a:pt x="7750" y="1747"/>
                </a:cubicBezTo>
                <a:close/>
                <a:moveTo>
                  <a:pt x="6785" y="1747"/>
                </a:moveTo>
                <a:cubicBezTo>
                  <a:pt x="6778" y="1747"/>
                  <a:pt x="6771" y="1743"/>
                  <a:pt x="6767" y="1740"/>
                </a:cubicBezTo>
                <a:cubicBezTo>
                  <a:pt x="6757" y="1729"/>
                  <a:pt x="6757" y="1712"/>
                  <a:pt x="6767" y="1701"/>
                </a:cubicBezTo>
                <a:lnTo>
                  <a:pt x="7010" y="1458"/>
                </a:lnTo>
                <a:cubicBezTo>
                  <a:pt x="7021" y="1448"/>
                  <a:pt x="7039" y="1448"/>
                  <a:pt x="7049" y="1458"/>
                </a:cubicBezTo>
                <a:cubicBezTo>
                  <a:pt x="7060" y="1469"/>
                  <a:pt x="7060" y="1486"/>
                  <a:pt x="7049" y="1497"/>
                </a:cubicBezTo>
                <a:lnTo>
                  <a:pt x="6806" y="1740"/>
                </a:lnTo>
                <a:cubicBezTo>
                  <a:pt x="6799" y="1747"/>
                  <a:pt x="6792" y="1747"/>
                  <a:pt x="6785" y="1747"/>
                </a:cubicBezTo>
                <a:close/>
                <a:moveTo>
                  <a:pt x="6302" y="1747"/>
                </a:moveTo>
                <a:cubicBezTo>
                  <a:pt x="6295" y="1747"/>
                  <a:pt x="6288" y="1743"/>
                  <a:pt x="6285" y="1740"/>
                </a:cubicBezTo>
                <a:cubicBezTo>
                  <a:pt x="6274" y="1729"/>
                  <a:pt x="6274" y="1712"/>
                  <a:pt x="6285" y="1701"/>
                </a:cubicBezTo>
                <a:lnTo>
                  <a:pt x="6528" y="1458"/>
                </a:lnTo>
                <a:cubicBezTo>
                  <a:pt x="6538" y="1448"/>
                  <a:pt x="6556" y="1448"/>
                  <a:pt x="6566" y="1458"/>
                </a:cubicBezTo>
                <a:cubicBezTo>
                  <a:pt x="6577" y="1469"/>
                  <a:pt x="6577" y="1486"/>
                  <a:pt x="6566" y="1497"/>
                </a:cubicBezTo>
                <a:lnTo>
                  <a:pt x="6323" y="1740"/>
                </a:lnTo>
                <a:cubicBezTo>
                  <a:pt x="6316" y="1747"/>
                  <a:pt x="6309" y="1747"/>
                  <a:pt x="6302" y="1747"/>
                </a:cubicBezTo>
                <a:close/>
                <a:moveTo>
                  <a:pt x="5820" y="1747"/>
                </a:moveTo>
                <a:cubicBezTo>
                  <a:pt x="5813" y="1747"/>
                  <a:pt x="5806" y="1743"/>
                  <a:pt x="5802" y="1740"/>
                </a:cubicBezTo>
                <a:cubicBezTo>
                  <a:pt x="5791" y="1729"/>
                  <a:pt x="5791" y="1712"/>
                  <a:pt x="5802" y="1701"/>
                </a:cubicBezTo>
                <a:lnTo>
                  <a:pt x="6045" y="1458"/>
                </a:lnTo>
                <a:cubicBezTo>
                  <a:pt x="6056" y="1448"/>
                  <a:pt x="6073" y="1448"/>
                  <a:pt x="6084" y="1458"/>
                </a:cubicBezTo>
                <a:cubicBezTo>
                  <a:pt x="6094" y="1469"/>
                  <a:pt x="6094" y="1486"/>
                  <a:pt x="6084" y="1497"/>
                </a:cubicBezTo>
                <a:lnTo>
                  <a:pt x="5841" y="1740"/>
                </a:lnTo>
                <a:cubicBezTo>
                  <a:pt x="5834" y="1747"/>
                  <a:pt x="5827" y="1747"/>
                  <a:pt x="5820" y="1747"/>
                </a:cubicBezTo>
                <a:close/>
                <a:moveTo>
                  <a:pt x="5337" y="1747"/>
                </a:moveTo>
                <a:cubicBezTo>
                  <a:pt x="5330" y="1747"/>
                  <a:pt x="5323" y="1743"/>
                  <a:pt x="5319" y="1740"/>
                </a:cubicBezTo>
                <a:cubicBezTo>
                  <a:pt x="5309" y="1729"/>
                  <a:pt x="5309" y="1712"/>
                  <a:pt x="5319" y="1701"/>
                </a:cubicBezTo>
                <a:lnTo>
                  <a:pt x="5562" y="1458"/>
                </a:lnTo>
                <a:cubicBezTo>
                  <a:pt x="5573" y="1448"/>
                  <a:pt x="5591" y="1448"/>
                  <a:pt x="5601" y="1458"/>
                </a:cubicBezTo>
                <a:cubicBezTo>
                  <a:pt x="5612" y="1469"/>
                  <a:pt x="5612" y="1486"/>
                  <a:pt x="5601" y="1497"/>
                </a:cubicBezTo>
                <a:lnTo>
                  <a:pt x="5358" y="1740"/>
                </a:lnTo>
                <a:cubicBezTo>
                  <a:pt x="5351" y="1747"/>
                  <a:pt x="5344" y="1747"/>
                  <a:pt x="5337" y="1747"/>
                </a:cubicBezTo>
                <a:close/>
                <a:moveTo>
                  <a:pt x="1959" y="1747"/>
                </a:moveTo>
                <a:cubicBezTo>
                  <a:pt x="1951" y="1747"/>
                  <a:pt x="1944" y="1743"/>
                  <a:pt x="1941" y="1740"/>
                </a:cubicBezTo>
                <a:cubicBezTo>
                  <a:pt x="1930" y="1729"/>
                  <a:pt x="1930" y="1712"/>
                  <a:pt x="1941" y="1701"/>
                </a:cubicBezTo>
                <a:lnTo>
                  <a:pt x="2184" y="1458"/>
                </a:lnTo>
                <a:cubicBezTo>
                  <a:pt x="2195" y="1448"/>
                  <a:pt x="2212" y="1448"/>
                  <a:pt x="2223" y="1458"/>
                </a:cubicBezTo>
                <a:cubicBezTo>
                  <a:pt x="2233" y="1469"/>
                  <a:pt x="2233" y="1486"/>
                  <a:pt x="2223" y="1497"/>
                </a:cubicBezTo>
                <a:lnTo>
                  <a:pt x="1980" y="1740"/>
                </a:lnTo>
                <a:cubicBezTo>
                  <a:pt x="1969" y="1747"/>
                  <a:pt x="1966" y="1747"/>
                  <a:pt x="1959" y="1747"/>
                </a:cubicBezTo>
                <a:close/>
                <a:moveTo>
                  <a:pt x="1476" y="1747"/>
                </a:moveTo>
                <a:cubicBezTo>
                  <a:pt x="1469" y="1747"/>
                  <a:pt x="1462" y="1743"/>
                  <a:pt x="1458" y="1740"/>
                </a:cubicBezTo>
                <a:cubicBezTo>
                  <a:pt x="1448" y="1729"/>
                  <a:pt x="1448" y="1712"/>
                  <a:pt x="1458" y="1701"/>
                </a:cubicBezTo>
                <a:lnTo>
                  <a:pt x="1701" y="1458"/>
                </a:lnTo>
                <a:cubicBezTo>
                  <a:pt x="1712" y="1448"/>
                  <a:pt x="1729" y="1448"/>
                  <a:pt x="1740" y="1458"/>
                </a:cubicBezTo>
                <a:cubicBezTo>
                  <a:pt x="1750" y="1469"/>
                  <a:pt x="1751" y="1486"/>
                  <a:pt x="1740" y="1497"/>
                </a:cubicBezTo>
                <a:lnTo>
                  <a:pt x="1497" y="1740"/>
                </a:lnTo>
                <a:cubicBezTo>
                  <a:pt x="1486" y="1747"/>
                  <a:pt x="1483" y="1747"/>
                  <a:pt x="1476" y="1747"/>
                </a:cubicBezTo>
                <a:close/>
                <a:moveTo>
                  <a:pt x="993" y="1747"/>
                </a:moveTo>
                <a:cubicBezTo>
                  <a:pt x="986" y="1747"/>
                  <a:pt x="979" y="1743"/>
                  <a:pt x="976" y="1740"/>
                </a:cubicBezTo>
                <a:cubicBezTo>
                  <a:pt x="965" y="1729"/>
                  <a:pt x="965" y="1712"/>
                  <a:pt x="976" y="1701"/>
                </a:cubicBezTo>
                <a:lnTo>
                  <a:pt x="1219" y="1458"/>
                </a:lnTo>
                <a:cubicBezTo>
                  <a:pt x="1229" y="1448"/>
                  <a:pt x="1247" y="1448"/>
                  <a:pt x="1257" y="1458"/>
                </a:cubicBezTo>
                <a:cubicBezTo>
                  <a:pt x="1268" y="1469"/>
                  <a:pt x="1268" y="1486"/>
                  <a:pt x="1257" y="1497"/>
                </a:cubicBezTo>
                <a:lnTo>
                  <a:pt x="1014" y="1740"/>
                </a:lnTo>
                <a:cubicBezTo>
                  <a:pt x="1004" y="1747"/>
                  <a:pt x="1000" y="1747"/>
                  <a:pt x="993" y="1747"/>
                </a:cubicBezTo>
                <a:close/>
                <a:moveTo>
                  <a:pt x="511" y="1747"/>
                </a:moveTo>
                <a:cubicBezTo>
                  <a:pt x="504" y="1747"/>
                  <a:pt x="497" y="1743"/>
                  <a:pt x="493" y="1740"/>
                </a:cubicBezTo>
                <a:cubicBezTo>
                  <a:pt x="482" y="1729"/>
                  <a:pt x="482" y="1712"/>
                  <a:pt x="493" y="1701"/>
                </a:cubicBezTo>
                <a:lnTo>
                  <a:pt x="736" y="1458"/>
                </a:lnTo>
                <a:cubicBezTo>
                  <a:pt x="747" y="1448"/>
                  <a:pt x="764" y="1448"/>
                  <a:pt x="775" y="1458"/>
                </a:cubicBezTo>
                <a:cubicBezTo>
                  <a:pt x="785" y="1469"/>
                  <a:pt x="785" y="1486"/>
                  <a:pt x="775" y="1497"/>
                </a:cubicBezTo>
                <a:lnTo>
                  <a:pt x="532" y="1740"/>
                </a:lnTo>
                <a:cubicBezTo>
                  <a:pt x="521" y="1747"/>
                  <a:pt x="514" y="1747"/>
                  <a:pt x="511" y="1747"/>
                </a:cubicBezTo>
                <a:close/>
                <a:moveTo>
                  <a:pt x="28" y="1747"/>
                </a:moveTo>
                <a:cubicBezTo>
                  <a:pt x="21" y="1747"/>
                  <a:pt x="14" y="1743"/>
                  <a:pt x="10" y="1740"/>
                </a:cubicBezTo>
                <a:cubicBezTo>
                  <a:pt x="0" y="1729"/>
                  <a:pt x="0" y="1712"/>
                  <a:pt x="10" y="1701"/>
                </a:cubicBezTo>
                <a:lnTo>
                  <a:pt x="253" y="1458"/>
                </a:lnTo>
                <a:cubicBezTo>
                  <a:pt x="264" y="1448"/>
                  <a:pt x="282" y="1448"/>
                  <a:pt x="292" y="1458"/>
                </a:cubicBezTo>
                <a:cubicBezTo>
                  <a:pt x="303" y="1469"/>
                  <a:pt x="303" y="1486"/>
                  <a:pt x="292" y="1497"/>
                </a:cubicBezTo>
                <a:lnTo>
                  <a:pt x="49" y="1740"/>
                </a:lnTo>
                <a:cubicBezTo>
                  <a:pt x="39" y="1747"/>
                  <a:pt x="31" y="1747"/>
                  <a:pt x="28" y="1747"/>
                </a:cubicBezTo>
                <a:close/>
                <a:moveTo>
                  <a:pt x="10646" y="1747"/>
                </a:moveTo>
                <a:cubicBezTo>
                  <a:pt x="10639" y="1747"/>
                  <a:pt x="10632" y="1743"/>
                  <a:pt x="10628" y="1740"/>
                </a:cubicBezTo>
                <a:cubicBezTo>
                  <a:pt x="10618" y="1729"/>
                  <a:pt x="10618" y="1712"/>
                  <a:pt x="10628" y="1701"/>
                </a:cubicBezTo>
                <a:lnTo>
                  <a:pt x="10871" y="1458"/>
                </a:lnTo>
                <a:cubicBezTo>
                  <a:pt x="10882" y="1448"/>
                  <a:pt x="10899" y="1448"/>
                  <a:pt x="10910" y="1458"/>
                </a:cubicBezTo>
                <a:cubicBezTo>
                  <a:pt x="10920" y="1469"/>
                  <a:pt x="10921" y="1486"/>
                  <a:pt x="10910" y="1497"/>
                </a:cubicBezTo>
                <a:lnTo>
                  <a:pt x="10667" y="1740"/>
                </a:lnTo>
                <a:cubicBezTo>
                  <a:pt x="10660" y="1747"/>
                  <a:pt x="10653" y="1747"/>
                  <a:pt x="10646" y="1747"/>
                </a:cubicBezTo>
                <a:close/>
                <a:moveTo>
                  <a:pt x="7268" y="1747"/>
                </a:moveTo>
                <a:cubicBezTo>
                  <a:pt x="7260" y="1747"/>
                  <a:pt x="7253" y="1743"/>
                  <a:pt x="7250" y="1740"/>
                </a:cubicBezTo>
                <a:cubicBezTo>
                  <a:pt x="7239" y="1729"/>
                  <a:pt x="7239" y="1712"/>
                  <a:pt x="7250" y="1701"/>
                </a:cubicBezTo>
                <a:lnTo>
                  <a:pt x="7493" y="1458"/>
                </a:lnTo>
                <a:cubicBezTo>
                  <a:pt x="7504" y="1448"/>
                  <a:pt x="7521" y="1448"/>
                  <a:pt x="7532" y="1458"/>
                </a:cubicBezTo>
                <a:cubicBezTo>
                  <a:pt x="7542" y="1469"/>
                  <a:pt x="7542" y="1486"/>
                  <a:pt x="7532" y="1497"/>
                </a:cubicBezTo>
                <a:lnTo>
                  <a:pt x="7289" y="1740"/>
                </a:lnTo>
                <a:cubicBezTo>
                  <a:pt x="7282" y="1747"/>
                  <a:pt x="7275" y="1747"/>
                  <a:pt x="7268" y="1747"/>
                </a:cubicBezTo>
                <a:close/>
                <a:moveTo>
                  <a:pt x="4854" y="1747"/>
                </a:moveTo>
                <a:cubicBezTo>
                  <a:pt x="4847" y="1747"/>
                  <a:pt x="4840" y="1743"/>
                  <a:pt x="4837" y="1740"/>
                </a:cubicBezTo>
                <a:cubicBezTo>
                  <a:pt x="4826" y="1729"/>
                  <a:pt x="4826" y="1712"/>
                  <a:pt x="4837" y="1701"/>
                </a:cubicBezTo>
                <a:lnTo>
                  <a:pt x="5080" y="1458"/>
                </a:lnTo>
                <a:cubicBezTo>
                  <a:pt x="5090" y="1448"/>
                  <a:pt x="5108" y="1448"/>
                  <a:pt x="5119" y="1458"/>
                </a:cubicBezTo>
                <a:cubicBezTo>
                  <a:pt x="5129" y="1469"/>
                  <a:pt x="5129" y="1486"/>
                  <a:pt x="5119" y="1497"/>
                </a:cubicBezTo>
                <a:lnTo>
                  <a:pt x="4875" y="1740"/>
                </a:lnTo>
                <a:cubicBezTo>
                  <a:pt x="4865" y="1747"/>
                  <a:pt x="4861" y="1747"/>
                  <a:pt x="4854" y="1747"/>
                </a:cubicBezTo>
                <a:close/>
                <a:moveTo>
                  <a:pt x="4372" y="1747"/>
                </a:moveTo>
                <a:cubicBezTo>
                  <a:pt x="4365" y="1747"/>
                  <a:pt x="4358" y="1743"/>
                  <a:pt x="4354" y="1740"/>
                </a:cubicBezTo>
                <a:cubicBezTo>
                  <a:pt x="4344" y="1729"/>
                  <a:pt x="4344" y="1712"/>
                  <a:pt x="4354" y="1701"/>
                </a:cubicBezTo>
                <a:lnTo>
                  <a:pt x="4597" y="1458"/>
                </a:lnTo>
                <a:cubicBezTo>
                  <a:pt x="4608" y="1448"/>
                  <a:pt x="4625" y="1448"/>
                  <a:pt x="4636" y="1458"/>
                </a:cubicBezTo>
                <a:cubicBezTo>
                  <a:pt x="4646" y="1469"/>
                  <a:pt x="4646" y="1486"/>
                  <a:pt x="4636" y="1497"/>
                </a:cubicBezTo>
                <a:lnTo>
                  <a:pt x="4393" y="1740"/>
                </a:lnTo>
                <a:cubicBezTo>
                  <a:pt x="4382" y="1747"/>
                  <a:pt x="4379" y="1747"/>
                  <a:pt x="4372" y="1747"/>
                </a:cubicBezTo>
                <a:close/>
                <a:moveTo>
                  <a:pt x="3889" y="1747"/>
                </a:moveTo>
                <a:cubicBezTo>
                  <a:pt x="3882" y="1747"/>
                  <a:pt x="3875" y="1743"/>
                  <a:pt x="3871" y="1740"/>
                </a:cubicBezTo>
                <a:cubicBezTo>
                  <a:pt x="3861" y="1729"/>
                  <a:pt x="3861" y="1712"/>
                  <a:pt x="3871" y="1701"/>
                </a:cubicBezTo>
                <a:lnTo>
                  <a:pt x="4115" y="1458"/>
                </a:lnTo>
                <a:cubicBezTo>
                  <a:pt x="4125" y="1448"/>
                  <a:pt x="4143" y="1448"/>
                  <a:pt x="4153" y="1458"/>
                </a:cubicBezTo>
                <a:cubicBezTo>
                  <a:pt x="4164" y="1469"/>
                  <a:pt x="4164" y="1486"/>
                  <a:pt x="4153" y="1497"/>
                </a:cubicBezTo>
                <a:lnTo>
                  <a:pt x="3910" y="1740"/>
                </a:lnTo>
                <a:cubicBezTo>
                  <a:pt x="3900" y="1747"/>
                  <a:pt x="3896" y="1747"/>
                  <a:pt x="3889" y="1747"/>
                </a:cubicBezTo>
                <a:close/>
                <a:moveTo>
                  <a:pt x="3406" y="1747"/>
                </a:moveTo>
                <a:cubicBezTo>
                  <a:pt x="3399" y="1747"/>
                  <a:pt x="3392" y="1743"/>
                  <a:pt x="3389" y="1740"/>
                </a:cubicBezTo>
                <a:cubicBezTo>
                  <a:pt x="3378" y="1729"/>
                  <a:pt x="3378" y="1712"/>
                  <a:pt x="3389" y="1701"/>
                </a:cubicBezTo>
                <a:lnTo>
                  <a:pt x="3632" y="1458"/>
                </a:lnTo>
                <a:cubicBezTo>
                  <a:pt x="3642" y="1448"/>
                  <a:pt x="3660" y="1448"/>
                  <a:pt x="3671" y="1458"/>
                </a:cubicBezTo>
                <a:cubicBezTo>
                  <a:pt x="3681" y="1469"/>
                  <a:pt x="3681" y="1486"/>
                  <a:pt x="3671" y="1497"/>
                </a:cubicBezTo>
                <a:lnTo>
                  <a:pt x="3428" y="1740"/>
                </a:lnTo>
                <a:cubicBezTo>
                  <a:pt x="3417" y="1747"/>
                  <a:pt x="3413" y="1747"/>
                  <a:pt x="3406" y="1747"/>
                </a:cubicBezTo>
                <a:close/>
                <a:moveTo>
                  <a:pt x="2924" y="1747"/>
                </a:moveTo>
                <a:cubicBezTo>
                  <a:pt x="2917" y="1747"/>
                  <a:pt x="2910" y="1743"/>
                  <a:pt x="2906" y="1740"/>
                </a:cubicBezTo>
                <a:cubicBezTo>
                  <a:pt x="2896" y="1729"/>
                  <a:pt x="2896" y="1712"/>
                  <a:pt x="2906" y="1701"/>
                </a:cubicBezTo>
                <a:lnTo>
                  <a:pt x="3149" y="1458"/>
                </a:lnTo>
                <a:cubicBezTo>
                  <a:pt x="3160" y="1448"/>
                  <a:pt x="3177" y="1448"/>
                  <a:pt x="3188" y="1458"/>
                </a:cubicBezTo>
                <a:cubicBezTo>
                  <a:pt x="3199" y="1469"/>
                  <a:pt x="3199" y="1486"/>
                  <a:pt x="3188" y="1497"/>
                </a:cubicBezTo>
                <a:lnTo>
                  <a:pt x="2945" y="1740"/>
                </a:lnTo>
                <a:cubicBezTo>
                  <a:pt x="2934" y="1747"/>
                  <a:pt x="2931" y="1747"/>
                  <a:pt x="2924" y="1747"/>
                </a:cubicBezTo>
                <a:close/>
                <a:moveTo>
                  <a:pt x="2441" y="1747"/>
                </a:moveTo>
                <a:cubicBezTo>
                  <a:pt x="2434" y="1747"/>
                  <a:pt x="2427" y="1743"/>
                  <a:pt x="2424" y="1740"/>
                </a:cubicBezTo>
                <a:cubicBezTo>
                  <a:pt x="2413" y="1729"/>
                  <a:pt x="2413" y="1712"/>
                  <a:pt x="2424" y="1701"/>
                </a:cubicBezTo>
                <a:lnTo>
                  <a:pt x="2667" y="1458"/>
                </a:lnTo>
                <a:cubicBezTo>
                  <a:pt x="2677" y="1448"/>
                  <a:pt x="2694" y="1448"/>
                  <a:pt x="2705" y="1458"/>
                </a:cubicBezTo>
                <a:cubicBezTo>
                  <a:pt x="2715" y="1469"/>
                  <a:pt x="2716" y="1486"/>
                  <a:pt x="2705" y="1497"/>
                </a:cubicBezTo>
                <a:lnTo>
                  <a:pt x="2462" y="1740"/>
                </a:lnTo>
                <a:cubicBezTo>
                  <a:pt x="2452" y="1747"/>
                  <a:pt x="2448" y="1747"/>
                  <a:pt x="2441" y="1747"/>
                </a:cubicBezTo>
                <a:close/>
                <a:moveTo>
                  <a:pt x="10646" y="1264"/>
                </a:moveTo>
                <a:cubicBezTo>
                  <a:pt x="10639" y="1264"/>
                  <a:pt x="10632" y="1261"/>
                  <a:pt x="10628" y="1257"/>
                </a:cubicBezTo>
                <a:cubicBezTo>
                  <a:pt x="10618" y="1247"/>
                  <a:pt x="10618" y="1229"/>
                  <a:pt x="10628" y="1219"/>
                </a:cubicBezTo>
                <a:lnTo>
                  <a:pt x="10871" y="976"/>
                </a:lnTo>
                <a:cubicBezTo>
                  <a:pt x="10882" y="965"/>
                  <a:pt x="10899" y="966"/>
                  <a:pt x="10910" y="976"/>
                </a:cubicBezTo>
                <a:cubicBezTo>
                  <a:pt x="10920" y="987"/>
                  <a:pt x="10921" y="1004"/>
                  <a:pt x="10910" y="1014"/>
                </a:cubicBezTo>
                <a:lnTo>
                  <a:pt x="10667" y="1257"/>
                </a:lnTo>
                <a:cubicBezTo>
                  <a:pt x="10660" y="1261"/>
                  <a:pt x="10653" y="1264"/>
                  <a:pt x="10646" y="1264"/>
                </a:cubicBezTo>
                <a:close/>
                <a:moveTo>
                  <a:pt x="7268" y="1264"/>
                </a:moveTo>
                <a:cubicBezTo>
                  <a:pt x="7260" y="1264"/>
                  <a:pt x="7253" y="1261"/>
                  <a:pt x="7250" y="1257"/>
                </a:cubicBezTo>
                <a:cubicBezTo>
                  <a:pt x="7239" y="1247"/>
                  <a:pt x="7239" y="1229"/>
                  <a:pt x="7250" y="1219"/>
                </a:cubicBezTo>
                <a:lnTo>
                  <a:pt x="7493" y="976"/>
                </a:lnTo>
                <a:cubicBezTo>
                  <a:pt x="7504" y="965"/>
                  <a:pt x="7521" y="965"/>
                  <a:pt x="7532" y="976"/>
                </a:cubicBezTo>
                <a:cubicBezTo>
                  <a:pt x="7542" y="986"/>
                  <a:pt x="7542" y="1004"/>
                  <a:pt x="7532" y="1014"/>
                </a:cubicBezTo>
                <a:lnTo>
                  <a:pt x="7289" y="1257"/>
                </a:lnTo>
                <a:cubicBezTo>
                  <a:pt x="7282" y="1261"/>
                  <a:pt x="7275" y="1264"/>
                  <a:pt x="7268" y="1264"/>
                </a:cubicBezTo>
                <a:close/>
                <a:moveTo>
                  <a:pt x="4854" y="1264"/>
                </a:moveTo>
                <a:cubicBezTo>
                  <a:pt x="4847" y="1264"/>
                  <a:pt x="4840" y="1261"/>
                  <a:pt x="4837" y="1257"/>
                </a:cubicBezTo>
                <a:cubicBezTo>
                  <a:pt x="4826" y="1247"/>
                  <a:pt x="4826" y="1229"/>
                  <a:pt x="4837" y="1219"/>
                </a:cubicBezTo>
                <a:lnTo>
                  <a:pt x="5080" y="976"/>
                </a:lnTo>
                <a:cubicBezTo>
                  <a:pt x="5090" y="965"/>
                  <a:pt x="5108" y="965"/>
                  <a:pt x="5119" y="976"/>
                </a:cubicBezTo>
                <a:cubicBezTo>
                  <a:pt x="5129" y="986"/>
                  <a:pt x="5129" y="1004"/>
                  <a:pt x="5119" y="1014"/>
                </a:cubicBezTo>
                <a:lnTo>
                  <a:pt x="4875" y="1257"/>
                </a:lnTo>
                <a:cubicBezTo>
                  <a:pt x="4865" y="1261"/>
                  <a:pt x="4861" y="1264"/>
                  <a:pt x="4854" y="1264"/>
                </a:cubicBezTo>
                <a:close/>
                <a:moveTo>
                  <a:pt x="4372" y="1264"/>
                </a:moveTo>
                <a:cubicBezTo>
                  <a:pt x="4365" y="1264"/>
                  <a:pt x="4358" y="1261"/>
                  <a:pt x="4354" y="1257"/>
                </a:cubicBezTo>
                <a:cubicBezTo>
                  <a:pt x="4344" y="1247"/>
                  <a:pt x="4344" y="1229"/>
                  <a:pt x="4354" y="1219"/>
                </a:cubicBezTo>
                <a:lnTo>
                  <a:pt x="4597" y="976"/>
                </a:lnTo>
                <a:cubicBezTo>
                  <a:pt x="4608" y="965"/>
                  <a:pt x="4625" y="965"/>
                  <a:pt x="4636" y="976"/>
                </a:cubicBezTo>
                <a:cubicBezTo>
                  <a:pt x="4646" y="986"/>
                  <a:pt x="4646" y="1004"/>
                  <a:pt x="4636" y="1014"/>
                </a:cubicBezTo>
                <a:lnTo>
                  <a:pt x="4393" y="1257"/>
                </a:lnTo>
                <a:cubicBezTo>
                  <a:pt x="4382" y="1261"/>
                  <a:pt x="4379" y="1264"/>
                  <a:pt x="4372" y="1264"/>
                </a:cubicBezTo>
                <a:close/>
                <a:moveTo>
                  <a:pt x="3889" y="1264"/>
                </a:moveTo>
                <a:cubicBezTo>
                  <a:pt x="3882" y="1264"/>
                  <a:pt x="3875" y="1261"/>
                  <a:pt x="3871" y="1257"/>
                </a:cubicBezTo>
                <a:cubicBezTo>
                  <a:pt x="3861" y="1247"/>
                  <a:pt x="3861" y="1229"/>
                  <a:pt x="3871" y="1219"/>
                </a:cubicBezTo>
                <a:lnTo>
                  <a:pt x="4115" y="976"/>
                </a:lnTo>
                <a:cubicBezTo>
                  <a:pt x="4125" y="965"/>
                  <a:pt x="4143" y="965"/>
                  <a:pt x="4153" y="976"/>
                </a:cubicBezTo>
                <a:cubicBezTo>
                  <a:pt x="4164" y="986"/>
                  <a:pt x="4164" y="1004"/>
                  <a:pt x="4153" y="1014"/>
                </a:cubicBezTo>
                <a:lnTo>
                  <a:pt x="3910" y="1257"/>
                </a:lnTo>
                <a:cubicBezTo>
                  <a:pt x="3900" y="1261"/>
                  <a:pt x="3896" y="1264"/>
                  <a:pt x="3889" y="1264"/>
                </a:cubicBezTo>
                <a:close/>
                <a:moveTo>
                  <a:pt x="3406" y="1264"/>
                </a:moveTo>
                <a:cubicBezTo>
                  <a:pt x="3399" y="1264"/>
                  <a:pt x="3392" y="1261"/>
                  <a:pt x="3389" y="1257"/>
                </a:cubicBezTo>
                <a:cubicBezTo>
                  <a:pt x="3378" y="1247"/>
                  <a:pt x="3378" y="1229"/>
                  <a:pt x="3389" y="1219"/>
                </a:cubicBezTo>
                <a:lnTo>
                  <a:pt x="3632" y="976"/>
                </a:lnTo>
                <a:cubicBezTo>
                  <a:pt x="3642" y="965"/>
                  <a:pt x="3660" y="965"/>
                  <a:pt x="3671" y="976"/>
                </a:cubicBezTo>
                <a:cubicBezTo>
                  <a:pt x="3681" y="986"/>
                  <a:pt x="3681" y="1004"/>
                  <a:pt x="3671" y="1014"/>
                </a:cubicBezTo>
                <a:lnTo>
                  <a:pt x="3428" y="1257"/>
                </a:lnTo>
                <a:cubicBezTo>
                  <a:pt x="3417" y="1261"/>
                  <a:pt x="3413" y="1264"/>
                  <a:pt x="3406" y="1264"/>
                </a:cubicBezTo>
                <a:close/>
                <a:moveTo>
                  <a:pt x="2924" y="1264"/>
                </a:moveTo>
                <a:cubicBezTo>
                  <a:pt x="2917" y="1264"/>
                  <a:pt x="2910" y="1261"/>
                  <a:pt x="2906" y="1257"/>
                </a:cubicBezTo>
                <a:cubicBezTo>
                  <a:pt x="2896" y="1247"/>
                  <a:pt x="2896" y="1229"/>
                  <a:pt x="2906" y="1219"/>
                </a:cubicBezTo>
                <a:lnTo>
                  <a:pt x="3149" y="976"/>
                </a:lnTo>
                <a:cubicBezTo>
                  <a:pt x="3160" y="965"/>
                  <a:pt x="3177" y="966"/>
                  <a:pt x="3188" y="976"/>
                </a:cubicBezTo>
                <a:cubicBezTo>
                  <a:pt x="3199" y="987"/>
                  <a:pt x="3199" y="1004"/>
                  <a:pt x="3188" y="1014"/>
                </a:cubicBezTo>
                <a:lnTo>
                  <a:pt x="2945" y="1257"/>
                </a:lnTo>
                <a:cubicBezTo>
                  <a:pt x="2934" y="1261"/>
                  <a:pt x="2931" y="1264"/>
                  <a:pt x="2924" y="1264"/>
                </a:cubicBezTo>
                <a:close/>
                <a:moveTo>
                  <a:pt x="2441" y="1264"/>
                </a:moveTo>
                <a:cubicBezTo>
                  <a:pt x="2434" y="1264"/>
                  <a:pt x="2427" y="1261"/>
                  <a:pt x="2424" y="1257"/>
                </a:cubicBezTo>
                <a:cubicBezTo>
                  <a:pt x="2413" y="1247"/>
                  <a:pt x="2413" y="1229"/>
                  <a:pt x="2424" y="1219"/>
                </a:cubicBezTo>
                <a:lnTo>
                  <a:pt x="2667" y="976"/>
                </a:lnTo>
                <a:cubicBezTo>
                  <a:pt x="2677" y="965"/>
                  <a:pt x="2694" y="966"/>
                  <a:pt x="2705" y="976"/>
                </a:cubicBezTo>
                <a:cubicBezTo>
                  <a:pt x="2715" y="987"/>
                  <a:pt x="2716" y="1004"/>
                  <a:pt x="2705" y="1014"/>
                </a:cubicBezTo>
                <a:lnTo>
                  <a:pt x="2462" y="1257"/>
                </a:lnTo>
                <a:cubicBezTo>
                  <a:pt x="2452" y="1261"/>
                  <a:pt x="2448" y="1264"/>
                  <a:pt x="2441" y="1264"/>
                </a:cubicBezTo>
                <a:close/>
                <a:moveTo>
                  <a:pt x="11129" y="1264"/>
                </a:moveTo>
                <a:cubicBezTo>
                  <a:pt x="11122" y="1264"/>
                  <a:pt x="11114" y="1261"/>
                  <a:pt x="11111" y="1257"/>
                </a:cubicBezTo>
                <a:cubicBezTo>
                  <a:pt x="11100" y="1247"/>
                  <a:pt x="11100" y="1229"/>
                  <a:pt x="11111" y="1219"/>
                </a:cubicBezTo>
                <a:lnTo>
                  <a:pt x="11354" y="976"/>
                </a:lnTo>
                <a:cubicBezTo>
                  <a:pt x="11365" y="965"/>
                  <a:pt x="11382" y="966"/>
                  <a:pt x="11393" y="976"/>
                </a:cubicBezTo>
                <a:cubicBezTo>
                  <a:pt x="11403" y="987"/>
                  <a:pt x="11403" y="1004"/>
                  <a:pt x="11393" y="1014"/>
                </a:cubicBezTo>
                <a:lnTo>
                  <a:pt x="11150" y="1257"/>
                </a:lnTo>
                <a:cubicBezTo>
                  <a:pt x="11143" y="1261"/>
                  <a:pt x="11136" y="1264"/>
                  <a:pt x="11129" y="1264"/>
                </a:cubicBezTo>
                <a:close/>
                <a:moveTo>
                  <a:pt x="10163" y="1264"/>
                </a:moveTo>
                <a:cubicBezTo>
                  <a:pt x="10156" y="1264"/>
                  <a:pt x="10149" y="1261"/>
                  <a:pt x="10146" y="1257"/>
                </a:cubicBezTo>
                <a:cubicBezTo>
                  <a:pt x="10135" y="1247"/>
                  <a:pt x="10135" y="1229"/>
                  <a:pt x="10146" y="1219"/>
                </a:cubicBezTo>
                <a:lnTo>
                  <a:pt x="10389" y="976"/>
                </a:lnTo>
                <a:cubicBezTo>
                  <a:pt x="10399" y="965"/>
                  <a:pt x="10417" y="966"/>
                  <a:pt x="10428" y="976"/>
                </a:cubicBezTo>
                <a:cubicBezTo>
                  <a:pt x="10438" y="987"/>
                  <a:pt x="10438" y="1004"/>
                  <a:pt x="10428" y="1014"/>
                </a:cubicBezTo>
                <a:lnTo>
                  <a:pt x="10184" y="1257"/>
                </a:lnTo>
                <a:cubicBezTo>
                  <a:pt x="10177" y="1261"/>
                  <a:pt x="10170" y="1264"/>
                  <a:pt x="10163" y="1264"/>
                </a:cubicBezTo>
                <a:close/>
                <a:moveTo>
                  <a:pt x="9681" y="1264"/>
                </a:moveTo>
                <a:cubicBezTo>
                  <a:pt x="9674" y="1264"/>
                  <a:pt x="9667" y="1261"/>
                  <a:pt x="9663" y="1257"/>
                </a:cubicBezTo>
                <a:cubicBezTo>
                  <a:pt x="9652" y="1247"/>
                  <a:pt x="9652" y="1229"/>
                  <a:pt x="9663" y="1219"/>
                </a:cubicBezTo>
                <a:lnTo>
                  <a:pt x="9906" y="976"/>
                </a:lnTo>
                <a:cubicBezTo>
                  <a:pt x="9917" y="965"/>
                  <a:pt x="9934" y="966"/>
                  <a:pt x="9945" y="976"/>
                </a:cubicBezTo>
                <a:cubicBezTo>
                  <a:pt x="9955" y="987"/>
                  <a:pt x="9955" y="1004"/>
                  <a:pt x="9945" y="1014"/>
                </a:cubicBezTo>
                <a:lnTo>
                  <a:pt x="9702" y="1257"/>
                </a:lnTo>
                <a:cubicBezTo>
                  <a:pt x="9695" y="1261"/>
                  <a:pt x="9688" y="1264"/>
                  <a:pt x="9681" y="1264"/>
                </a:cubicBezTo>
                <a:close/>
                <a:moveTo>
                  <a:pt x="9198" y="1264"/>
                </a:moveTo>
                <a:cubicBezTo>
                  <a:pt x="9191" y="1264"/>
                  <a:pt x="9184" y="1261"/>
                  <a:pt x="9180" y="1257"/>
                </a:cubicBezTo>
                <a:cubicBezTo>
                  <a:pt x="9170" y="1247"/>
                  <a:pt x="9170" y="1229"/>
                  <a:pt x="9180" y="1219"/>
                </a:cubicBezTo>
                <a:lnTo>
                  <a:pt x="9420" y="976"/>
                </a:lnTo>
                <a:cubicBezTo>
                  <a:pt x="9431" y="965"/>
                  <a:pt x="9448" y="966"/>
                  <a:pt x="9459" y="976"/>
                </a:cubicBezTo>
                <a:cubicBezTo>
                  <a:pt x="9469" y="987"/>
                  <a:pt x="9469" y="1004"/>
                  <a:pt x="9459" y="1014"/>
                </a:cubicBezTo>
                <a:lnTo>
                  <a:pt x="9216" y="1257"/>
                </a:lnTo>
                <a:cubicBezTo>
                  <a:pt x="9212" y="1261"/>
                  <a:pt x="9205" y="1264"/>
                  <a:pt x="9198" y="1264"/>
                </a:cubicBezTo>
                <a:close/>
                <a:moveTo>
                  <a:pt x="8715" y="1264"/>
                </a:moveTo>
                <a:cubicBezTo>
                  <a:pt x="8708" y="1264"/>
                  <a:pt x="8701" y="1261"/>
                  <a:pt x="8698" y="1257"/>
                </a:cubicBezTo>
                <a:cubicBezTo>
                  <a:pt x="8687" y="1247"/>
                  <a:pt x="8687" y="1229"/>
                  <a:pt x="8698" y="1219"/>
                </a:cubicBezTo>
                <a:lnTo>
                  <a:pt x="8941" y="976"/>
                </a:lnTo>
                <a:cubicBezTo>
                  <a:pt x="8951" y="965"/>
                  <a:pt x="8969" y="966"/>
                  <a:pt x="8980" y="976"/>
                </a:cubicBezTo>
                <a:cubicBezTo>
                  <a:pt x="8990" y="987"/>
                  <a:pt x="8990" y="1004"/>
                  <a:pt x="8980" y="1014"/>
                </a:cubicBezTo>
                <a:lnTo>
                  <a:pt x="8737" y="1257"/>
                </a:lnTo>
                <a:cubicBezTo>
                  <a:pt x="8730" y="1261"/>
                  <a:pt x="8722" y="1264"/>
                  <a:pt x="8715" y="1264"/>
                </a:cubicBezTo>
                <a:close/>
                <a:moveTo>
                  <a:pt x="8233" y="1264"/>
                </a:moveTo>
                <a:cubicBezTo>
                  <a:pt x="8226" y="1264"/>
                  <a:pt x="8219" y="1261"/>
                  <a:pt x="8215" y="1257"/>
                </a:cubicBezTo>
                <a:cubicBezTo>
                  <a:pt x="8205" y="1247"/>
                  <a:pt x="8205" y="1229"/>
                  <a:pt x="8215" y="1219"/>
                </a:cubicBezTo>
                <a:lnTo>
                  <a:pt x="8458" y="976"/>
                </a:lnTo>
                <a:cubicBezTo>
                  <a:pt x="8469" y="965"/>
                  <a:pt x="8486" y="966"/>
                  <a:pt x="8497" y="976"/>
                </a:cubicBezTo>
                <a:cubicBezTo>
                  <a:pt x="8508" y="987"/>
                  <a:pt x="8508" y="1004"/>
                  <a:pt x="8497" y="1014"/>
                </a:cubicBezTo>
                <a:lnTo>
                  <a:pt x="8257" y="1257"/>
                </a:lnTo>
                <a:cubicBezTo>
                  <a:pt x="8247" y="1261"/>
                  <a:pt x="8240" y="1264"/>
                  <a:pt x="8233" y="1264"/>
                </a:cubicBezTo>
                <a:close/>
                <a:moveTo>
                  <a:pt x="7750" y="1264"/>
                </a:moveTo>
                <a:cubicBezTo>
                  <a:pt x="7743" y="1264"/>
                  <a:pt x="7736" y="1261"/>
                  <a:pt x="7733" y="1257"/>
                </a:cubicBezTo>
                <a:cubicBezTo>
                  <a:pt x="7722" y="1247"/>
                  <a:pt x="7722" y="1229"/>
                  <a:pt x="7733" y="1219"/>
                </a:cubicBezTo>
                <a:lnTo>
                  <a:pt x="7976" y="976"/>
                </a:lnTo>
                <a:cubicBezTo>
                  <a:pt x="7986" y="965"/>
                  <a:pt x="8004" y="965"/>
                  <a:pt x="8014" y="976"/>
                </a:cubicBezTo>
                <a:cubicBezTo>
                  <a:pt x="8025" y="986"/>
                  <a:pt x="8025" y="1004"/>
                  <a:pt x="8014" y="1014"/>
                </a:cubicBezTo>
                <a:lnTo>
                  <a:pt x="7771" y="1257"/>
                </a:lnTo>
                <a:cubicBezTo>
                  <a:pt x="7764" y="1261"/>
                  <a:pt x="7757" y="1264"/>
                  <a:pt x="7750" y="1264"/>
                </a:cubicBezTo>
                <a:close/>
                <a:moveTo>
                  <a:pt x="6785" y="1264"/>
                </a:moveTo>
                <a:cubicBezTo>
                  <a:pt x="6778" y="1264"/>
                  <a:pt x="6771" y="1261"/>
                  <a:pt x="6767" y="1257"/>
                </a:cubicBezTo>
                <a:cubicBezTo>
                  <a:pt x="6757" y="1247"/>
                  <a:pt x="6757" y="1229"/>
                  <a:pt x="6767" y="1219"/>
                </a:cubicBezTo>
                <a:lnTo>
                  <a:pt x="7010" y="976"/>
                </a:lnTo>
                <a:cubicBezTo>
                  <a:pt x="7021" y="965"/>
                  <a:pt x="7039" y="965"/>
                  <a:pt x="7049" y="976"/>
                </a:cubicBezTo>
                <a:cubicBezTo>
                  <a:pt x="7060" y="986"/>
                  <a:pt x="7060" y="1004"/>
                  <a:pt x="7049" y="1014"/>
                </a:cubicBezTo>
                <a:lnTo>
                  <a:pt x="6806" y="1257"/>
                </a:lnTo>
                <a:cubicBezTo>
                  <a:pt x="6799" y="1261"/>
                  <a:pt x="6792" y="1264"/>
                  <a:pt x="6785" y="1264"/>
                </a:cubicBezTo>
                <a:close/>
                <a:moveTo>
                  <a:pt x="6302" y="1264"/>
                </a:moveTo>
                <a:cubicBezTo>
                  <a:pt x="6295" y="1264"/>
                  <a:pt x="6288" y="1261"/>
                  <a:pt x="6285" y="1257"/>
                </a:cubicBezTo>
                <a:cubicBezTo>
                  <a:pt x="6274" y="1247"/>
                  <a:pt x="6274" y="1229"/>
                  <a:pt x="6285" y="1219"/>
                </a:cubicBezTo>
                <a:lnTo>
                  <a:pt x="6528" y="976"/>
                </a:lnTo>
                <a:cubicBezTo>
                  <a:pt x="6538" y="965"/>
                  <a:pt x="6556" y="965"/>
                  <a:pt x="6566" y="976"/>
                </a:cubicBezTo>
                <a:cubicBezTo>
                  <a:pt x="6577" y="986"/>
                  <a:pt x="6577" y="1004"/>
                  <a:pt x="6566" y="1014"/>
                </a:cubicBezTo>
                <a:lnTo>
                  <a:pt x="6323" y="1257"/>
                </a:lnTo>
                <a:cubicBezTo>
                  <a:pt x="6316" y="1261"/>
                  <a:pt x="6309" y="1264"/>
                  <a:pt x="6302" y="1264"/>
                </a:cubicBezTo>
                <a:close/>
                <a:moveTo>
                  <a:pt x="5820" y="1264"/>
                </a:moveTo>
                <a:cubicBezTo>
                  <a:pt x="5813" y="1264"/>
                  <a:pt x="5806" y="1261"/>
                  <a:pt x="5802" y="1257"/>
                </a:cubicBezTo>
                <a:cubicBezTo>
                  <a:pt x="5791" y="1247"/>
                  <a:pt x="5791" y="1229"/>
                  <a:pt x="5802" y="1219"/>
                </a:cubicBezTo>
                <a:lnTo>
                  <a:pt x="6045" y="976"/>
                </a:lnTo>
                <a:cubicBezTo>
                  <a:pt x="6056" y="965"/>
                  <a:pt x="6073" y="965"/>
                  <a:pt x="6084" y="976"/>
                </a:cubicBezTo>
                <a:cubicBezTo>
                  <a:pt x="6094" y="986"/>
                  <a:pt x="6094" y="1004"/>
                  <a:pt x="6084" y="1014"/>
                </a:cubicBezTo>
                <a:lnTo>
                  <a:pt x="5841" y="1257"/>
                </a:lnTo>
                <a:cubicBezTo>
                  <a:pt x="5834" y="1261"/>
                  <a:pt x="5827" y="1264"/>
                  <a:pt x="5820" y="1264"/>
                </a:cubicBezTo>
                <a:close/>
                <a:moveTo>
                  <a:pt x="5337" y="1264"/>
                </a:moveTo>
                <a:cubicBezTo>
                  <a:pt x="5330" y="1264"/>
                  <a:pt x="5323" y="1261"/>
                  <a:pt x="5319" y="1257"/>
                </a:cubicBezTo>
                <a:cubicBezTo>
                  <a:pt x="5309" y="1247"/>
                  <a:pt x="5309" y="1229"/>
                  <a:pt x="5319" y="1219"/>
                </a:cubicBezTo>
                <a:lnTo>
                  <a:pt x="5562" y="976"/>
                </a:lnTo>
                <a:cubicBezTo>
                  <a:pt x="5573" y="965"/>
                  <a:pt x="5591" y="965"/>
                  <a:pt x="5601" y="976"/>
                </a:cubicBezTo>
                <a:cubicBezTo>
                  <a:pt x="5612" y="986"/>
                  <a:pt x="5612" y="1004"/>
                  <a:pt x="5601" y="1014"/>
                </a:cubicBezTo>
                <a:lnTo>
                  <a:pt x="5358" y="1257"/>
                </a:lnTo>
                <a:cubicBezTo>
                  <a:pt x="5351" y="1261"/>
                  <a:pt x="5344" y="1264"/>
                  <a:pt x="5337" y="1264"/>
                </a:cubicBezTo>
                <a:close/>
                <a:moveTo>
                  <a:pt x="1959" y="1264"/>
                </a:moveTo>
                <a:cubicBezTo>
                  <a:pt x="1951" y="1264"/>
                  <a:pt x="1944" y="1261"/>
                  <a:pt x="1941" y="1257"/>
                </a:cubicBezTo>
                <a:cubicBezTo>
                  <a:pt x="1930" y="1247"/>
                  <a:pt x="1930" y="1229"/>
                  <a:pt x="1941" y="1219"/>
                </a:cubicBezTo>
                <a:lnTo>
                  <a:pt x="2184" y="976"/>
                </a:lnTo>
                <a:cubicBezTo>
                  <a:pt x="2195" y="965"/>
                  <a:pt x="2212" y="966"/>
                  <a:pt x="2223" y="976"/>
                </a:cubicBezTo>
                <a:cubicBezTo>
                  <a:pt x="2233" y="987"/>
                  <a:pt x="2233" y="1004"/>
                  <a:pt x="2223" y="1014"/>
                </a:cubicBezTo>
                <a:lnTo>
                  <a:pt x="1980" y="1257"/>
                </a:lnTo>
                <a:cubicBezTo>
                  <a:pt x="1969" y="1261"/>
                  <a:pt x="1966" y="1264"/>
                  <a:pt x="1959" y="1264"/>
                </a:cubicBezTo>
                <a:close/>
                <a:moveTo>
                  <a:pt x="1476" y="1264"/>
                </a:moveTo>
                <a:cubicBezTo>
                  <a:pt x="1469" y="1264"/>
                  <a:pt x="1462" y="1261"/>
                  <a:pt x="1458" y="1257"/>
                </a:cubicBezTo>
                <a:cubicBezTo>
                  <a:pt x="1448" y="1247"/>
                  <a:pt x="1448" y="1229"/>
                  <a:pt x="1458" y="1219"/>
                </a:cubicBezTo>
                <a:lnTo>
                  <a:pt x="1701" y="976"/>
                </a:lnTo>
                <a:cubicBezTo>
                  <a:pt x="1712" y="965"/>
                  <a:pt x="1729" y="966"/>
                  <a:pt x="1740" y="976"/>
                </a:cubicBezTo>
                <a:cubicBezTo>
                  <a:pt x="1750" y="987"/>
                  <a:pt x="1751" y="1004"/>
                  <a:pt x="1740" y="1014"/>
                </a:cubicBezTo>
                <a:lnTo>
                  <a:pt x="1497" y="1257"/>
                </a:lnTo>
                <a:cubicBezTo>
                  <a:pt x="1486" y="1261"/>
                  <a:pt x="1483" y="1264"/>
                  <a:pt x="1476" y="1264"/>
                </a:cubicBezTo>
                <a:close/>
                <a:moveTo>
                  <a:pt x="993" y="1264"/>
                </a:moveTo>
                <a:cubicBezTo>
                  <a:pt x="986" y="1264"/>
                  <a:pt x="979" y="1261"/>
                  <a:pt x="976" y="1257"/>
                </a:cubicBezTo>
                <a:cubicBezTo>
                  <a:pt x="965" y="1247"/>
                  <a:pt x="965" y="1229"/>
                  <a:pt x="976" y="1219"/>
                </a:cubicBezTo>
                <a:lnTo>
                  <a:pt x="1219" y="976"/>
                </a:lnTo>
                <a:cubicBezTo>
                  <a:pt x="1229" y="965"/>
                  <a:pt x="1247" y="965"/>
                  <a:pt x="1257" y="976"/>
                </a:cubicBezTo>
                <a:cubicBezTo>
                  <a:pt x="1268" y="986"/>
                  <a:pt x="1268" y="1004"/>
                  <a:pt x="1257" y="1014"/>
                </a:cubicBezTo>
                <a:lnTo>
                  <a:pt x="1014" y="1257"/>
                </a:lnTo>
                <a:cubicBezTo>
                  <a:pt x="1004" y="1261"/>
                  <a:pt x="1000" y="1264"/>
                  <a:pt x="993" y="1264"/>
                </a:cubicBezTo>
                <a:close/>
                <a:moveTo>
                  <a:pt x="511" y="1264"/>
                </a:moveTo>
                <a:cubicBezTo>
                  <a:pt x="504" y="1264"/>
                  <a:pt x="497" y="1261"/>
                  <a:pt x="493" y="1257"/>
                </a:cubicBezTo>
                <a:cubicBezTo>
                  <a:pt x="482" y="1247"/>
                  <a:pt x="482" y="1229"/>
                  <a:pt x="493" y="1219"/>
                </a:cubicBezTo>
                <a:lnTo>
                  <a:pt x="736" y="976"/>
                </a:lnTo>
                <a:cubicBezTo>
                  <a:pt x="747" y="965"/>
                  <a:pt x="764" y="965"/>
                  <a:pt x="775" y="976"/>
                </a:cubicBezTo>
                <a:cubicBezTo>
                  <a:pt x="785" y="986"/>
                  <a:pt x="785" y="1004"/>
                  <a:pt x="775" y="1014"/>
                </a:cubicBezTo>
                <a:lnTo>
                  <a:pt x="532" y="1257"/>
                </a:lnTo>
                <a:cubicBezTo>
                  <a:pt x="521" y="1261"/>
                  <a:pt x="514" y="1264"/>
                  <a:pt x="511" y="1264"/>
                </a:cubicBezTo>
                <a:close/>
                <a:moveTo>
                  <a:pt x="28" y="1264"/>
                </a:moveTo>
                <a:cubicBezTo>
                  <a:pt x="21" y="1264"/>
                  <a:pt x="14" y="1261"/>
                  <a:pt x="10" y="1257"/>
                </a:cubicBezTo>
                <a:cubicBezTo>
                  <a:pt x="0" y="1247"/>
                  <a:pt x="0" y="1229"/>
                  <a:pt x="10" y="1219"/>
                </a:cubicBezTo>
                <a:lnTo>
                  <a:pt x="253" y="976"/>
                </a:lnTo>
                <a:cubicBezTo>
                  <a:pt x="264" y="965"/>
                  <a:pt x="282" y="965"/>
                  <a:pt x="292" y="976"/>
                </a:cubicBezTo>
                <a:cubicBezTo>
                  <a:pt x="303" y="986"/>
                  <a:pt x="303" y="1004"/>
                  <a:pt x="292" y="1014"/>
                </a:cubicBezTo>
                <a:lnTo>
                  <a:pt x="49" y="1257"/>
                </a:lnTo>
                <a:cubicBezTo>
                  <a:pt x="39" y="1261"/>
                  <a:pt x="31" y="1264"/>
                  <a:pt x="28" y="1264"/>
                </a:cubicBezTo>
                <a:close/>
                <a:moveTo>
                  <a:pt x="11129" y="782"/>
                </a:moveTo>
                <a:cubicBezTo>
                  <a:pt x="11122" y="782"/>
                  <a:pt x="11114" y="779"/>
                  <a:pt x="11111" y="775"/>
                </a:cubicBezTo>
                <a:cubicBezTo>
                  <a:pt x="11100" y="764"/>
                  <a:pt x="11100" y="747"/>
                  <a:pt x="11111" y="736"/>
                </a:cubicBezTo>
                <a:lnTo>
                  <a:pt x="11354" y="493"/>
                </a:lnTo>
                <a:cubicBezTo>
                  <a:pt x="11365" y="483"/>
                  <a:pt x="11382" y="483"/>
                  <a:pt x="11393" y="493"/>
                </a:cubicBezTo>
                <a:cubicBezTo>
                  <a:pt x="11403" y="504"/>
                  <a:pt x="11403" y="521"/>
                  <a:pt x="11393" y="532"/>
                </a:cubicBezTo>
                <a:lnTo>
                  <a:pt x="11150" y="775"/>
                </a:lnTo>
                <a:cubicBezTo>
                  <a:pt x="11143" y="779"/>
                  <a:pt x="11136" y="782"/>
                  <a:pt x="11129" y="782"/>
                </a:cubicBezTo>
                <a:close/>
                <a:moveTo>
                  <a:pt x="10163" y="782"/>
                </a:moveTo>
                <a:cubicBezTo>
                  <a:pt x="10156" y="782"/>
                  <a:pt x="10149" y="779"/>
                  <a:pt x="10146" y="775"/>
                </a:cubicBezTo>
                <a:cubicBezTo>
                  <a:pt x="10135" y="764"/>
                  <a:pt x="10135" y="747"/>
                  <a:pt x="10146" y="736"/>
                </a:cubicBezTo>
                <a:lnTo>
                  <a:pt x="10389" y="493"/>
                </a:lnTo>
                <a:cubicBezTo>
                  <a:pt x="10399" y="483"/>
                  <a:pt x="10417" y="483"/>
                  <a:pt x="10428" y="493"/>
                </a:cubicBezTo>
                <a:cubicBezTo>
                  <a:pt x="10438" y="504"/>
                  <a:pt x="10438" y="521"/>
                  <a:pt x="10428" y="532"/>
                </a:cubicBezTo>
                <a:lnTo>
                  <a:pt x="10188" y="775"/>
                </a:lnTo>
                <a:cubicBezTo>
                  <a:pt x="10177" y="779"/>
                  <a:pt x="10170" y="782"/>
                  <a:pt x="10163" y="782"/>
                </a:cubicBezTo>
                <a:close/>
                <a:moveTo>
                  <a:pt x="9681" y="782"/>
                </a:moveTo>
                <a:cubicBezTo>
                  <a:pt x="9674" y="782"/>
                  <a:pt x="9667" y="779"/>
                  <a:pt x="9663" y="775"/>
                </a:cubicBezTo>
                <a:cubicBezTo>
                  <a:pt x="9652" y="764"/>
                  <a:pt x="9652" y="747"/>
                  <a:pt x="9663" y="736"/>
                </a:cubicBezTo>
                <a:lnTo>
                  <a:pt x="9906" y="493"/>
                </a:lnTo>
                <a:cubicBezTo>
                  <a:pt x="9917" y="483"/>
                  <a:pt x="9934" y="483"/>
                  <a:pt x="9945" y="493"/>
                </a:cubicBezTo>
                <a:cubicBezTo>
                  <a:pt x="9955" y="504"/>
                  <a:pt x="9955" y="521"/>
                  <a:pt x="9945" y="532"/>
                </a:cubicBezTo>
                <a:lnTo>
                  <a:pt x="9705" y="775"/>
                </a:lnTo>
                <a:cubicBezTo>
                  <a:pt x="9695" y="779"/>
                  <a:pt x="9688" y="782"/>
                  <a:pt x="9681" y="782"/>
                </a:cubicBezTo>
                <a:close/>
                <a:moveTo>
                  <a:pt x="9198" y="782"/>
                </a:moveTo>
                <a:cubicBezTo>
                  <a:pt x="9191" y="782"/>
                  <a:pt x="9184" y="779"/>
                  <a:pt x="9180" y="775"/>
                </a:cubicBezTo>
                <a:cubicBezTo>
                  <a:pt x="9170" y="764"/>
                  <a:pt x="9170" y="747"/>
                  <a:pt x="9180" y="736"/>
                </a:cubicBezTo>
                <a:lnTo>
                  <a:pt x="9420" y="493"/>
                </a:lnTo>
                <a:cubicBezTo>
                  <a:pt x="9431" y="483"/>
                  <a:pt x="9448" y="483"/>
                  <a:pt x="9459" y="493"/>
                </a:cubicBezTo>
                <a:cubicBezTo>
                  <a:pt x="9469" y="504"/>
                  <a:pt x="9469" y="521"/>
                  <a:pt x="9459" y="532"/>
                </a:cubicBezTo>
                <a:lnTo>
                  <a:pt x="9216" y="775"/>
                </a:lnTo>
                <a:cubicBezTo>
                  <a:pt x="9212" y="779"/>
                  <a:pt x="9205" y="782"/>
                  <a:pt x="9198" y="782"/>
                </a:cubicBezTo>
                <a:close/>
                <a:moveTo>
                  <a:pt x="8715" y="782"/>
                </a:moveTo>
                <a:cubicBezTo>
                  <a:pt x="8708" y="782"/>
                  <a:pt x="8701" y="779"/>
                  <a:pt x="8698" y="775"/>
                </a:cubicBezTo>
                <a:cubicBezTo>
                  <a:pt x="8687" y="764"/>
                  <a:pt x="8687" y="747"/>
                  <a:pt x="8698" y="736"/>
                </a:cubicBezTo>
                <a:lnTo>
                  <a:pt x="8941" y="493"/>
                </a:lnTo>
                <a:cubicBezTo>
                  <a:pt x="8951" y="483"/>
                  <a:pt x="8969" y="483"/>
                  <a:pt x="8980" y="493"/>
                </a:cubicBezTo>
                <a:cubicBezTo>
                  <a:pt x="8990" y="504"/>
                  <a:pt x="8990" y="521"/>
                  <a:pt x="8980" y="532"/>
                </a:cubicBezTo>
                <a:lnTo>
                  <a:pt x="8737" y="775"/>
                </a:lnTo>
                <a:cubicBezTo>
                  <a:pt x="8730" y="779"/>
                  <a:pt x="8722" y="782"/>
                  <a:pt x="8715" y="782"/>
                </a:cubicBezTo>
                <a:close/>
                <a:moveTo>
                  <a:pt x="8233" y="782"/>
                </a:moveTo>
                <a:cubicBezTo>
                  <a:pt x="8226" y="782"/>
                  <a:pt x="8219" y="779"/>
                  <a:pt x="8215" y="775"/>
                </a:cubicBezTo>
                <a:cubicBezTo>
                  <a:pt x="8205" y="764"/>
                  <a:pt x="8205" y="747"/>
                  <a:pt x="8215" y="736"/>
                </a:cubicBezTo>
                <a:lnTo>
                  <a:pt x="8458" y="493"/>
                </a:lnTo>
                <a:cubicBezTo>
                  <a:pt x="8469" y="483"/>
                  <a:pt x="8486" y="483"/>
                  <a:pt x="8497" y="493"/>
                </a:cubicBezTo>
                <a:cubicBezTo>
                  <a:pt x="8508" y="504"/>
                  <a:pt x="8508" y="521"/>
                  <a:pt x="8497" y="532"/>
                </a:cubicBezTo>
                <a:lnTo>
                  <a:pt x="8257" y="775"/>
                </a:lnTo>
                <a:cubicBezTo>
                  <a:pt x="8247" y="779"/>
                  <a:pt x="8240" y="782"/>
                  <a:pt x="8233" y="782"/>
                </a:cubicBezTo>
                <a:close/>
                <a:moveTo>
                  <a:pt x="7750" y="782"/>
                </a:moveTo>
                <a:cubicBezTo>
                  <a:pt x="7743" y="782"/>
                  <a:pt x="7736" y="779"/>
                  <a:pt x="7733" y="775"/>
                </a:cubicBezTo>
                <a:cubicBezTo>
                  <a:pt x="7722" y="764"/>
                  <a:pt x="7722" y="747"/>
                  <a:pt x="7733" y="736"/>
                </a:cubicBezTo>
                <a:lnTo>
                  <a:pt x="7976" y="493"/>
                </a:lnTo>
                <a:cubicBezTo>
                  <a:pt x="7986" y="483"/>
                  <a:pt x="8004" y="483"/>
                  <a:pt x="8014" y="493"/>
                </a:cubicBezTo>
                <a:cubicBezTo>
                  <a:pt x="8025" y="504"/>
                  <a:pt x="8025" y="521"/>
                  <a:pt x="8014" y="532"/>
                </a:cubicBezTo>
                <a:lnTo>
                  <a:pt x="7775" y="775"/>
                </a:lnTo>
                <a:cubicBezTo>
                  <a:pt x="7764" y="779"/>
                  <a:pt x="7757" y="782"/>
                  <a:pt x="7750" y="782"/>
                </a:cubicBezTo>
                <a:close/>
                <a:moveTo>
                  <a:pt x="6785" y="782"/>
                </a:moveTo>
                <a:cubicBezTo>
                  <a:pt x="6778" y="782"/>
                  <a:pt x="6771" y="779"/>
                  <a:pt x="6767" y="775"/>
                </a:cubicBezTo>
                <a:cubicBezTo>
                  <a:pt x="6757" y="764"/>
                  <a:pt x="6757" y="747"/>
                  <a:pt x="6767" y="736"/>
                </a:cubicBezTo>
                <a:lnTo>
                  <a:pt x="7010" y="493"/>
                </a:lnTo>
                <a:cubicBezTo>
                  <a:pt x="7021" y="483"/>
                  <a:pt x="7039" y="483"/>
                  <a:pt x="7049" y="493"/>
                </a:cubicBezTo>
                <a:cubicBezTo>
                  <a:pt x="7060" y="504"/>
                  <a:pt x="7060" y="521"/>
                  <a:pt x="7049" y="532"/>
                </a:cubicBezTo>
                <a:lnTo>
                  <a:pt x="6806" y="775"/>
                </a:lnTo>
                <a:cubicBezTo>
                  <a:pt x="6799" y="779"/>
                  <a:pt x="6792" y="782"/>
                  <a:pt x="6785" y="782"/>
                </a:cubicBezTo>
                <a:close/>
                <a:moveTo>
                  <a:pt x="6302" y="782"/>
                </a:moveTo>
                <a:cubicBezTo>
                  <a:pt x="6295" y="782"/>
                  <a:pt x="6288" y="779"/>
                  <a:pt x="6285" y="775"/>
                </a:cubicBezTo>
                <a:cubicBezTo>
                  <a:pt x="6274" y="764"/>
                  <a:pt x="6274" y="747"/>
                  <a:pt x="6285" y="736"/>
                </a:cubicBezTo>
                <a:lnTo>
                  <a:pt x="6528" y="493"/>
                </a:lnTo>
                <a:cubicBezTo>
                  <a:pt x="6538" y="483"/>
                  <a:pt x="6556" y="483"/>
                  <a:pt x="6566" y="493"/>
                </a:cubicBezTo>
                <a:cubicBezTo>
                  <a:pt x="6577" y="504"/>
                  <a:pt x="6577" y="521"/>
                  <a:pt x="6566" y="532"/>
                </a:cubicBezTo>
                <a:lnTo>
                  <a:pt x="6323" y="775"/>
                </a:lnTo>
                <a:cubicBezTo>
                  <a:pt x="6316" y="779"/>
                  <a:pt x="6309" y="782"/>
                  <a:pt x="6302" y="782"/>
                </a:cubicBezTo>
                <a:close/>
                <a:moveTo>
                  <a:pt x="5820" y="782"/>
                </a:moveTo>
                <a:cubicBezTo>
                  <a:pt x="5813" y="782"/>
                  <a:pt x="5806" y="779"/>
                  <a:pt x="5802" y="775"/>
                </a:cubicBezTo>
                <a:cubicBezTo>
                  <a:pt x="5791" y="764"/>
                  <a:pt x="5791" y="747"/>
                  <a:pt x="5802" y="736"/>
                </a:cubicBezTo>
                <a:lnTo>
                  <a:pt x="6045" y="493"/>
                </a:lnTo>
                <a:cubicBezTo>
                  <a:pt x="6056" y="483"/>
                  <a:pt x="6073" y="483"/>
                  <a:pt x="6084" y="493"/>
                </a:cubicBezTo>
                <a:cubicBezTo>
                  <a:pt x="6094" y="504"/>
                  <a:pt x="6094" y="521"/>
                  <a:pt x="6084" y="532"/>
                </a:cubicBezTo>
                <a:lnTo>
                  <a:pt x="5841" y="775"/>
                </a:lnTo>
                <a:cubicBezTo>
                  <a:pt x="5834" y="779"/>
                  <a:pt x="5827" y="782"/>
                  <a:pt x="5820" y="782"/>
                </a:cubicBezTo>
                <a:close/>
                <a:moveTo>
                  <a:pt x="5337" y="782"/>
                </a:moveTo>
                <a:cubicBezTo>
                  <a:pt x="5330" y="782"/>
                  <a:pt x="5323" y="779"/>
                  <a:pt x="5319" y="775"/>
                </a:cubicBezTo>
                <a:cubicBezTo>
                  <a:pt x="5309" y="764"/>
                  <a:pt x="5309" y="747"/>
                  <a:pt x="5319" y="736"/>
                </a:cubicBezTo>
                <a:lnTo>
                  <a:pt x="5562" y="493"/>
                </a:lnTo>
                <a:cubicBezTo>
                  <a:pt x="5573" y="483"/>
                  <a:pt x="5591" y="483"/>
                  <a:pt x="5601" y="493"/>
                </a:cubicBezTo>
                <a:cubicBezTo>
                  <a:pt x="5612" y="504"/>
                  <a:pt x="5612" y="521"/>
                  <a:pt x="5601" y="532"/>
                </a:cubicBezTo>
                <a:lnTo>
                  <a:pt x="5358" y="775"/>
                </a:lnTo>
                <a:cubicBezTo>
                  <a:pt x="5351" y="779"/>
                  <a:pt x="5344" y="782"/>
                  <a:pt x="5337" y="782"/>
                </a:cubicBezTo>
                <a:close/>
                <a:moveTo>
                  <a:pt x="1959" y="782"/>
                </a:moveTo>
                <a:cubicBezTo>
                  <a:pt x="1951" y="782"/>
                  <a:pt x="1944" y="779"/>
                  <a:pt x="1941" y="775"/>
                </a:cubicBezTo>
                <a:cubicBezTo>
                  <a:pt x="1930" y="764"/>
                  <a:pt x="1930" y="747"/>
                  <a:pt x="1941" y="736"/>
                </a:cubicBezTo>
                <a:lnTo>
                  <a:pt x="2184" y="493"/>
                </a:lnTo>
                <a:cubicBezTo>
                  <a:pt x="2195" y="483"/>
                  <a:pt x="2212" y="483"/>
                  <a:pt x="2223" y="493"/>
                </a:cubicBezTo>
                <a:cubicBezTo>
                  <a:pt x="2233" y="504"/>
                  <a:pt x="2233" y="521"/>
                  <a:pt x="2223" y="532"/>
                </a:cubicBezTo>
                <a:lnTo>
                  <a:pt x="1980" y="775"/>
                </a:lnTo>
                <a:cubicBezTo>
                  <a:pt x="1969" y="779"/>
                  <a:pt x="1966" y="782"/>
                  <a:pt x="1959" y="782"/>
                </a:cubicBezTo>
                <a:close/>
                <a:moveTo>
                  <a:pt x="1476" y="782"/>
                </a:moveTo>
                <a:cubicBezTo>
                  <a:pt x="1469" y="782"/>
                  <a:pt x="1462" y="779"/>
                  <a:pt x="1458" y="775"/>
                </a:cubicBezTo>
                <a:cubicBezTo>
                  <a:pt x="1448" y="764"/>
                  <a:pt x="1448" y="747"/>
                  <a:pt x="1458" y="736"/>
                </a:cubicBezTo>
                <a:lnTo>
                  <a:pt x="1701" y="493"/>
                </a:lnTo>
                <a:cubicBezTo>
                  <a:pt x="1712" y="483"/>
                  <a:pt x="1729" y="483"/>
                  <a:pt x="1740" y="493"/>
                </a:cubicBezTo>
                <a:cubicBezTo>
                  <a:pt x="1750" y="504"/>
                  <a:pt x="1751" y="521"/>
                  <a:pt x="1740" y="532"/>
                </a:cubicBezTo>
                <a:lnTo>
                  <a:pt x="1497" y="775"/>
                </a:lnTo>
                <a:cubicBezTo>
                  <a:pt x="1486" y="779"/>
                  <a:pt x="1483" y="782"/>
                  <a:pt x="1476" y="782"/>
                </a:cubicBezTo>
                <a:close/>
                <a:moveTo>
                  <a:pt x="993" y="782"/>
                </a:moveTo>
                <a:cubicBezTo>
                  <a:pt x="986" y="782"/>
                  <a:pt x="979" y="779"/>
                  <a:pt x="976" y="775"/>
                </a:cubicBezTo>
                <a:cubicBezTo>
                  <a:pt x="965" y="764"/>
                  <a:pt x="965" y="747"/>
                  <a:pt x="976" y="736"/>
                </a:cubicBezTo>
                <a:lnTo>
                  <a:pt x="1219" y="493"/>
                </a:lnTo>
                <a:cubicBezTo>
                  <a:pt x="1229" y="483"/>
                  <a:pt x="1247" y="483"/>
                  <a:pt x="1257" y="493"/>
                </a:cubicBezTo>
                <a:cubicBezTo>
                  <a:pt x="1268" y="504"/>
                  <a:pt x="1268" y="521"/>
                  <a:pt x="1257" y="532"/>
                </a:cubicBezTo>
                <a:lnTo>
                  <a:pt x="1014" y="775"/>
                </a:lnTo>
                <a:cubicBezTo>
                  <a:pt x="1004" y="779"/>
                  <a:pt x="997" y="782"/>
                  <a:pt x="993" y="782"/>
                </a:cubicBezTo>
                <a:close/>
                <a:moveTo>
                  <a:pt x="511" y="782"/>
                </a:moveTo>
                <a:cubicBezTo>
                  <a:pt x="504" y="782"/>
                  <a:pt x="497" y="779"/>
                  <a:pt x="493" y="775"/>
                </a:cubicBezTo>
                <a:cubicBezTo>
                  <a:pt x="482" y="764"/>
                  <a:pt x="482" y="747"/>
                  <a:pt x="493" y="736"/>
                </a:cubicBezTo>
                <a:lnTo>
                  <a:pt x="736" y="493"/>
                </a:lnTo>
                <a:cubicBezTo>
                  <a:pt x="747" y="483"/>
                  <a:pt x="764" y="483"/>
                  <a:pt x="775" y="493"/>
                </a:cubicBezTo>
                <a:cubicBezTo>
                  <a:pt x="785" y="504"/>
                  <a:pt x="785" y="521"/>
                  <a:pt x="775" y="532"/>
                </a:cubicBezTo>
                <a:lnTo>
                  <a:pt x="532" y="775"/>
                </a:lnTo>
                <a:cubicBezTo>
                  <a:pt x="521" y="779"/>
                  <a:pt x="514" y="782"/>
                  <a:pt x="511" y="782"/>
                </a:cubicBezTo>
                <a:close/>
                <a:moveTo>
                  <a:pt x="28" y="782"/>
                </a:moveTo>
                <a:cubicBezTo>
                  <a:pt x="21" y="782"/>
                  <a:pt x="14" y="779"/>
                  <a:pt x="10" y="775"/>
                </a:cubicBezTo>
                <a:cubicBezTo>
                  <a:pt x="0" y="764"/>
                  <a:pt x="0" y="747"/>
                  <a:pt x="10" y="736"/>
                </a:cubicBezTo>
                <a:lnTo>
                  <a:pt x="253" y="493"/>
                </a:lnTo>
                <a:cubicBezTo>
                  <a:pt x="264" y="483"/>
                  <a:pt x="282" y="483"/>
                  <a:pt x="292" y="493"/>
                </a:cubicBezTo>
                <a:cubicBezTo>
                  <a:pt x="303" y="504"/>
                  <a:pt x="303" y="521"/>
                  <a:pt x="292" y="532"/>
                </a:cubicBezTo>
                <a:lnTo>
                  <a:pt x="49" y="775"/>
                </a:lnTo>
                <a:cubicBezTo>
                  <a:pt x="39" y="779"/>
                  <a:pt x="31" y="782"/>
                  <a:pt x="28" y="782"/>
                </a:cubicBezTo>
                <a:close/>
                <a:moveTo>
                  <a:pt x="10646" y="782"/>
                </a:moveTo>
                <a:cubicBezTo>
                  <a:pt x="10639" y="782"/>
                  <a:pt x="10632" y="779"/>
                  <a:pt x="10628" y="775"/>
                </a:cubicBezTo>
                <a:cubicBezTo>
                  <a:pt x="10618" y="764"/>
                  <a:pt x="10618" y="747"/>
                  <a:pt x="10628" y="736"/>
                </a:cubicBezTo>
                <a:lnTo>
                  <a:pt x="10871" y="493"/>
                </a:lnTo>
                <a:cubicBezTo>
                  <a:pt x="10882" y="483"/>
                  <a:pt x="10899" y="483"/>
                  <a:pt x="10910" y="493"/>
                </a:cubicBezTo>
                <a:cubicBezTo>
                  <a:pt x="10920" y="504"/>
                  <a:pt x="10921" y="521"/>
                  <a:pt x="10910" y="532"/>
                </a:cubicBezTo>
                <a:lnTo>
                  <a:pt x="10667" y="775"/>
                </a:lnTo>
                <a:cubicBezTo>
                  <a:pt x="10660" y="779"/>
                  <a:pt x="10653" y="782"/>
                  <a:pt x="10646" y="782"/>
                </a:cubicBezTo>
                <a:close/>
                <a:moveTo>
                  <a:pt x="7268" y="782"/>
                </a:moveTo>
                <a:cubicBezTo>
                  <a:pt x="7260" y="782"/>
                  <a:pt x="7253" y="779"/>
                  <a:pt x="7250" y="775"/>
                </a:cubicBezTo>
                <a:cubicBezTo>
                  <a:pt x="7239" y="764"/>
                  <a:pt x="7239" y="747"/>
                  <a:pt x="7250" y="736"/>
                </a:cubicBezTo>
                <a:lnTo>
                  <a:pt x="7493" y="493"/>
                </a:lnTo>
                <a:cubicBezTo>
                  <a:pt x="7504" y="483"/>
                  <a:pt x="7521" y="483"/>
                  <a:pt x="7532" y="493"/>
                </a:cubicBezTo>
                <a:cubicBezTo>
                  <a:pt x="7542" y="504"/>
                  <a:pt x="7542" y="521"/>
                  <a:pt x="7532" y="532"/>
                </a:cubicBezTo>
                <a:lnTo>
                  <a:pt x="7289" y="775"/>
                </a:lnTo>
                <a:cubicBezTo>
                  <a:pt x="7282" y="779"/>
                  <a:pt x="7275" y="782"/>
                  <a:pt x="7268" y="782"/>
                </a:cubicBezTo>
                <a:close/>
                <a:moveTo>
                  <a:pt x="4854" y="782"/>
                </a:moveTo>
                <a:cubicBezTo>
                  <a:pt x="4847" y="782"/>
                  <a:pt x="4840" y="779"/>
                  <a:pt x="4837" y="775"/>
                </a:cubicBezTo>
                <a:cubicBezTo>
                  <a:pt x="4826" y="764"/>
                  <a:pt x="4826" y="747"/>
                  <a:pt x="4837" y="736"/>
                </a:cubicBezTo>
                <a:lnTo>
                  <a:pt x="5080" y="493"/>
                </a:lnTo>
                <a:cubicBezTo>
                  <a:pt x="5090" y="483"/>
                  <a:pt x="5108" y="483"/>
                  <a:pt x="5119" y="493"/>
                </a:cubicBezTo>
                <a:cubicBezTo>
                  <a:pt x="5129" y="504"/>
                  <a:pt x="5129" y="521"/>
                  <a:pt x="5119" y="532"/>
                </a:cubicBezTo>
                <a:lnTo>
                  <a:pt x="4875" y="775"/>
                </a:lnTo>
                <a:cubicBezTo>
                  <a:pt x="4865" y="779"/>
                  <a:pt x="4861" y="782"/>
                  <a:pt x="4854" y="782"/>
                </a:cubicBezTo>
                <a:close/>
                <a:moveTo>
                  <a:pt x="4372" y="782"/>
                </a:moveTo>
                <a:cubicBezTo>
                  <a:pt x="4365" y="782"/>
                  <a:pt x="4358" y="779"/>
                  <a:pt x="4354" y="775"/>
                </a:cubicBezTo>
                <a:cubicBezTo>
                  <a:pt x="4344" y="764"/>
                  <a:pt x="4344" y="747"/>
                  <a:pt x="4354" y="736"/>
                </a:cubicBezTo>
                <a:lnTo>
                  <a:pt x="4597" y="493"/>
                </a:lnTo>
                <a:cubicBezTo>
                  <a:pt x="4608" y="483"/>
                  <a:pt x="4625" y="483"/>
                  <a:pt x="4636" y="493"/>
                </a:cubicBezTo>
                <a:cubicBezTo>
                  <a:pt x="4646" y="504"/>
                  <a:pt x="4646" y="521"/>
                  <a:pt x="4636" y="532"/>
                </a:cubicBezTo>
                <a:lnTo>
                  <a:pt x="4393" y="775"/>
                </a:lnTo>
                <a:cubicBezTo>
                  <a:pt x="4382" y="779"/>
                  <a:pt x="4379" y="782"/>
                  <a:pt x="4372" y="782"/>
                </a:cubicBezTo>
                <a:close/>
                <a:moveTo>
                  <a:pt x="3889" y="782"/>
                </a:moveTo>
                <a:cubicBezTo>
                  <a:pt x="3882" y="782"/>
                  <a:pt x="3875" y="779"/>
                  <a:pt x="3871" y="775"/>
                </a:cubicBezTo>
                <a:cubicBezTo>
                  <a:pt x="3861" y="764"/>
                  <a:pt x="3861" y="747"/>
                  <a:pt x="3871" y="736"/>
                </a:cubicBezTo>
                <a:lnTo>
                  <a:pt x="4115" y="493"/>
                </a:lnTo>
                <a:cubicBezTo>
                  <a:pt x="4125" y="483"/>
                  <a:pt x="4143" y="483"/>
                  <a:pt x="4153" y="493"/>
                </a:cubicBezTo>
                <a:cubicBezTo>
                  <a:pt x="4164" y="504"/>
                  <a:pt x="4164" y="521"/>
                  <a:pt x="4153" y="532"/>
                </a:cubicBezTo>
                <a:lnTo>
                  <a:pt x="3910" y="775"/>
                </a:lnTo>
                <a:cubicBezTo>
                  <a:pt x="3900" y="779"/>
                  <a:pt x="3896" y="782"/>
                  <a:pt x="3889" y="782"/>
                </a:cubicBezTo>
                <a:close/>
                <a:moveTo>
                  <a:pt x="3406" y="782"/>
                </a:moveTo>
                <a:cubicBezTo>
                  <a:pt x="3399" y="782"/>
                  <a:pt x="3392" y="779"/>
                  <a:pt x="3389" y="775"/>
                </a:cubicBezTo>
                <a:cubicBezTo>
                  <a:pt x="3378" y="764"/>
                  <a:pt x="3378" y="747"/>
                  <a:pt x="3389" y="736"/>
                </a:cubicBezTo>
                <a:lnTo>
                  <a:pt x="3632" y="493"/>
                </a:lnTo>
                <a:cubicBezTo>
                  <a:pt x="3642" y="483"/>
                  <a:pt x="3660" y="483"/>
                  <a:pt x="3671" y="493"/>
                </a:cubicBezTo>
                <a:cubicBezTo>
                  <a:pt x="3681" y="504"/>
                  <a:pt x="3681" y="521"/>
                  <a:pt x="3671" y="532"/>
                </a:cubicBezTo>
                <a:lnTo>
                  <a:pt x="3428" y="775"/>
                </a:lnTo>
                <a:cubicBezTo>
                  <a:pt x="3417" y="779"/>
                  <a:pt x="3413" y="782"/>
                  <a:pt x="3406" y="782"/>
                </a:cubicBezTo>
                <a:close/>
                <a:moveTo>
                  <a:pt x="2924" y="782"/>
                </a:moveTo>
                <a:cubicBezTo>
                  <a:pt x="2917" y="782"/>
                  <a:pt x="2910" y="779"/>
                  <a:pt x="2906" y="775"/>
                </a:cubicBezTo>
                <a:cubicBezTo>
                  <a:pt x="2896" y="764"/>
                  <a:pt x="2896" y="747"/>
                  <a:pt x="2906" y="736"/>
                </a:cubicBezTo>
                <a:lnTo>
                  <a:pt x="3149" y="493"/>
                </a:lnTo>
                <a:cubicBezTo>
                  <a:pt x="3160" y="483"/>
                  <a:pt x="3177" y="483"/>
                  <a:pt x="3188" y="493"/>
                </a:cubicBezTo>
                <a:cubicBezTo>
                  <a:pt x="3199" y="504"/>
                  <a:pt x="3199" y="521"/>
                  <a:pt x="3188" y="532"/>
                </a:cubicBezTo>
                <a:lnTo>
                  <a:pt x="2945" y="775"/>
                </a:lnTo>
                <a:cubicBezTo>
                  <a:pt x="2934" y="779"/>
                  <a:pt x="2931" y="782"/>
                  <a:pt x="2924" y="782"/>
                </a:cubicBezTo>
                <a:close/>
                <a:moveTo>
                  <a:pt x="2441" y="782"/>
                </a:moveTo>
                <a:cubicBezTo>
                  <a:pt x="2434" y="782"/>
                  <a:pt x="2427" y="779"/>
                  <a:pt x="2424" y="775"/>
                </a:cubicBezTo>
                <a:cubicBezTo>
                  <a:pt x="2413" y="764"/>
                  <a:pt x="2413" y="747"/>
                  <a:pt x="2424" y="736"/>
                </a:cubicBezTo>
                <a:lnTo>
                  <a:pt x="2667" y="493"/>
                </a:lnTo>
                <a:cubicBezTo>
                  <a:pt x="2677" y="483"/>
                  <a:pt x="2694" y="483"/>
                  <a:pt x="2705" y="493"/>
                </a:cubicBezTo>
                <a:cubicBezTo>
                  <a:pt x="2715" y="504"/>
                  <a:pt x="2716" y="521"/>
                  <a:pt x="2705" y="532"/>
                </a:cubicBezTo>
                <a:lnTo>
                  <a:pt x="2462" y="775"/>
                </a:lnTo>
                <a:cubicBezTo>
                  <a:pt x="2452" y="779"/>
                  <a:pt x="2448" y="782"/>
                  <a:pt x="2441" y="782"/>
                </a:cubicBezTo>
                <a:close/>
                <a:moveTo>
                  <a:pt x="11129" y="300"/>
                </a:moveTo>
                <a:cubicBezTo>
                  <a:pt x="11122" y="300"/>
                  <a:pt x="11114" y="296"/>
                  <a:pt x="11111" y="293"/>
                </a:cubicBezTo>
                <a:cubicBezTo>
                  <a:pt x="11100" y="282"/>
                  <a:pt x="11100" y="264"/>
                  <a:pt x="11111" y="254"/>
                </a:cubicBezTo>
                <a:lnTo>
                  <a:pt x="11354" y="11"/>
                </a:lnTo>
                <a:cubicBezTo>
                  <a:pt x="11365" y="0"/>
                  <a:pt x="11382" y="1"/>
                  <a:pt x="11393" y="11"/>
                </a:cubicBezTo>
                <a:cubicBezTo>
                  <a:pt x="11403" y="22"/>
                  <a:pt x="11403" y="39"/>
                  <a:pt x="11393" y="50"/>
                </a:cubicBezTo>
                <a:lnTo>
                  <a:pt x="11150" y="293"/>
                </a:lnTo>
                <a:cubicBezTo>
                  <a:pt x="11143" y="296"/>
                  <a:pt x="11136" y="300"/>
                  <a:pt x="11129" y="300"/>
                </a:cubicBezTo>
                <a:close/>
                <a:moveTo>
                  <a:pt x="10646" y="300"/>
                </a:moveTo>
                <a:cubicBezTo>
                  <a:pt x="10639" y="300"/>
                  <a:pt x="10632" y="296"/>
                  <a:pt x="10628" y="293"/>
                </a:cubicBezTo>
                <a:cubicBezTo>
                  <a:pt x="10618" y="282"/>
                  <a:pt x="10618" y="264"/>
                  <a:pt x="10628" y="254"/>
                </a:cubicBezTo>
                <a:lnTo>
                  <a:pt x="10871" y="11"/>
                </a:lnTo>
                <a:cubicBezTo>
                  <a:pt x="10882" y="0"/>
                  <a:pt x="10899" y="1"/>
                  <a:pt x="10910" y="11"/>
                </a:cubicBezTo>
                <a:cubicBezTo>
                  <a:pt x="10920" y="22"/>
                  <a:pt x="10921" y="39"/>
                  <a:pt x="10910" y="50"/>
                </a:cubicBezTo>
                <a:lnTo>
                  <a:pt x="10667" y="289"/>
                </a:lnTo>
                <a:cubicBezTo>
                  <a:pt x="10660" y="296"/>
                  <a:pt x="10653" y="300"/>
                  <a:pt x="10646" y="300"/>
                </a:cubicBezTo>
                <a:close/>
                <a:moveTo>
                  <a:pt x="10163" y="300"/>
                </a:moveTo>
                <a:cubicBezTo>
                  <a:pt x="10156" y="300"/>
                  <a:pt x="10149" y="296"/>
                  <a:pt x="10146" y="293"/>
                </a:cubicBezTo>
                <a:cubicBezTo>
                  <a:pt x="10135" y="282"/>
                  <a:pt x="10135" y="264"/>
                  <a:pt x="10146" y="254"/>
                </a:cubicBezTo>
                <a:lnTo>
                  <a:pt x="10389" y="11"/>
                </a:lnTo>
                <a:cubicBezTo>
                  <a:pt x="10399" y="0"/>
                  <a:pt x="10417" y="1"/>
                  <a:pt x="10428" y="11"/>
                </a:cubicBezTo>
                <a:cubicBezTo>
                  <a:pt x="10438" y="22"/>
                  <a:pt x="10438" y="39"/>
                  <a:pt x="10428" y="50"/>
                </a:cubicBezTo>
                <a:lnTo>
                  <a:pt x="10181" y="293"/>
                </a:lnTo>
                <a:cubicBezTo>
                  <a:pt x="10177" y="296"/>
                  <a:pt x="10170" y="300"/>
                  <a:pt x="10163" y="300"/>
                </a:cubicBezTo>
                <a:close/>
                <a:moveTo>
                  <a:pt x="9681" y="300"/>
                </a:moveTo>
                <a:cubicBezTo>
                  <a:pt x="9674" y="300"/>
                  <a:pt x="9667" y="296"/>
                  <a:pt x="9663" y="293"/>
                </a:cubicBezTo>
                <a:cubicBezTo>
                  <a:pt x="9652" y="282"/>
                  <a:pt x="9652" y="264"/>
                  <a:pt x="9663" y="254"/>
                </a:cubicBezTo>
                <a:lnTo>
                  <a:pt x="9906" y="11"/>
                </a:lnTo>
                <a:cubicBezTo>
                  <a:pt x="9917" y="0"/>
                  <a:pt x="9934" y="1"/>
                  <a:pt x="9945" y="11"/>
                </a:cubicBezTo>
                <a:cubicBezTo>
                  <a:pt x="9955" y="22"/>
                  <a:pt x="9955" y="39"/>
                  <a:pt x="9945" y="50"/>
                </a:cubicBezTo>
                <a:lnTo>
                  <a:pt x="9702" y="293"/>
                </a:lnTo>
                <a:cubicBezTo>
                  <a:pt x="9695" y="296"/>
                  <a:pt x="9688" y="300"/>
                  <a:pt x="9681" y="300"/>
                </a:cubicBezTo>
                <a:close/>
                <a:moveTo>
                  <a:pt x="9198" y="300"/>
                </a:moveTo>
                <a:cubicBezTo>
                  <a:pt x="9191" y="300"/>
                  <a:pt x="9184" y="296"/>
                  <a:pt x="9180" y="293"/>
                </a:cubicBezTo>
                <a:cubicBezTo>
                  <a:pt x="9170" y="282"/>
                  <a:pt x="9170" y="264"/>
                  <a:pt x="9180" y="254"/>
                </a:cubicBezTo>
                <a:lnTo>
                  <a:pt x="9420" y="11"/>
                </a:lnTo>
                <a:cubicBezTo>
                  <a:pt x="9431" y="0"/>
                  <a:pt x="9448" y="1"/>
                  <a:pt x="9459" y="11"/>
                </a:cubicBezTo>
                <a:cubicBezTo>
                  <a:pt x="9469" y="22"/>
                  <a:pt x="9469" y="39"/>
                  <a:pt x="9459" y="50"/>
                </a:cubicBezTo>
                <a:lnTo>
                  <a:pt x="9216" y="293"/>
                </a:lnTo>
                <a:cubicBezTo>
                  <a:pt x="9212" y="296"/>
                  <a:pt x="9205" y="300"/>
                  <a:pt x="9198" y="300"/>
                </a:cubicBezTo>
                <a:close/>
                <a:moveTo>
                  <a:pt x="8715" y="300"/>
                </a:moveTo>
                <a:cubicBezTo>
                  <a:pt x="8708" y="300"/>
                  <a:pt x="8701" y="296"/>
                  <a:pt x="8698" y="293"/>
                </a:cubicBezTo>
                <a:cubicBezTo>
                  <a:pt x="8687" y="282"/>
                  <a:pt x="8687" y="264"/>
                  <a:pt x="8698" y="254"/>
                </a:cubicBezTo>
                <a:lnTo>
                  <a:pt x="8941" y="11"/>
                </a:lnTo>
                <a:cubicBezTo>
                  <a:pt x="8951" y="0"/>
                  <a:pt x="8969" y="1"/>
                  <a:pt x="8980" y="11"/>
                </a:cubicBezTo>
                <a:cubicBezTo>
                  <a:pt x="8990" y="22"/>
                  <a:pt x="8990" y="39"/>
                  <a:pt x="8980" y="50"/>
                </a:cubicBezTo>
                <a:lnTo>
                  <a:pt x="8737" y="293"/>
                </a:lnTo>
                <a:cubicBezTo>
                  <a:pt x="8730" y="296"/>
                  <a:pt x="8722" y="300"/>
                  <a:pt x="8715" y="300"/>
                </a:cubicBezTo>
                <a:close/>
                <a:moveTo>
                  <a:pt x="8233" y="300"/>
                </a:moveTo>
                <a:cubicBezTo>
                  <a:pt x="8226" y="300"/>
                  <a:pt x="8219" y="296"/>
                  <a:pt x="8215" y="293"/>
                </a:cubicBezTo>
                <a:cubicBezTo>
                  <a:pt x="8205" y="282"/>
                  <a:pt x="8205" y="264"/>
                  <a:pt x="8215" y="254"/>
                </a:cubicBezTo>
                <a:lnTo>
                  <a:pt x="8458" y="11"/>
                </a:lnTo>
                <a:cubicBezTo>
                  <a:pt x="8469" y="0"/>
                  <a:pt x="8486" y="1"/>
                  <a:pt x="8497" y="11"/>
                </a:cubicBezTo>
                <a:cubicBezTo>
                  <a:pt x="8508" y="22"/>
                  <a:pt x="8508" y="39"/>
                  <a:pt x="8497" y="50"/>
                </a:cubicBezTo>
                <a:lnTo>
                  <a:pt x="8257" y="293"/>
                </a:lnTo>
                <a:cubicBezTo>
                  <a:pt x="8247" y="296"/>
                  <a:pt x="8240" y="300"/>
                  <a:pt x="8233" y="300"/>
                </a:cubicBezTo>
                <a:close/>
                <a:moveTo>
                  <a:pt x="7750" y="300"/>
                </a:moveTo>
                <a:cubicBezTo>
                  <a:pt x="7743" y="300"/>
                  <a:pt x="7736" y="296"/>
                  <a:pt x="7733" y="293"/>
                </a:cubicBezTo>
                <a:cubicBezTo>
                  <a:pt x="7722" y="282"/>
                  <a:pt x="7722" y="264"/>
                  <a:pt x="7733" y="254"/>
                </a:cubicBezTo>
                <a:lnTo>
                  <a:pt x="7976" y="11"/>
                </a:lnTo>
                <a:cubicBezTo>
                  <a:pt x="7986" y="0"/>
                  <a:pt x="8004" y="0"/>
                  <a:pt x="8014" y="11"/>
                </a:cubicBezTo>
                <a:cubicBezTo>
                  <a:pt x="8025" y="21"/>
                  <a:pt x="8025" y="39"/>
                  <a:pt x="8014" y="50"/>
                </a:cubicBezTo>
                <a:lnTo>
                  <a:pt x="7771" y="293"/>
                </a:lnTo>
                <a:cubicBezTo>
                  <a:pt x="7764" y="296"/>
                  <a:pt x="7757" y="300"/>
                  <a:pt x="7750" y="300"/>
                </a:cubicBezTo>
                <a:close/>
                <a:moveTo>
                  <a:pt x="7268" y="300"/>
                </a:moveTo>
                <a:cubicBezTo>
                  <a:pt x="7260" y="300"/>
                  <a:pt x="7253" y="296"/>
                  <a:pt x="7250" y="293"/>
                </a:cubicBezTo>
                <a:cubicBezTo>
                  <a:pt x="7239" y="282"/>
                  <a:pt x="7239" y="264"/>
                  <a:pt x="7250" y="254"/>
                </a:cubicBezTo>
                <a:lnTo>
                  <a:pt x="7493" y="11"/>
                </a:lnTo>
                <a:cubicBezTo>
                  <a:pt x="7504" y="0"/>
                  <a:pt x="7521" y="0"/>
                  <a:pt x="7532" y="11"/>
                </a:cubicBezTo>
                <a:cubicBezTo>
                  <a:pt x="7542" y="21"/>
                  <a:pt x="7542" y="39"/>
                  <a:pt x="7532" y="50"/>
                </a:cubicBezTo>
                <a:lnTo>
                  <a:pt x="7289" y="289"/>
                </a:lnTo>
                <a:cubicBezTo>
                  <a:pt x="7282" y="296"/>
                  <a:pt x="7275" y="300"/>
                  <a:pt x="7268" y="300"/>
                </a:cubicBezTo>
                <a:close/>
                <a:moveTo>
                  <a:pt x="6785" y="300"/>
                </a:moveTo>
                <a:cubicBezTo>
                  <a:pt x="6778" y="300"/>
                  <a:pt x="6771" y="296"/>
                  <a:pt x="6767" y="293"/>
                </a:cubicBezTo>
                <a:cubicBezTo>
                  <a:pt x="6757" y="282"/>
                  <a:pt x="6757" y="264"/>
                  <a:pt x="6767" y="254"/>
                </a:cubicBezTo>
                <a:lnTo>
                  <a:pt x="7010" y="11"/>
                </a:lnTo>
                <a:cubicBezTo>
                  <a:pt x="7021" y="0"/>
                  <a:pt x="7039" y="0"/>
                  <a:pt x="7049" y="11"/>
                </a:cubicBezTo>
                <a:cubicBezTo>
                  <a:pt x="7060" y="21"/>
                  <a:pt x="7060" y="39"/>
                  <a:pt x="7049" y="50"/>
                </a:cubicBezTo>
                <a:lnTo>
                  <a:pt x="6806" y="293"/>
                </a:lnTo>
                <a:cubicBezTo>
                  <a:pt x="6799" y="296"/>
                  <a:pt x="6792" y="300"/>
                  <a:pt x="6785" y="300"/>
                </a:cubicBezTo>
                <a:close/>
                <a:moveTo>
                  <a:pt x="6302" y="300"/>
                </a:moveTo>
                <a:cubicBezTo>
                  <a:pt x="6295" y="300"/>
                  <a:pt x="6288" y="296"/>
                  <a:pt x="6285" y="293"/>
                </a:cubicBezTo>
                <a:cubicBezTo>
                  <a:pt x="6274" y="282"/>
                  <a:pt x="6274" y="264"/>
                  <a:pt x="6285" y="254"/>
                </a:cubicBezTo>
                <a:lnTo>
                  <a:pt x="6528" y="11"/>
                </a:lnTo>
                <a:cubicBezTo>
                  <a:pt x="6538" y="0"/>
                  <a:pt x="6556" y="0"/>
                  <a:pt x="6566" y="11"/>
                </a:cubicBezTo>
                <a:cubicBezTo>
                  <a:pt x="6577" y="21"/>
                  <a:pt x="6577" y="39"/>
                  <a:pt x="6566" y="50"/>
                </a:cubicBezTo>
                <a:lnTo>
                  <a:pt x="6323" y="293"/>
                </a:lnTo>
                <a:cubicBezTo>
                  <a:pt x="6316" y="296"/>
                  <a:pt x="6309" y="300"/>
                  <a:pt x="6302" y="300"/>
                </a:cubicBezTo>
                <a:close/>
                <a:moveTo>
                  <a:pt x="5820" y="300"/>
                </a:moveTo>
                <a:cubicBezTo>
                  <a:pt x="5813" y="300"/>
                  <a:pt x="5806" y="296"/>
                  <a:pt x="5802" y="293"/>
                </a:cubicBezTo>
                <a:cubicBezTo>
                  <a:pt x="5791" y="282"/>
                  <a:pt x="5791" y="264"/>
                  <a:pt x="5802" y="254"/>
                </a:cubicBezTo>
                <a:lnTo>
                  <a:pt x="6045" y="11"/>
                </a:lnTo>
                <a:cubicBezTo>
                  <a:pt x="6056" y="0"/>
                  <a:pt x="6073" y="0"/>
                  <a:pt x="6084" y="11"/>
                </a:cubicBezTo>
                <a:cubicBezTo>
                  <a:pt x="6094" y="21"/>
                  <a:pt x="6094" y="39"/>
                  <a:pt x="6084" y="50"/>
                </a:cubicBezTo>
                <a:lnTo>
                  <a:pt x="5841" y="293"/>
                </a:lnTo>
                <a:cubicBezTo>
                  <a:pt x="5834" y="296"/>
                  <a:pt x="5827" y="300"/>
                  <a:pt x="5820" y="300"/>
                </a:cubicBezTo>
                <a:close/>
                <a:moveTo>
                  <a:pt x="5337" y="300"/>
                </a:moveTo>
                <a:cubicBezTo>
                  <a:pt x="5330" y="300"/>
                  <a:pt x="5323" y="296"/>
                  <a:pt x="5319" y="293"/>
                </a:cubicBezTo>
                <a:cubicBezTo>
                  <a:pt x="5309" y="282"/>
                  <a:pt x="5309" y="264"/>
                  <a:pt x="5319" y="254"/>
                </a:cubicBezTo>
                <a:lnTo>
                  <a:pt x="5562" y="11"/>
                </a:lnTo>
                <a:cubicBezTo>
                  <a:pt x="5573" y="0"/>
                  <a:pt x="5591" y="0"/>
                  <a:pt x="5601" y="11"/>
                </a:cubicBezTo>
                <a:cubicBezTo>
                  <a:pt x="5612" y="21"/>
                  <a:pt x="5612" y="39"/>
                  <a:pt x="5601" y="50"/>
                </a:cubicBezTo>
                <a:lnTo>
                  <a:pt x="5355" y="293"/>
                </a:lnTo>
                <a:cubicBezTo>
                  <a:pt x="5351" y="296"/>
                  <a:pt x="5344" y="300"/>
                  <a:pt x="5337" y="300"/>
                </a:cubicBezTo>
                <a:close/>
                <a:moveTo>
                  <a:pt x="4854" y="300"/>
                </a:moveTo>
                <a:cubicBezTo>
                  <a:pt x="4847" y="300"/>
                  <a:pt x="4840" y="296"/>
                  <a:pt x="4837" y="293"/>
                </a:cubicBezTo>
                <a:cubicBezTo>
                  <a:pt x="4826" y="282"/>
                  <a:pt x="4826" y="264"/>
                  <a:pt x="4837" y="254"/>
                </a:cubicBezTo>
                <a:lnTo>
                  <a:pt x="5080" y="11"/>
                </a:lnTo>
                <a:cubicBezTo>
                  <a:pt x="5090" y="0"/>
                  <a:pt x="5108" y="0"/>
                  <a:pt x="5119" y="11"/>
                </a:cubicBezTo>
                <a:cubicBezTo>
                  <a:pt x="5129" y="21"/>
                  <a:pt x="5129" y="39"/>
                  <a:pt x="5119" y="50"/>
                </a:cubicBezTo>
                <a:lnTo>
                  <a:pt x="4875" y="293"/>
                </a:lnTo>
                <a:cubicBezTo>
                  <a:pt x="4865" y="296"/>
                  <a:pt x="4861" y="300"/>
                  <a:pt x="4854" y="300"/>
                </a:cubicBezTo>
                <a:close/>
                <a:moveTo>
                  <a:pt x="4372" y="300"/>
                </a:moveTo>
                <a:cubicBezTo>
                  <a:pt x="4365" y="300"/>
                  <a:pt x="4358" y="296"/>
                  <a:pt x="4354" y="293"/>
                </a:cubicBezTo>
                <a:cubicBezTo>
                  <a:pt x="4344" y="282"/>
                  <a:pt x="4344" y="264"/>
                  <a:pt x="4354" y="254"/>
                </a:cubicBezTo>
                <a:lnTo>
                  <a:pt x="4597" y="11"/>
                </a:lnTo>
                <a:cubicBezTo>
                  <a:pt x="4608" y="0"/>
                  <a:pt x="4625" y="0"/>
                  <a:pt x="4636" y="11"/>
                </a:cubicBezTo>
                <a:cubicBezTo>
                  <a:pt x="4646" y="21"/>
                  <a:pt x="4646" y="39"/>
                  <a:pt x="4636" y="50"/>
                </a:cubicBezTo>
                <a:lnTo>
                  <a:pt x="4393" y="293"/>
                </a:lnTo>
                <a:cubicBezTo>
                  <a:pt x="4382" y="296"/>
                  <a:pt x="4379" y="300"/>
                  <a:pt x="4372" y="300"/>
                </a:cubicBezTo>
                <a:close/>
                <a:moveTo>
                  <a:pt x="3889" y="300"/>
                </a:moveTo>
                <a:cubicBezTo>
                  <a:pt x="3882" y="300"/>
                  <a:pt x="3875" y="296"/>
                  <a:pt x="3871" y="293"/>
                </a:cubicBezTo>
                <a:cubicBezTo>
                  <a:pt x="3861" y="282"/>
                  <a:pt x="3861" y="264"/>
                  <a:pt x="3871" y="254"/>
                </a:cubicBezTo>
                <a:lnTo>
                  <a:pt x="4115" y="11"/>
                </a:lnTo>
                <a:cubicBezTo>
                  <a:pt x="4125" y="0"/>
                  <a:pt x="4143" y="0"/>
                  <a:pt x="4153" y="11"/>
                </a:cubicBezTo>
                <a:cubicBezTo>
                  <a:pt x="4164" y="21"/>
                  <a:pt x="4164" y="39"/>
                  <a:pt x="4153" y="50"/>
                </a:cubicBezTo>
                <a:lnTo>
                  <a:pt x="3910" y="293"/>
                </a:lnTo>
                <a:cubicBezTo>
                  <a:pt x="3900" y="296"/>
                  <a:pt x="3896" y="300"/>
                  <a:pt x="3889" y="300"/>
                </a:cubicBezTo>
                <a:close/>
                <a:moveTo>
                  <a:pt x="3406" y="300"/>
                </a:moveTo>
                <a:cubicBezTo>
                  <a:pt x="3399" y="300"/>
                  <a:pt x="3392" y="296"/>
                  <a:pt x="3389" y="293"/>
                </a:cubicBezTo>
                <a:cubicBezTo>
                  <a:pt x="3378" y="282"/>
                  <a:pt x="3378" y="264"/>
                  <a:pt x="3389" y="254"/>
                </a:cubicBezTo>
                <a:lnTo>
                  <a:pt x="3632" y="11"/>
                </a:lnTo>
                <a:cubicBezTo>
                  <a:pt x="3642" y="0"/>
                  <a:pt x="3660" y="0"/>
                  <a:pt x="3671" y="11"/>
                </a:cubicBezTo>
                <a:cubicBezTo>
                  <a:pt x="3681" y="21"/>
                  <a:pt x="3681" y="39"/>
                  <a:pt x="3671" y="50"/>
                </a:cubicBezTo>
                <a:lnTo>
                  <a:pt x="3428" y="293"/>
                </a:lnTo>
                <a:cubicBezTo>
                  <a:pt x="3417" y="296"/>
                  <a:pt x="3413" y="300"/>
                  <a:pt x="3406" y="300"/>
                </a:cubicBezTo>
                <a:close/>
                <a:moveTo>
                  <a:pt x="2924" y="300"/>
                </a:moveTo>
                <a:cubicBezTo>
                  <a:pt x="2917" y="300"/>
                  <a:pt x="2910" y="296"/>
                  <a:pt x="2906" y="293"/>
                </a:cubicBezTo>
                <a:cubicBezTo>
                  <a:pt x="2896" y="282"/>
                  <a:pt x="2896" y="264"/>
                  <a:pt x="2906" y="254"/>
                </a:cubicBezTo>
                <a:lnTo>
                  <a:pt x="3149" y="11"/>
                </a:lnTo>
                <a:cubicBezTo>
                  <a:pt x="3160" y="0"/>
                  <a:pt x="3177" y="1"/>
                  <a:pt x="3188" y="11"/>
                </a:cubicBezTo>
                <a:cubicBezTo>
                  <a:pt x="3199" y="22"/>
                  <a:pt x="3199" y="39"/>
                  <a:pt x="3188" y="50"/>
                </a:cubicBezTo>
                <a:lnTo>
                  <a:pt x="2945" y="293"/>
                </a:lnTo>
                <a:cubicBezTo>
                  <a:pt x="2934" y="296"/>
                  <a:pt x="2931" y="300"/>
                  <a:pt x="2924" y="300"/>
                </a:cubicBezTo>
                <a:close/>
                <a:moveTo>
                  <a:pt x="2441" y="300"/>
                </a:moveTo>
                <a:cubicBezTo>
                  <a:pt x="2434" y="300"/>
                  <a:pt x="2427" y="296"/>
                  <a:pt x="2424" y="293"/>
                </a:cubicBezTo>
                <a:cubicBezTo>
                  <a:pt x="2413" y="282"/>
                  <a:pt x="2413" y="264"/>
                  <a:pt x="2424" y="254"/>
                </a:cubicBezTo>
                <a:lnTo>
                  <a:pt x="2667" y="11"/>
                </a:lnTo>
                <a:cubicBezTo>
                  <a:pt x="2677" y="0"/>
                  <a:pt x="2694" y="1"/>
                  <a:pt x="2705" y="11"/>
                </a:cubicBezTo>
                <a:cubicBezTo>
                  <a:pt x="2715" y="22"/>
                  <a:pt x="2716" y="39"/>
                  <a:pt x="2705" y="50"/>
                </a:cubicBezTo>
                <a:lnTo>
                  <a:pt x="2462" y="293"/>
                </a:lnTo>
                <a:cubicBezTo>
                  <a:pt x="2452" y="296"/>
                  <a:pt x="2448" y="300"/>
                  <a:pt x="2441" y="300"/>
                </a:cubicBezTo>
                <a:close/>
                <a:moveTo>
                  <a:pt x="1959" y="300"/>
                </a:moveTo>
                <a:cubicBezTo>
                  <a:pt x="1951" y="300"/>
                  <a:pt x="1944" y="296"/>
                  <a:pt x="1941" y="293"/>
                </a:cubicBezTo>
                <a:cubicBezTo>
                  <a:pt x="1930" y="282"/>
                  <a:pt x="1930" y="264"/>
                  <a:pt x="1941" y="254"/>
                </a:cubicBezTo>
                <a:lnTo>
                  <a:pt x="2184" y="11"/>
                </a:lnTo>
                <a:cubicBezTo>
                  <a:pt x="2195" y="0"/>
                  <a:pt x="2212" y="1"/>
                  <a:pt x="2223" y="11"/>
                </a:cubicBezTo>
                <a:cubicBezTo>
                  <a:pt x="2233" y="22"/>
                  <a:pt x="2233" y="39"/>
                  <a:pt x="2223" y="50"/>
                </a:cubicBezTo>
                <a:lnTo>
                  <a:pt x="1980" y="293"/>
                </a:lnTo>
                <a:cubicBezTo>
                  <a:pt x="1969" y="296"/>
                  <a:pt x="1966" y="300"/>
                  <a:pt x="1959" y="300"/>
                </a:cubicBezTo>
                <a:close/>
                <a:moveTo>
                  <a:pt x="1476" y="300"/>
                </a:moveTo>
                <a:cubicBezTo>
                  <a:pt x="1469" y="300"/>
                  <a:pt x="1462" y="296"/>
                  <a:pt x="1458" y="293"/>
                </a:cubicBezTo>
                <a:cubicBezTo>
                  <a:pt x="1448" y="282"/>
                  <a:pt x="1448" y="264"/>
                  <a:pt x="1458" y="254"/>
                </a:cubicBezTo>
                <a:lnTo>
                  <a:pt x="1701" y="11"/>
                </a:lnTo>
                <a:cubicBezTo>
                  <a:pt x="1712" y="0"/>
                  <a:pt x="1729" y="1"/>
                  <a:pt x="1740" y="11"/>
                </a:cubicBezTo>
                <a:cubicBezTo>
                  <a:pt x="1750" y="22"/>
                  <a:pt x="1751" y="39"/>
                  <a:pt x="1740" y="50"/>
                </a:cubicBezTo>
                <a:lnTo>
                  <a:pt x="1497" y="293"/>
                </a:lnTo>
                <a:cubicBezTo>
                  <a:pt x="1486" y="296"/>
                  <a:pt x="1483" y="300"/>
                  <a:pt x="1476" y="300"/>
                </a:cubicBezTo>
                <a:close/>
                <a:moveTo>
                  <a:pt x="993" y="300"/>
                </a:moveTo>
                <a:cubicBezTo>
                  <a:pt x="986" y="300"/>
                  <a:pt x="979" y="296"/>
                  <a:pt x="976" y="293"/>
                </a:cubicBezTo>
                <a:cubicBezTo>
                  <a:pt x="965" y="282"/>
                  <a:pt x="965" y="264"/>
                  <a:pt x="976" y="254"/>
                </a:cubicBezTo>
                <a:lnTo>
                  <a:pt x="1219" y="11"/>
                </a:lnTo>
                <a:cubicBezTo>
                  <a:pt x="1229" y="0"/>
                  <a:pt x="1247" y="0"/>
                  <a:pt x="1257" y="11"/>
                </a:cubicBezTo>
                <a:cubicBezTo>
                  <a:pt x="1268" y="21"/>
                  <a:pt x="1268" y="39"/>
                  <a:pt x="1257" y="50"/>
                </a:cubicBezTo>
                <a:lnTo>
                  <a:pt x="1014" y="293"/>
                </a:lnTo>
                <a:cubicBezTo>
                  <a:pt x="1004" y="296"/>
                  <a:pt x="1000" y="300"/>
                  <a:pt x="993" y="300"/>
                </a:cubicBezTo>
                <a:close/>
                <a:moveTo>
                  <a:pt x="511" y="300"/>
                </a:moveTo>
                <a:cubicBezTo>
                  <a:pt x="504" y="300"/>
                  <a:pt x="497" y="296"/>
                  <a:pt x="493" y="293"/>
                </a:cubicBezTo>
                <a:cubicBezTo>
                  <a:pt x="482" y="282"/>
                  <a:pt x="482" y="264"/>
                  <a:pt x="493" y="254"/>
                </a:cubicBezTo>
                <a:lnTo>
                  <a:pt x="736" y="11"/>
                </a:lnTo>
                <a:cubicBezTo>
                  <a:pt x="747" y="0"/>
                  <a:pt x="764" y="0"/>
                  <a:pt x="775" y="11"/>
                </a:cubicBezTo>
                <a:cubicBezTo>
                  <a:pt x="785" y="21"/>
                  <a:pt x="785" y="39"/>
                  <a:pt x="775" y="50"/>
                </a:cubicBezTo>
                <a:lnTo>
                  <a:pt x="528" y="293"/>
                </a:lnTo>
                <a:cubicBezTo>
                  <a:pt x="521" y="296"/>
                  <a:pt x="514" y="300"/>
                  <a:pt x="511" y="300"/>
                </a:cubicBezTo>
                <a:close/>
                <a:moveTo>
                  <a:pt x="28" y="300"/>
                </a:moveTo>
                <a:cubicBezTo>
                  <a:pt x="21" y="300"/>
                  <a:pt x="14" y="296"/>
                  <a:pt x="10" y="293"/>
                </a:cubicBezTo>
                <a:cubicBezTo>
                  <a:pt x="0" y="282"/>
                  <a:pt x="0" y="264"/>
                  <a:pt x="10" y="254"/>
                </a:cubicBezTo>
                <a:lnTo>
                  <a:pt x="253" y="11"/>
                </a:lnTo>
                <a:cubicBezTo>
                  <a:pt x="264" y="0"/>
                  <a:pt x="282" y="0"/>
                  <a:pt x="292" y="11"/>
                </a:cubicBezTo>
                <a:cubicBezTo>
                  <a:pt x="303" y="21"/>
                  <a:pt x="303" y="39"/>
                  <a:pt x="292" y="50"/>
                </a:cubicBezTo>
                <a:lnTo>
                  <a:pt x="49" y="293"/>
                </a:lnTo>
                <a:cubicBezTo>
                  <a:pt x="39" y="296"/>
                  <a:pt x="31" y="300"/>
                  <a:pt x="28" y="300"/>
                </a:cubicBezTo>
                <a:close/>
              </a:path>
            </a:pathLst>
          </a:custGeom>
          <a:solidFill>
            <a:srgbClr val="BFD73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nvGrpSpPr>
          <p:cNvPr id="13" name="Group 1"/>
          <p:cNvGrpSpPr>
            <a:grpSpLocks/>
          </p:cNvGrpSpPr>
          <p:nvPr userDrawn="1"/>
        </p:nvGrpSpPr>
        <p:grpSpPr bwMode="auto">
          <a:xfrm>
            <a:off x="9412224" y="320040"/>
            <a:ext cx="2316480" cy="694944"/>
            <a:chOff x="7132" y="352"/>
            <a:chExt cx="1725" cy="686"/>
          </a:xfrm>
        </p:grpSpPr>
        <p:sp>
          <p:nvSpPr>
            <p:cNvPr id="14"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5"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567208326"/>
      </p:ext>
    </p:extLst>
  </p:cSld>
  <p:clrMapOvr>
    <a:masterClrMapping/>
  </p:clrMapOvr>
  <p:hf sldNum="0" hdr="0" ftr="0" dt="0"/>
  <p:extLst>
    <p:ext uri="{DCECCB84-F9BA-43D5-87BE-67443E8EF086}">
      <p15:sldGuideLst xmlns:p15="http://schemas.microsoft.com/office/powerpoint/2012/main">
        <p15:guide id="1" orient="horz" pos="4032" userDrawn="1">
          <p15:clr>
            <a:srgbClr val="FBAE40"/>
          </p15:clr>
        </p15:guide>
        <p15:guide id="2" orient="horz" pos="33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Quote teal">
    <p:bg>
      <p:bgPr>
        <a:solidFill>
          <a:schemeClr val="tx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4493" y="1495192"/>
            <a:ext cx="11295888" cy="4677009"/>
          </a:xfrm>
          <a:prstGeom prst="rect">
            <a:avLst/>
          </a:prstGeom>
        </p:spPr>
        <p:txBody>
          <a:bodyPr/>
          <a:lstStyle>
            <a:lvl1pPr>
              <a:defRPr sz="3200">
                <a:solidFill>
                  <a:schemeClr val="bg2"/>
                </a:solidFill>
              </a:defRPr>
            </a:lvl1pPr>
            <a:lvl2pPr>
              <a:defRPr sz="2800">
                <a:solidFill>
                  <a:schemeClr val="bg2"/>
                </a:solidFill>
              </a:defRPr>
            </a:lvl2pPr>
            <a:lvl3pPr marL="255985" indent="-255985">
              <a:defRPr sz="2800">
                <a:solidFill>
                  <a:schemeClr val="bg2"/>
                </a:solidFill>
              </a:defRPr>
            </a:lvl3pPr>
            <a:lvl4pPr marL="514350" indent="-258366">
              <a:defRPr sz="2800">
                <a:solidFill>
                  <a:schemeClr val="bg2"/>
                </a:solidFill>
              </a:defRPr>
            </a:lvl4pPr>
            <a:lvl5pPr marL="771525" indent="-257175">
              <a:defRPr sz="2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3"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bg1"/>
                </a:solidFill>
                <a:latin typeface="Adient Sans Light" panose="020B0503040402060203" pitchFamily="34" charset="0"/>
              </a:defRPr>
            </a:lvl1pPr>
          </a:lstStyle>
          <a:p>
            <a:fld id="{295864D2-2B9F-40E2-998E-CC77F1ABC594}" type="slidenum">
              <a:rPr lang="en-US" smtClean="0"/>
              <a:pPr/>
              <a:t>‹#›</a:t>
            </a:fld>
            <a:endParaRPr lang="en-US" dirty="0"/>
          </a:p>
        </p:txBody>
      </p:sp>
      <p:grpSp>
        <p:nvGrpSpPr>
          <p:cNvPr id="14" name="Group 2"/>
          <p:cNvGrpSpPr>
            <a:grpSpLocks/>
          </p:cNvGrpSpPr>
          <p:nvPr userDrawn="1"/>
        </p:nvGrpSpPr>
        <p:grpSpPr bwMode="auto">
          <a:xfrm>
            <a:off x="9415756" y="320041"/>
            <a:ext cx="2314811" cy="690417"/>
            <a:chOff x="7132" y="352"/>
            <a:chExt cx="1725" cy="686"/>
          </a:xfrm>
        </p:grpSpPr>
        <p:sp>
          <p:nvSpPr>
            <p:cNvPr id="15" name="Freeform 3"/>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6" name="Freeform 4"/>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698260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green">
    <p:bg>
      <p:bgPr>
        <a:solidFill>
          <a:schemeClr val="bg2"/>
        </a:solidFill>
        <a:effectLst/>
      </p:bgPr>
    </p:bg>
    <p:spTree>
      <p:nvGrpSpPr>
        <p:cNvPr id="1" name=""/>
        <p:cNvGrpSpPr/>
        <p:nvPr/>
      </p:nvGrpSpPr>
      <p:grpSpPr>
        <a:xfrm>
          <a:off x="0" y="0"/>
          <a:ext cx="0" cy="0"/>
          <a:chOff x="0" y="0"/>
          <a:chExt cx="0" cy="0"/>
        </a:xfrm>
      </p:grpSpPr>
      <p:sp>
        <p:nvSpPr>
          <p:cNvPr id="7" name="Content Placeholder 2"/>
          <p:cNvSpPr>
            <a:spLocks noGrp="1"/>
          </p:cNvSpPr>
          <p:nvPr>
            <p:ph idx="1"/>
          </p:nvPr>
        </p:nvSpPr>
        <p:spPr>
          <a:xfrm>
            <a:off x="434493" y="1496920"/>
            <a:ext cx="11295888" cy="4675281"/>
          </a:xfrm>
          <a:prstGeom prst="rect">
            <a:avLst/>
          </a:prstGeom>
        </p:spPr>
        <p:txBody>
          <a:bodyPr/>
          <a:lstStyle>
            <a:lvl1pPr>
              <a:defRPr sz="3200" baseline="0">
                <a:solidFill>
                  <a:schemeClr val="tx2"/>
                </a:solidFill>
              </a:defRPr>
            </a:lvl1pPr>
            <a:lvl2pPr>
              <a:defRPr sz="2800" baseline="0">
                <a:solidFill>
                  <a:schemeClr val="tx2"/>
                </a:solidFill>
              </a:defRPr>
            </a:lvl2pPr>
            <a:lvl3pPr marL="255985" indent="-255985">
              <a:defRPr sz="2800" baseline="0">
                <a:solidFill>
                  <a:schemeClr val="tx2"/>
                </a:solidFill>
              </a:defRPr>
            </a:lvl3pPr>
            <a:lvl4pPr marL="514350" indent="-258366">
              <a:defRPr sz="2800" baseline="0">
                <a:solidFill>
                  <a:schemeClr val="tx2"/>
                </a:solidFill>
              </a:defRPr>
            </a:lvl4pPr>
            <a:lvl5pPr marL="771525" indent="-257175">
              <a:defRPr sz="2800"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rgbClr val="00475D"/>
                </a:solidFill>
              </a:defRPr>
            </a:lvl1pPr>
          </a:lstStyle>
          <a:p>
            <a:endParaRPr lang="en-US" dirty="0"/>
          </a:p>
          <a:p>
            <a:endParaRPr lang="en-US" sz="900" dirty="0"/>
          </a:p>
          <a:p>
            <a:r>
              <a:rPr lang="en-US" sz="900" b="1" dirty="0">
                <a:latin typeface="Adient Sans Light" panose="020B0503040402060203" pitchFamily="34" charset="0"/>
              </a:rPr>
              <a:t>Adient - Confidential</a:t>
            </a:r>
          </a:p>
        </p:txBody>
      </p:sp>
      <p:sp>
        <p:nvSpPr>
          <p:cNvPr id="10"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rgbClr val="00475D"/>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12417400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white">
    <p:bg>
      <p:bgPr>
        <a:solidFill>
          <a:schemeClr val="bg1"/>
        </a:solidFill>
        <a:effectLst/>
      </p:bgPr>
    </p:bg>
    <p:spTree>
      <p:nvGrpSpPr>
        <p:cNvPr id="1" name=""/>
        <p:cNvGrpSpPr/>
        <p:nvPr/>
      </p:nvGrpSpPr>
      <p:grpSpPr>
        <a:xfrm>
          <a:off x="0" y="0"/>
          <a:ext cx="0" cy="0"/>
          <a:chOff x="0" y="0"/>
          <a:chExt cx="0" cy="0"/>
        </a:xfrm>
      </p:grpSpPr>
      <p:sp>
        <p:nvSpPr>
          <p:cNvPr id="7" name="Content Placeholder 2"/>
          <p:cNvSpPr>
            <a:spLocks noGrp="1"/>
          </p:cNvSpPr>
          <p:nvPr>
            <p:ph idx="1"/>
          </p:nvPr>
        </p:nvSpPr>
        <p:spPr>
          <a:xfrm>
            <a:off x="435032" y="1496291"/>
            <a:ext cx="11295888" cy="4675909"/>
          </a:xfrm>
          <a:prstGeom prst="rect">
            <a:avLst/>
          </a:prstGeom>
        </p:spPr>
        <p:txBody>
          <a:bodyPr/>
          <a:lstStyle>
            <a:lvl1pPr>
              <a:defRPr sz="3200" baseline="0">
                <a:solidFill>
                  <a:schemeClr val="tx2"/>
                </a:solidFill>
              </a:defRPr>
            </a:lvl1pPr>
            <a:lvl2pPr>
              <a:defRPr sz="2800" baseline="0">
                <a:solidFill>
                  <a:schemeClr val="tx2"/>
                </a:solidFill>
              </a:defRPr>
            </a:lvl2pPr>
            <a:lvl3pPr marL="255985" indent="-255985">
              <a:defRPr sz="2800" baseline="0">
                <a:solidFill>
                  <a:schemeClr val="tx2"/>
                </a:solidFill>
              </a:defRPr>
            </a:lvl3pPr>
            <a:lvl4pPr marL="514350" indent="-258366">
              <a:defRPr sz="2800" baseline="0">
                <a:solidFill>
                  <a:schemeClr val="tx2"/>
                </a:solidFill>
              </a:defRPr>
            </a:lvl4pPr>
            <a:lvl5pPr marL="771525" indent="-257175">
              <a:defRPr sz="2800"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3"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16637810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8912" y="461963"/>
            <a:ext cx="11295888" cy="776752"/>
          </a:xfrm>
        </p:spPr>
        <p:txBody>
          <a:bodyPr/>
          <a:lstStyle>
            <a:lvl1pPr>
              <a:defRPr sz="32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38912" y="1524000"/>
            <a:ext cx="11295888" cy="4648200"/>
          </a:xfrm>
          <a:prstGeom prst="rect">
            <a:avLst/>
          </a:prstGeom>
        </p:spPr>
        <p:txBody>
          <a:bodyPr/>
          <a:lstStyle>
            <a:lvl1pPr marL="259556" indent="-259556">
              <a:spcBef>
                <a:spcPts val="0"/>
              </a:spcBef>
              <a:spcAft>
                <a:spcPts val="1350"/>
              </a:spcAft>
              <a:buFont typeface="Arial" panose="020B0604020202020204" pitchFamily="34" charset="0"/>
              <a:buChar char="&gt;"/>
              <a:defRPr sz="2400">
                <a:solidFill>
                  <a:schemeClr val="bg1"/>
                </a:solidFill>
              </a:defRPr>
            </a:lvl1pPr>
            <a:lvl2pPr marL="514350" indent="-258366">
              <a:spcBef>
                <a:spcPts val="0"/>
              </a:spcBef>
              <a:spcAft>
                <a:spcPts val="1350"/>
              </a:spcAft>
              <a:buFont typeface="Arial" panose="020B0604020202020204" pitchFamily="34" charset="0"/>
              <a:buChar char="‒"/>
              <a:defRPr sz="2200">
                <a:solidFill>
                  <a:schemeClr val="bg1"/>
                </a:solidFill>
              </a:defRPr>
            </a:lvl2pPr>
            <a:lvl3pPr>
              <a:spcBef>
                <a:spcPts val="0"/>
              </a:spcBef>
              <a:spcAft>
                <a:spcPts val="1350"/>
              </a:spcAft>
              <a:defRPr sz="2100"/>
            </a:lvl3pPr>
            <a:lvl4pPr>
              <a:spcBef>
                <a:spcPts val="0"/>
              </a:spcBef>
              <a:spcAft>
                <a:spcPts val="1350"/>
              </a:spcAft>
              <a:defRPr sz="2100"/>
            </a:lvl4pPr>
            <a:lvl5pPr>
              <a:spcBef>
                <a:spcPts val="0"/>
              </a:spcBef>
              <a:spcAft>
                <a:spcPts val="1350"/>
              </a:spcAft>
              <a:defRPr sz="2100"/>
            </a:lvl5pPr>
          </a:lstStyle>
          <a:p>
            <a:pPr lvl="0"/>
            <a:r>
              <a:rPr lang="en-US"/>
              <a:t>Click to edit Master text styles</a:t>
            </a:r>
          </a:p>
          <a:p>
            <a:pPr lvl="1"/>
            <a:r>
              <a:rPr lang="en-US"/>
              <a:t>Second level</a:t>
            </a:r>
          </a:p>
        </p:txBody>
      </p:sp>
      <p:cxnSp>
        <p:nvCxnSpPr>
          <p:cNvPr id="11" name="Straight Connector 10"/>
          <p:cNvCxnSpPr/>
          <p:nvPr userDrawn="1"/>
        </p:nvCxnSpPr>
        <p:spPr>
          <a:xfrm>
            <a:off x="426079" y="124554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2"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bg1"/>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7997419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teal">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8914" y="1203326"/>
            <a:ext cx="11295887" cy="1955167"/>
          </a:xfrm>
          <a:noFill/>
        </p:spPr>
        <p:txBody>
          <a:bodyPr anchor="t"/>
          <a:lstStyle>
            <a:lvl1pPr>
              <a:defRPr sz="3200">
                <a:solidFill>
                  <a:schemeClr val="bg2"/>
                </a:solidFill>
              </a:defRPr>
            </a:lvl1pPr>
          </a:lstStyle>
          <a:p>
            <a:r>
              <a:rPr lang="en-US"/>
              <a:t>Click to edit Master title style</a:t>
            </a:r>
            <a:endParaRPr lang="en-US" dirty="0"/>
          </a:p>
        </p:txBody>
      </p:sp>
      <p:sp>
        <p:nvSpPr>
          <p:cNvPr id="8" name="Text Placeholder 7"/>
          <p:cNvSpPr>
            <a:spLocks noGrp="1"/>
          </p:cNvSpPr>
          <p:nvPr>
            <p:ph type="body" sz="quarter" idx="13"/>
          </p:nvPr>
        </p:nvSpPr>
        <p:spPr>
          <a:xfrm>
            <a:off x="438912" y="3158492"/>
            <a:ext cx="11295888" cy="3013708"/>
          </a:xfrm>
          <a:prstGeom prst="rect">
            <a:avLst/>
          </a:prstGeom>
        </p:spPr>
        <p:txBody>
          <a:bodyPr/>
          <a:lstStyle>
            <a:lvl1pPr>
              <a:defRPr sz="2200" baseline="0">
                <a:solidFill>
                  <a:schemeClr val="bg1"/>
                </a:solidFill>
              </a:defRPr>
            </a:lvl1pPr>
            <a:lvl2pPr>
              <a:defRPr sz="1500">
                <a:solidFill>
                  <a:schemeClr val="bg1"/>
                </a:solidFill>
              </a:defRPr>
            </a:lvl2pPr>
            <a:lvl3pPr>
              <a:defRPr sz="1500">
                <a:solidFill>
                  <a:schemeClr val="bg1"/>
                </a:solidFill>
              </a:defRPr>
            </a:lvl3pPr>
            <a:lvl4pPr>
              <a:defRPr sz="1500">
                <a:solidFill>
                  <a:schemeClr val="bg1"/>
                </a:solidFill>
              </a:defRPr>
            </a:lvl4pPr>
            <a:lvl5pPr>
              <a:defRPr sz="15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1"/>
          <p:cNvSpPr>
            <a:spLocks noChangeArrowheads="1"/>
          </p:cNvSpPr>
          <p:nvPr userDrawn="1"/>
        </p:nvSpPr>
        <p:spPr bwMode="auto">
          <a:xfrm>
            <a:off x="465667" y="460375"/>
            <a:ext cx="11264900" cy="107950"/>
          </a:xfrm>
          <a:custGeom>
            <a:avLst/>
            <a:gdLst>
              <a:gd name="T0" fmla="*/ 23215 w 23469"/>
              <a:gd name="T1" fmla="*/ 289 h 301"/>
              <a:gd name="T2" fmla="*/ 22975 w 23469"/>
              <a:gd name="T3" fmla="*/ 50 h 301"/>
              <a:gd name="T4" fmla="*/ 22492 w 23469"/>
              <a:gd name="T5" fmla="*/ 11 h 301"/>
              <a:gd name="T6" fmla="*/ 21968 w 23469"/>
              <a:gd name="T7" fmla="*/ 11 h 301"/>
              <a:gd name="T8" fmla="*/ 21245 w 23469"/>
              <a:gd name="T9" fmla="*/ 254 h 301"/>
              <a:gd name="T10" fmla="*/ 20763 w 23469"/>
              <a:gd name="T11" fmla="*/ 293 h 301"/>
              <a:gd name="T12" fmla="*/ 20298 w 23469"/>
              <a:gd name="T13" fmla="*/ 300 h 301"/>
              <a:gd name="T14" fmla="*/ 20298 w 23469"/>
              <a:gd name="T15" fmla="*/ 300 h 301"/>
              <a:gd name="T16" fmla="*/ 19833 w 23469"/>
              <a:gd name="T17" fmla="*/ 293 h 301"/>
              <a:gd name="T18" fmla="*/ 19597 w 23469"/>
              <a:gd name="T19" fmla="*/ 50 h 301"/>
              <a:gd name="T20" fmla="*/ 19114 w 23469"/>
              <a:gd name="T21" fmla="*/ 11 h 301"/>
              <a:gd name="T22" fmla="*/ 18593 w 23469"/>
              <a:gd name="T23" fmla="*/ 11 h 301"/>
              <a:gd name="T24" fmla="*/ 17867 w 23469"/>
              <a:gd name="T25" fmla="*/ 254 h 301"/>
              <a:gd name="T26" fmla="*/ 17384 w 23469"/>
              <a:gd name="T27" fmla="*/ 293 h 301"/>
              <a:gd name="T28" fmla="*/ 16919 w 23469"/>
              <a:gd name="T29" fmla="*/ 300 h 301"/>
              <a:gd name="T30" fmla="*/ 16919 w 23469"/>
              <a:gd name="T31" fmla="*/ 300 h 301"/>
              <a:gd name="T32" fmla="*/ 16458 w 23469"/>
              <a:gd name="T33" fmla="*/ 293 h 301"/>
              <a:gd name="T34" fmla="*/ 16218 w 23469"/>
              <a:gd name="T35" fmla="*/ 50 h 301"/>
              <a:gd name="T36" fmla="*/ 15732 w 23469"/>
              <a:gd name="T37" fmla="*/ 11 h 301"/>
              <a:gd name="T38" fmla="*/ 15214 w 23469"/>
              <a:gd name="T39" fmla="*/ 11 h 301"/>
              <a:gd name="T40" fmla="*/ 14488 w 23469"/>
              <a:gd name="T41" fmla="*/ 254 h 301"/>
              <a:gd name="T42" fmla="*/ 14006 w 23469"/>
              <a:gd name="T43" fmla="*/ 293 h 301"/>
              <a:gd name="T44" fmla="*/ 13541 w 23469"/>
              <a:gd name="T45" fmla="*/ 300 h 301"/>
              <a:gd name="T46" fmla="*/ 13541 w 23469"/>
              <a:gd name="T47" fmla="*/ 300 h 301"/>
              <a:gd name="T48" fmla="*/ 13079 w 23469"/>
              <a:gd name="T49" fmla="*/ 293 h 301"/>
              <a:gd name="T50" fmla="*/ 12840 w 23469"/>
              <a:gd name="T51" fmla="*/ 50 h 301"/>
              <a:gd name="T52" fmla="*/ 12357 w 23469"/>
              <a:gd name="T53" fmla="*/ 11 h 301"/>
              <a:gd name="T54" fmla="*/ 11836 w 23469"/>
              <a:gd name="T55" fmla="*/ 11 h 301"/>
              <a:gd name="T56" fmla="*/ 11111 w 23469"/>
              <a:gd name="T57" fmla="*/ 254 h 301"/>
              <a:gd name="T58" fmla="*/ 10628 w 23469"/>
              <a:gd name="T59" fmla="*/ 293 h 301"/>
              <a:gd name="T60" fmla="*/ 10163 w 23469"/>
              <a:gd name="T61" fmla="*/ 300 h 301"/>
              <a:gd name="T62" fmla="*/ 10163 w 23469"/>
              <a:gd name="T63" fmla="*/ 300 h 301"/>
              <a:gd name="T64" fmla="*/ 9702 w 23469"/>
              <a:gd name="T65" fmla="*/ 293 h 301"/>
              <a:gd name="T66" fmla="*/ 9459 w 23469"/>
              <a:gd name="T67" fmla="*/ 50 h 301"/>
              <a:gd name="T68" fmla="*/ 8980 w 23469"/>
              <a:gd name="T69" fmla="*/ 11 h 301"/>
              <a:gd name="T70" fmla="*/ 8458 w 23469"/>
              <a:gd name="T71" fmla="*/ 11 h 301"/>
              <a:gd name="T72" fmla="*/ 7733 w 23469"/>
              <a:gd name="T73" fmla="*/ 254 h 301"/>
              <a:gd name="T74" fmla="*/ 7250 w 23469"/>
              <a:gd name="T75" fmla="*/ 293 h 301"/>
              <a:gd name="T76" fmla="*/ 6785 w 23469"/>
              <a:gd name="T77" fmla="*/ 300 h 301"/>
              <a:gd name="T78" fmla="*/ 6785 w 23469"/>
              <a:gd name="T79" fmla="*/ 300 h 301"/>
              <a:gd name="T80" fmla="*/ 6323 w 23469"/>
              <a:gd name="T81" fmla="*/ 293 h 301"/>
              <a:gd name="T82" fmla="*/ 6084 w 23469"/>
              <a:gd name="T83" fmla="*/ 50 h 301"/>
              <a:gd name="T84" fmla="*/ 5601 w 23469"/>
              <a:gd name="T85" fmla="*/ 11 h 301"/>
              <a:gd name="T86" fmla="*/ 5080 w 23469"/>
              <a:gd name="T87" fmla="*/ 11 h 301"/>
              <a:gd name="T88" fmla="*/ 4354 w 23469"/>
              <a:gd name="T89" fmla="*/ 254 h 301"/>
              <a:gd name="T90" fmla="*/ 3871 w 23469"/>
              <a:gd name="T91" fmla="*/ 293 h 301"/>
              <a:gd name="T92" fmla="*/ 3406 w 23469"/>
              <a:gd name="T93" fmla="*/ 300 h 301"/>
              <a:gd name="T94" fmla="*/ 3406 w 23469"/>
              <a:gd name="T95" fmla="*/ 300 h 301"/>
              <a:gd name="T96" fmla="*/ 2945 w 23469"/>
              <a:gd name="T97" fmla="*/ 293 h 301"/>
              <a:gd name="T98" fmla="*/ 2705 w 23469"/>
              <a:gd name="T99" fmla="*/ 50 h 301"/>
              <a:gd name="T100" fmla="*/ 2223 w 23469"/>
              <a:gd name="T101" fmla="*/ 11 h 301"/>
              <a:gd name="T102" fmla="*/ 1701 w 23469"/>
              <a:gd name="T103" fmla="*/ 11 h 301"/>
              <a:gd name="T104" fmla="*/ 976 w 23469"/>
              <a:gd name="T105" fmla="*/ 254 h 301"/>
              <a:gd name="T106" fmla="*/ 493 w 23469"/>
              <a:gd name="T107" fmla="*/ 293 h 301"/>
              <a:gd name="T108" fmla="*/ 28 w 23469"/>
              <a:gd name="T109" fmla="*/ 300 h 301"/>
              <a:gd name="T110" fmla="*/ 28 w 23469"/>
              <a:gd name="T111" fmla="*/ 30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469" h="301">
                <a:moveTo>
                  <a:pt x="23193" y="300"/>
                </a:moveTo>
                <a:cubicBezTo>
                  <a:pt x="23186" y="300"/>
                  <a:pt x="23179" y="297"/>
                  <a:pt x="23176" y="293"/>
                </a:cubicBezTo>
                <a:cubicBezTo>
                  <a:pt x="23165" y="282"/>
                  <a:pt x="23165" y="265"/>
                  <a:pt x="23176" y="254"/>
                </a:cubicBezTo>
                <a:lnTo>
                  <a:pt x="23419" y="11"/>
                </a:lnTo>
                <a:cubicBezTo>
                  <a:pt x="23430" y="1"/>
                  <a:pt x="23447" y="1"/>
                  <a:pt x="23458" y="11"/>
                </a:cubicBezTo>
                <a:cubicBezTo>
                  <a:pt x="23468" y="22"/>
                  <a:pt x="23468" y="39"/>
                  <a:pt x="23458" y="50"/>
                </a:cubicBezTo>
                <a:lnTo>
                  <a:pt x="23215" y="289"/>
                </a:lnTo>
                <a:cubicBezTo>
                  <a:pt x="23208" y="297"/>
                  <a:pt x="23201" y="300"/>
                  <a:pt x="23193" y="300"/>
                </a:cubicBezTo>
                <a:close/>
                <a:moveTo>
                  <a:pt x="22711" y="300"/>
                </a:moveTo>
                <a:cubicBezTo>
                  <a:pt x="22704" y="300"/>
                  <a:pt x="22697" y="297"/>
                  <a:pt x="22693" y="293"/>
                </a:cubicBezTo>
                <a:cubicBezTo>
                  <a:pt x="22683" y="282"/>
                  <a:pt x="22683" y="265"/>
                  <a:pt x="22693" y="254"/>
                </a:cubicBezTo>
                <a:lnTo>
                  <a:pt x="22936" y="11"/>
                </a:lnTo>
                <a:cubicBezTo>
                  <a:pt x="22947" y="1"/>
                  <a:pt x="22964" y="1"/>
                  <a:pt x="22975" y="11"/>
                </a:cubicBezTo>
                <a:cubicBezTo>
                  <a:pt x="22986" y="22"/>
                  <a:pt x="22986" y="39"/>
                  <a:pt x="22975" y="50"/>
                </a:cubicBezTo>
                <a:lnTo>
                  <a:pt x="22732" y="293"/>
                </a:lnTo>
                <a:cubicBezTo>
                  <a:pt x="22725" y="297"/>
                  <a:pt x="22718" y="300"/>
                  <a:pt x="22711" y="300"/>
                </a:cubicBezTo>
                <a:close/>
                <a:moveTo>
                  <a:pt x="22228" y="300"/>
                </a:moveTo>
                <a:cubicBezTo>
                  <a:pt x="22221" y="300"/>
                  <a:pt x="22214" y="297"/>
                  <a:pt x="22211" y="293"/>
                </a:cubicBezTo>
                <a:cubicBezTo>
                  <a:pt x="22200" y="282"/>
                  <a:pt x="22200" y="265"/>
                  <a:pt x="22211" y="254"/>
                </a:cubicBezTo>
                <a:lnTo>
                  <a:pt x="22454" y="11"/>
                </a:lnTo>
                <a:cubicBezTo>
                  <a:pt x="22464" y="1"/>
                  <a:pt x="22482" y="1"/>
                  <a:pt x="22492" y="11"/>
                </a:cubicBezTo>
                <a:cubicBezTo>
                  <a:pt x="22503" y="22"/>
                  <a:pt x="22503" y="39"/>
                  <a:pt x="22492" y="50"/>
                </a:cubicBezTo>
                <a:lnTo>
                  <a:pt x="22249" y="289"/>
                </a:lnTo>
                <a:cubicBezTo>
                  <a:pt x="22242" y="297"/>
                  <a:pt x="22235" y="300"/>
                  <a:pt x="22228" y="300"/>
                </a:cubicBezTo>
                <a:close/>
                <a:moveTo>
                  <a:pt x="21746" y="300"/>
                </a:moveTo>
                <a:cubicBezTo>
                  <a:pt x="21739" y="300"/>
                  <a:pt x="21731" y="297"/>
                  <a:pt x="21728" y="293"/>
                </a:cubicBezTo>
                <a:cubicBezTo>
                  <a:pt x="21717" y="282"/>
                  <a:pt x="21717" y="265"/>
                  <a:pt x="21728" y="254"/>
                </a:cubicBezTo>
                <a:lnTo>
                  <a:pt x="21968" y="11"/>
                </a:lnTo>
                <a:cubicBezTo>
                  <a:pt x="21978" y="1"/>
                  <a:pt x="21996" y="1"/>
                  <a:pt x="22006" y="11"/>
                </a:cubicBezTo>
                <a:cubicBezTo>
                  <a:pt x="22017" y="22"/>
                  <a:pt x="22017" y="39"/>
                  <a:pt x="22006" y="50"/>
                </a:cubicBezTo>
                <a:lnTo>
                  <a:pt x="21763" y="293"/>
                </a:lnTo>
                <a:cubicBezTo>
                  <a:pt x="21760" y="297"/>
                  <a:pt x="21753" y="300"/>
                  <a:pt x="21746" y="300"/>
                </a:cubicBezTo>
                <a:close/>
                <a:moveTo>
                  <a:pt x="21263" y="300"/>
                </a:moveTo>
                <a:cubicBezTo>
                  <a:pt x="21256" y="300"/>
                  <a:pt x="21249" y="297"/>
                  <a:pt x="21245" y="293"/>
                </a:cubicBezTo>
                <a:cubicBezTo>
                  <a:pt x="21235" y="282"/>
                  <a:pt x="21235" y="265"/>
                  <a:pt x="21245" y="254"/>
                </a:cubicBezTo>
                <a:lnTo>
                  <a:pt x="21488" y="11"/>
                </a:lnTo>
                <a:cubicBezTo>
                  <a:pt x="21499" y="1"/>
                  <a:pt x="21517" y="1"/>
                  <a:pt x="21527" y="11"/>
                </a:cubicBezTo>
                <a:cubicBezTo>
                  <a:pt x="21538" y="22"/>
                  <a:pt x="21538" y="39"/>
                  <a:pt x="21527" y="50"/>
                </a:cubicBezTo>
                <a:lnTo>
                  <a:pt x="21284" y="289"/>
                </a:lnTo>
                <a:cubicBezTo>
                  <a:pt x="21277" y="297"/>
                  <a:pt x="21270" y="300"/>
                  <a:pt x="21263" y="300"/>
                </a:cubicBezTo>
                <a:close/>
                <a:moveTo>
                  <a:pt x="20780" y="300"/>
                </a:moveTo>
                <a:cubicBezTo>
                  <a:pt x="20773" y="300"/>
                  <a:pt x="20766" y="297"/>
                  <a:pt x="20763" y="293"/>
                </a:cubicBezTo>
                <a:cubicBezTo>
                  <a:pt x="20752" y="282"/>
                  <a:pt x="20752" y="265"/>
                  <a:pt x="20763" y="254"/>
                </a:cubicBezTo>
                <a:lnTo>
                  <a:pt x="21006" y="11"/>
                </a:lnTo>
                <a:cubicBezTo>
                  <a:pt x="21016" y="1"/>
                  <a:pt x="21034" y="1"/>
                  <a:pt x="21045" y="11"/>
                </a:cubicBezTo>
                <a:cubicBezTo>
                  <a:pt x="21055" y="22"/>
                  <a:pt x="21055" y="39"/>
                  <a:pt x="21045" y="50"/>
                </a:cubicBezTo>
                <a:lnTo>
                  <a:pt x="20805" y="293"/>
                </a:lnTo>
                <a:cubicBezTo>
                  <a:pt x="20794" y="297"/>
                  <a:pt x="20787" y="300"/>
                  <a:pt x="20780" y="300"/>
                </a:cubicBezTo>
                <a:close/>
                <a:moveTo>
                  <a:pt x="20298" y="300"/>
                </a:moveTo>
                <a:cubicBezTo>
                  <a:pt x="20291" y="300"/>
                  <a:pt x="20284" y="297"/>
                  <a:pt x="20280" y="293"/>
                </a:cubicBezTo>
                <a:cubicBezTo>
                  <a:pt x="20269" y="282"/>
                  <a:pt x="20269" y="265"/>
                  <a:pt x="20280" y="254"/>
                </a:cubicBezTo>
                <a:lnTo>
                  <a:pt x="20523" y="11"/>
                </a:lnTo>
                <a:cubicBezTo>
                  <a:pt x="20534" y="1"/>
                  <a:pt x="20551" y="1"/>
                  <a:pt x="20562" y="11"/>
                </a:cubicBezTo>
                <a:cubicBezTo>
                  <a:pt x="20572" y="22"/>
                  <a:pt x="20572" y="39"/>
                  <a:pt x="20562" y="50"/>
                </a:cubicBezTo>
                <a:lnTo>
                  <a:pt x="20319" y="293"/>
                </a:lnTo>
                <a:cubicBezTo>
                  <a:pt x="20312" y="297"/>
                  <a:pt x="20305" y="300"/>
                  <a:pt x="20298" y="300"/>
                </a:cubicBezTo>
                <a:close/>
                <a:moveTo>
                  <a:pt x="19815" y="300"/>
                </a:moveTo>
                <a:cubicBezTo>
                  <a:pt x="19808" y="300"/>
                  <a:pt x="19801" y="297"/>
                  <a:pt x="19797" y="293"/>
                </a:cubicBezTo>
                <a:cubicBezTo>
                  <a:pt x="19787" y="282"/>
                  <a:pt x="19787" y="265"/>
                  <a:pt x="19797" y="254"/>
                </a:cubicBezTo>
                <a:lnTo>
                  <a:pt x="20037" y="11"/>
                </a:lnTo>
                <a:cubicBezTo>
                  <a:pt x="20048" y="1"/>
                  <a:pt x="20065" y="1"/>
                  <a:pt x="20076" y="11"/>
                </a:cubicBezTo>
                <a:cubicBezTo>
                  <a:pt x="20086" y="22"/>
                  <a:pt x="20086" y="39"/>
                  <a:pt x="20076" y="50"/>
                </a:cubicBezTo>
                <a:lnTo>
                  <a:pt x="19833" y="293"/>
                </a:lnTo>
                <a:cubicBezTo>
                  <a:pt x="19829" y="297"/>
                  <a:pt x="19822" y="300"/>
                  <a:pt x="19815" y="300"/>
                </a:cubicBezTo>
                <a:close/>
                <a:moveTo>
                  <a:pt x="19332" y="300"/>
                </a:moveTo>
                <a:cubicBezTo>
                  <a:pt x="19325" y="300"/>
                  <a:pt x="19318" y="297"/>
                  <a:pt x="19315" y="293"/>
                </a:cubicBezTo>
                <a:cubicBezTo>
                  <a:pt x="19304" y="282"/>
                  <a:pt x="19304" y="265"/>
                  <a:pt x="19315" y="254"/>
                </a:cubicBezTo>
                <a:lnTo>
                  <a:pt x="19558" y="11"/>
                </a:lnTo>
                <a:cubicBezTo>
                  <a:pt x="19568" y="1"/>
                  <a:pt x="19586" y="1"/>
                  <a:pt x="19597" y="11"/>
                </a:cubicBezTo>
                <a:cubicBezTo>
                  <a:pt x="19607" y="22"/>
                  <a:pt x="19607" y="39"/>
                  <a:pt x="19597" y="50"/>
                </a:cubicBezTo>
                <a:lnTo>
                  <a:pt x="19354" y="293"/>
                </a:lnTo>
                <a:cubicBezTo>
                  <a:pt x="19346" y="297"/>
                  <a:pt x="19339" y="300"/>
                  <a:pt x="19332" y="300"/>
                </a:cubicBezTo>
                <a:close/>
                <a:moveTo>
                  <a:pt x="18850" y="300"/>
                </a:moveTo>
                <a:cubicBezTo>
                  <a:pt x="18843" y="300"/>
                  <a:pt x="18836" y="297"/>
                  <a:pt x="18832" y="293"/>
                </a:cubicBezTo>
                <a:cubicBezTo>
                  <a:pt x="18822" y="282"/>
                  <a:pt x="18822" y="265"/>
                  <a:pt x="18832" y="254"/>
                </a:cubicBezTo>
                <a:lnTo>
                  <a:pt x="19075" y="11"/>
                </a:lnTo>
                <a:cubicBezTo>
                  <a:pt x="19086" y="1"/>
                  <a:pt x="19103" y="1"/>
                  <a:pt x="19114" y="11"/>
                </a:cubicBezTo>
                <a:cubicBezTo>
                  <a:pt x="19125" y="22"/>
                  <a:pt x="19125" y="39"/>
                  <a:pt x="19114" y="50"/>
                </a:cubicBezTo>
                <a:lnTo>
                  <a:pt x="18874" y="293"/>
                </a:lnTo>
                <a:cubicBezTo>
                  <a:pt x="18864" y="297"/>
                  <a:pt x="18857" y="300"/>
                  <a:pt x="18850" y="300"/>
                </a:cubicBezTo>
                <a:close/>
                <a:moveTo>
                  <a:pt x="18367" y="300"/>
                </a:moveTo>
                <a:cubicBezTo>
                  <a:pt x="18360" y="300"/>
                  <a:pt x="18353" y="297"/>
                  <a:pt x="18350" y="293"/>
                </a:cubicBezTo>
                <a:cubicBezTo>
                  <a:pt x="18339" y="282"/>
                  <a:pt x="18339" y="265"/>
                  <a:pt x="18350" y="254"/>
                </a:cubicBezTo>
                <a:lnTo>
                  <a:pt x="18593" y="11"/>
                </a:lnTo>
                <a:cubicBezTo>
                  <a:pt x="18603" y="1"/>
                  <a:pt x="18621" y="1"/>
                  <a:pt x="18631" y="11"/>
                </a:cubicBezTo>
                <a:cubicBezTo>
                  <a:pt x="18642" y="22"/>
                  <a:pt x="18642" y="39"/>
                  <a:pt x="18631" y="50"/>
                </a:cubicBezTo>
                <a:lnTo>
                  <a:pt x="18388" y="293"/>
                </a:lnTo>
                <a:cubicBezTo>
                  <a:pt x="18381" y="297"/>
                  <a:pt x="18374" y="300"/>
                  <a:pt x="18367" y="300"/>
                </a:cubicBezTo>
                <a:close/>
                <a:moveTo>
                  <a:pt x="17884" y="300"/>
                </a:moveTo>
                <a:cubicBezTo>
                  <a:pt x="17877" y="300"/>
                  <a:pt x="17870" y="297"/>
                  <a:pt x="17867" y="293"/>
                </a:cubicBezTo>
                <a:cubicBezTo>
                  <a:pt x="17856" y="282"/>
                  <a:pt x="17856" y="265"/>
                  <a:pt x="17867" y="254"/>
                </a:cubicBezTo>
                <a:lnTo>
                  <a:pt x="18110" y="11"/>
                </a:lnTo>
                <a:cubicBezTo>
                  <a:pt x="18121" y="1"/>
                  <a:pt x="18138" y="1"/>
                  <a:pt x="18149" y="11"/>
                </a:cubicBezTo>
                <a:cubicBezTo>
                  <a:pt x="18159" y="22"/>
                  <a:pt x="18159" y="39"/>
                  <a:pt x="18149" y="50"/>
                </a:cubicBezTo>
                <a:lnTo>
                  <a:pt x="17906" y="289"/>
                </a:lnTo>
                <a:cubicBezTo>
                  <a:pt x="17899" y="297"/>
                  <a:pt x="17892" y="300"/>
                  <a:pt x="17884" y="300"/>
                </a:cubicBezTo>
                <a:close/>
                <a:moveTo>
                  <a:pt x="17402" y="300"/>
                </a:moveTo>
                <a:cubicBezTo>
                  <a:pt x="17395" y="300"/>
                  <a:pt x="17388" y="297"/>
                  <a:pt x="17384" y="293"/>
                </a:cubicBezTo>
                <a:cubicBezTo>
                  <a:pt x="17374" y="282"/>
                  <a:pt x="17374" y="265"/>
                  <a:pt x="17384" y="254"/>
                </a:cubicBezTo>
                <a:lnTo>
                  <a:pt x="17627" y="11"/>
                </a:lnTo>
                <a:cubicBezTo>
                  <a:pt x="17638" y="1"/>
                  <a:pt x="17655" y="1"/>
                  <a:pt x="17666" y="11"/>
                </a:cubicBezTo>
                <a:cubicBezTo>
                  <a:pt x="17677" y="22"/>
                  <a:pt x="17677" y="39"/>
                  <a:pt x="17666" y="50"/>
                </a:cubicBezTo>
                <a:lnTo>
                  <a:pt x="17423" y="293"/>
                </a:lnTo>
                <a:cubicBezTo>
                  <a:pt x="17416" y="297"/>
                  <a:pt x="17409" y="300"/>
                  <a:pt x="17402" y="300"/>
                </a:cubicBezTo>
                <a:close/>
                <a:moveTo>
                  <a:pt x="16919" y="300"/>
                </a:moveTo>
                <a:cubicBezTo>
                  <a:pt x="16912" y="300"/>
                  <a:pt x="16905" y="297"/>
                  <a:pt x="16902" y="293"/>
                </a:cubicBezTo>
                <a:cubicBezTo>
                  <a:pt x="16891" y="282"/>
                  <a:pt x="16891" y="265"/>
                  <a:pt x="16902" y="254"/>
                </a:cubicBezTo>
                <a:lnTo>
                  <a:pt x="17145" y="11"/>
                </a:lnTo>
                <a:cubicBezTo>
                  <a:pt x="17155" y="1"/>
                  <a:pt x="17173" y="1"/>
                  <a:pt x="17183" y="11"/>
                </a:cubicBezTo>
                <a:cubicBezTo>
                  <a:pt x="17194" y="22"/>
                  <a:pt x="17194" y="39"/>
                  <a:pt x="17183" y="50"/>
                </a:cubicBezTo>
                <a:lnTo>
                  <a:pt x="16940" y="289"/>
                </a:lnTo>
                <a:cubicBezTo>
                  <a:pt x="16933" y="297"/>
                  <a:pt x="16926" y="300"/>
                  <a:pt x="16919" y="300"/>
                </a:cubicBezTo>
                <a:close/>
                <a:moveTo>
                  <a:pt x="16437" y="300"/>
                </a:moveTo>
                <a:cubicBezTo>
                  <a:pt x="16430" y="300"/>
                  <a:pt x="16422" y="297"/>
                  <a:pt x="16419" y="293"/>
                </a:cubicBezTo>
                <a:cubicBezTo>
                  <a:pt x="16408" y="282"/>
                  <a:pt x="16408" y="265"/>
                  <a:pt x="16419" y="254"/>
                </a:cubicBezTo>
                <a:lnTo>
                  <a:pt x="16662" y="11"/>
                </a:lnTo>
                <a:cubicBezTo>
                  <a:pt x="16673" y="1"/>
                  <a:pt x="16691" y="0"/>
                  <a:pt x="16701" y="11"/>
                </a:cubicBezTo>
                <a:cubicBezTo>
                  <a:pt x="16712" y="21"/>
                  <a:pt x="16711" y="39"/>
                  <a:pt x="16701" y="50"/>
                </a:cubicBezTo>
                <a:lnTo>
                  <a:pt x="16458" y="293"/>
                </a:lnTo>
                <a:cubicBezTo>
                  <a:pt x="16451" y="297"/>
                  <a:pt x="16444" y="300"/>
                  <a:pt x="16437" y="300"/>
                </a:cubicBezTo>
                <a:close/>
                <a:moveTo>
                  <a:pt x="15954" y="300"/>
                </a:moveTo>
                <a:cubicBezTo>
                  <a:pt x="15947" y="300"/>
                  <a:pt x="15940" y="297"/>
                  <a:pt x="15936" y="293"/>
                </a:cubicBezTo>
                <a:cubicBezTo>
                  <a:pt x="15926" y="282"/>
                  <a:pt x="15926" y="265"/>
                  <a:pt x="15936" y="254"/>
                </a:cubicBezTo>
                <a:lnTo>
                  <a:pt x="16179" y="11"/>
                </a:lnTo>
                <a:cubicBezTo>
                  <a:pt x="16190" y="1"/>
                  <a:pt x="16208" y="0"/>
                  <a:pt x="16218" y="11"/>
                </a:cubicBezTo>
                <a:cubicBezTo>
                  <a:pt x="16229" y="21"/>
                  <a:pt x="16229" y="39"/>
                  <a:pt x="16218" y="50"/>
                </a:cubicBezTo>
                <a:lnTo>
                  <a:pt x="15975" y="289"/>
                </a:lnTo>
                <a:cubicBezTo>
                  <a:pt x="15968" y="297"/>
                  <a:pt x="15961" y="300"/>
                  <a:pt x="15954" y="300"/>
                </a:cubicBezTo>
                <a:close/>
                <a:moveTo>
                  <a:pt x="15471" y="300"/>
                </a:moveTo>
                <a:cubicBezTo>
                  <a:pt x="15464" y="300"/>
                  <a:pt x="15457" y="297"/>
                  <a:pt x="15454" y="293"/>
                </a:cubicBezTo>
                <a:cubicBezTo>
                  <a:pt x="15443" y="282"/>
                  <a:pt x="15443" y="265"/>
                  <a:pt x="15454" y="254"/>
                </a:cubicBezTo>
                <a:lnTo>
                  <a:pt x="15693" y="11"/>
                </a:lnTo>
                <a:cubicBezTo>
                  <a:pt x="15704" y="1"/>
                  <a:pt x="15721" y="0"/>
                  <a:pt x="15732" y="11"/>
                </a:cubicBezTo>
                <a:cubicBezTo>
                  <a:pt x="15743" y="21"/>
                  <a:pt x="15743" y="39"/>
                  <a:pt x="15732" y="50"/>
                </a:cubicBezTo>
                <a:lnTo>
                  <a:pt x="15489" y="293"/>
                </a:lnTo>
                <a:cubicBezTo>
                  <a:pt x="15485" y="297"/>
                  <a:pt x="15478" y="300"/>
                  <a:pt x="15471" y="300"/>
                </a:cubicBezTo>
                <a:close/>
                <a:moveTo>
                  <a:pt x="14989" y="300"/>
                </a:moveTo>
                <a:cubicBezTo>
                  <a:pt x="14982" y="300"/>
                  <a:pt x="14975" y="297"/>
                  <a:pt x="14971" y="293"/>
                </a:cubicBezTo>
                <a:cubicBezTo>
                  <a:pt x="14960" y="282"/>
                  <a:pt x="14960" y="265"/>
                  <a:pt x="14971" y="254"/>
                </a:cubicBezTo>
                <a:lnTo>
                  <a:pt x="15214" y="11"/>
                </a:lnTo>
                <a:cubicBezTo>
                  <a:pt x="15225" y="1"/>
                  <a:pt x="15243" y="0"/>
                  <a:pt x="15253" y="11"/>
                </a:cubicBezTo>
                <a:cubicBezTo>
                  <a:pt x="15264" y="21"/>
                  <a:pt x="15263" y="39"/>
                  <a:pt x="15253" y="50"/>
                </a:cubicBezTo>
                <a:lnTo>
                  <a:pt x="15010" y="293"/>
                </a:lnTo>
                <a:cubicBezTo>
                  <a:pt x="15003" y="297"/>
                  <a:pt x="14996" y="300"/>
                  <a:pt x="14989" y="300"/>
                </a:cubicBezTo>
                <a:close/>
                <a:moveTo>
                  <a:pt x="14506" y="300"/>
                </a:moveTo>
                <a:cubicBezTo>
                  <a:pt x="14499" y="300"/>
                  <a:pt x="14492" y="297"/>
                  <a:pt x="14488" y="293"/>
                </a:cubicBezTo>
                <a:cubicBezTo>
                  <a:pt x="14478" y="282"/>
                  <a:pt x="14478" y="265"/>
                  <a:pt x="14488" y="254"/>
                </a:cubicBezTo>
                <a:lnTo>
                  <a:pt x="14731" y="11"/>
                </a:lnTo>
                <a:cubicBezTo>
                  <a:pt x="14742" y="1"/>
                  <a:pt x="14760" y="0"/>
                  <a:pt x="14770" y="11"/>
                </a:cubicBezTo>
                <a:cubicBezTo>
                  <a:pt x="14781" y="21"/>
                  <a:pt x="14781" y="39"/>
                  <a:pt x="14770" y="50"/>
                </a:cubicBezTo>
                <a:lnTo>
                  <a:pt x="14531" y="293"/>
                </a:lnTo>
                <a:cubicBezTo>
                  <a:pt x="14520" y="297"/>
                  <a:pt x="14513" y="300"/>
                  <a:pt x="14506" y="300"/>
                </a:cubicBezTo>
                <a:close/>
                <a:moveTo>
                  <a:pt x="14023" y="300"/>
                </a:moveTo>
                <a:cubicBezTo>
                  <a:pt x="14016" y="300"/>
                  <a:pt x="14009" y="297"/>
                  <a:pt x="14006" y="293"/>
                </a:cubicBezTo>
                <a:cubicBezTo>
                  <a:pt x="13995" y="282"/>
                  <a:pt x="13995" y="265"/>
                  <a:pt x="14006" y="254"/>
                </a:cubicBezTo>
                <a:lnTo>
                  <a:pt x="14249" y="11"/>
                </a:lnTo>
                <a:cubicBezTo>
                  <a:pt x="14259" y="1"/>
                  <a:pt x="14278" y="0"/>
                  <a:pt x="14288" y="11"/>
                </a:cubicBezTo>
                <a:cubicBezTo>
                  <a:pt x="14299" y="21"/>
                  <a:pt x="14298" y="39"/>
                  <a:pt x="14288" y="50"/>
                </a:cubicBezTo>
                <a:lnTo>
                  <a:pt x="14045" y="293"/>
                </a:lnTo>
                <a:cubicBezTo>
                  <a:pt x="14037" y="297"/>
                  <a:pt x="14030" y="300"/>
                  <a:pt x="14023" y="300"/>
                </a:cubicBezTo>
                <a:close/>
                <a:moveTo>
                  <a:pt x="13541" y="300"/>
                </a:moveTo>
                <a:cubicBezTo>
                  <a:pt x="13534" y="300"/>
                  <a:pt x="13527" y="297"/>
                  <a:pt x="13523" y="293"/>
                </a:cubicBezTo>
                <a:cubicBezTo>
                  <a:pt x="13513" y="282"/>
                  <a:pt x="13513" y="265"/>
                  <a:pt x="13523" y="254"/>
                </a:cubicBezTo>
                <a:lnTo>
                  <a:pt x="13763" y="11"/>
                </a:lnTo>
                <a:cubicBezTo>
                  <a:pt x="13773" y="1"/>
                  <a:pt x="13791" y="0"/>
                  <a:pt x="13801" y="11"/>
                </a:cubicBezTo>
                <a:cubicBezTo>
                  <a:pt x="13812" y="21"/>
                  <a:pt x="13812" y="39"/>
                  <a:pt x="13801" y="50"/>
                </a:cubicBezTo>
                <a:lnTo>
                  <a:pt x="13558" y="293"/>
                </a:lnTo>
                <a:cubicBezTo>
                  <a:pt x="13555" y="297"/>
                  <a:pt x="13548" y="300"/>
                  <a:pt x="13541" y="300"/>
                </a:cubicBezTo>
                <a:close/>
                <a:moveTo>
                  <a:pt x="13058" y="300"/>
                </a:moveTo>
                <a:cubicBezTo>
                  <a:pt x="13051" y="300"/>
                  <a:pt x="13044" y="297"/>
                  <a:pt x="13041" y="293"/>
                </a:cubicBezTo>
                <a:cubicBezTo>
                  <a:pt x="13030" y="282"/>
                  <a:pt x="13030" y="265"/>
                  <a:pt x="13041" y="254"/>
                </a:cubicBezTo>
                <a:lnTo>
                  <a:pt x="13284" y="11"/>
                </a:lnTo>
                <a:cubicBezTo>
                  <a:pt x="13294" y="1"/>
                  <a:pt x="13312" y="0"/>
                  <a:pt x="13322" y="11"/>
                </a:cubicBezTo>
                <a:cubicBezTo>
                  <a:pt x="13333" y="21"/>
                  <a:pt x="13333" y="39"/>
                  <a:pt x="13322" y="50"/>
                </a:cubicBezTo>
                <a:lnTo>
                  <a:pt x="13079" y="293"/>
                </a:lnTo>
                <a:cubicBezTo>
                  <a:pt x="13072" y="297"/>
                  <a:pt x="13065" y="300"/>
                  <a:pt x="13058" y="300"/>
                </a:cubicBezTo>
                <a:close/>
                <a:moveTo>
                  <a:pt x="12575" y="300"/>
                </a:moveTo>
                <a:cubicBezTo>
                  <a:pt x="12568" y="300"/>
                  <a:pt x="12561" y="297"/>
                  <a:pt x="12558" y="293"/>
                </a:cubicBezTo>
                <a:cubicBezTo>
                  <a:pt x="12547" y="282"/>
                  <a:pt x="12547" y="265"/>
                  <a:pt x="12558" y="254"/>
                </a:cubicBezTo>
                <a:lnTo>
                  <a:pt x="12801" y="11"/>
                </a:lnTo>
                <a:cubicBezTo>
                  <a:pt x="12812" y="1"/>
                  <a:pt x="12830" y="0"/>
                  <a:pt x="12840" y="11"/>
                </a:cubicBezTo>
                <a:cubicBezTo>
                  <a:pt x="12851" y="21"/>
                  <a:pt x="12850" y="39"/>
                  <a:pt x="12840" y="50"/>
                </a:cubicBezTo>
                <a:lnTo>
                  <a:pt x="12597" y="289"/>
                </a:lnTo>
                <a:cubicBezTo>
                  <a:pt x="12590" y="297"/>
                  <a:pt x="12583" y="300"/>
                  <a:pt x="12575" y="300"/>
                </a:cubicBezTo>
                <a:close/>
                <a:moveTo>
                  <a:pt x="12093" y="300"/>
                </a:moveTo>
                <a:cubicBezTo>
                  <a:pt x="12086" y="300"/>
                  <a:pt x="12079" y="297"/>
                  <a:pt x="12075" y="293"/>
                </a:cubicBezTo>
                <a:cubicBezTo>
                  <a:pt x="12065" y="282"/>
                  <a:pt x="12065" y="265"/>
                  <a:pt x="12075" y="254"/>
                </a:cubicBezTo>
                <a:lnTo>
                  <a:pt x="12318" y="11"/>
                </a:lnTo>
                <a:cubicBezTo>
                  <a:pt x="12329" y="1"/>
                  <a:pt x="12347" y="0"/>
                  <a:pt x="12357" y="11"/>
                </a:cubicBezTo>
                <a:cubicBezTo>
                  <a:pt x="12368" y="21"/>
                  <a:pt x="12368" y="39"/>
                  <a:pt x="12357" y="50"/>
                </a:cubicBezTo>
                <a:lnTo>
                  <a:pt x="12114" y="293"/>
                </a:lnTo>
                <a:cubicBezTo>
                  <a:pt x="12107" y="297"/>
                  <a:pt x="12100" y="300"/>
                  <a:pt x="12093" y="300"/>
                </a:cubicBezTo>
                <a:close/>
                <a:moveTo>
                  <a:pt x="11611" y="300"/>
                </a:moveTo>
                <a:cubicBezTo>
                  <a:pt x="11604" y="300"/>
                  <a:pt x="11597" y="297"/>
                  <a:pt x="11594" y="293"/>
                </a:cubicBezTo>
                <a:cubicBezTo>
                  <a:pt x="11583" y="282"/>
                  <a:pt x="11583" y="265"/>
                  <a:pt x="11594" y="254"/>
                </a:cubicBezTo>
                <a:lnTo>
                  <a:pt x="11836" y="11"/>
                </a:lnTo>
                <a:cubicBezTo>
                  <a:pt x="11846" y="1"/>
                  <a:pt x="11864" y="0"/>
                  <a:pt x="11874" y="11"/>
                </a:cubicBezTo>
                <a:cubicBezTo>
                  <a:pt x="11885" y="21"/>
                  <a:pt x="11885" y="39"/>
                  <a:pt x="11874" y="50"/>
                </a:cubicBezTo>
                <a:lnTo>
                  <a:pt x="11632" y="289"/>
                </a:lnTo>
                <a:cubicBezTo>
                  <a:pt x="11625" y="297"/>
                  <a:pt x="11618" y="300"/>
                  <a:pt x="11611" y="300"/>
                </a:cubicBezTo>
                <a:close/>
                <a:moveTo>
                  <a:pt x="11129" y="300"/>
                </a:moveTo>
                <a:cubicBezTo>
                  <a:pt x="11122" y="300"/>
                  <a:pt x="11114" y="297"/>
                  <a:pt x="11111" y="293"/>
                </a:cubicBezTo>
                <a:cubicBezTo>
                  <a:pt x="11100" y="282"/>
                  <a:pt x="11100" y="265"/>
                  <a:pt x="11111" y="254"/>
                </a:cubicBezTo>
                <a:lnTo>
                  <a:pt x="11354" y="11"/>
                </a:lnTo>
                <a:cubicBezTo>
                  <a:pt x="11365" y="1"/>
                  <a:pt x="11382" y="0"/>
                  <a:pt x="11393" y="11"/>
                </a:cubicBezTo>
                <a:cubicBezTo>
                  <a:pt x="11403" y="21"/>
                  <a:pt x="11403" y="39"/>
                  <a:pt x="11393" y="50"/>
                </a:cubicBezTo>
                <a:lnTo>
                  <a:pt x="11150" y="293"/>
                </a:lnTo>
                <a:cubicBezTo>
                  <a:pt x="11143" y="297"/>
                  <a:pt x="11136" y="300"/>
                  <a:pt x="11129" y="300"/>
                </a:cubicBezTo>
                <a:close/>
                <a:moveTo>
                  <a:pt x="10646" y="300"/>
                </a:moveTo>
                <a:cubicBezTo>
                  <a:pt x="10639" y="300"/>
                  <a:pt x="10632" y="297"/>
                  <a:pt x="10628" y="293"/>
                </a:cubicBezTo>
                <a:cubicBezTo>
                  <a:pt x="10618" y="282"/>
                  <a:pt x="10618" y="265"/>
                  <a:pt x="10628" y="254"/>
                </a:cubicBezTo>
                <a:lnTo>
                  <a:pt x="10871" y="11"/>
                </a:lnTo>
                <a:cubicBezTo>
                  <a:pt x="10882" y="1"/>
                  <a:pt x="10899" y="0"/>
                  <a:pt x="10910" y="11"/>
                </a:cubicBezTo>
                <a:cubicBezTo>
                  <a:pt x="10920" y="21"/>
                  <a:pt x="10921" y="39"/>
                  <a:pt x="10910" y="50"/>
                </a:cubicBezTo>
                <a:lnTo>
                  <a:pt x="10667" y="289"/>
                </a:lnTo>
                <a:cubicBezTo>
                  <a:pt x="10660" y="297"/>
                  <a:pt x="10653" y="300"/>
                  <a:pt x="10646" y="300"/>
                </a:cubicBezTo>
                <a:close/>
                <a:moveTo>
                  <a:pt x="10163" y="300"/>
                </a:moveTo>
                <a:cubicBezTo>
                  <a:pt x="10156" y="300"/>
                  <a:pt x="10149" y="297"/>
                  <a:pt x="10146" y="293"/>
                </a:cubicBezTo>
                <a:cubicBezTo>
                  <a:pt x="10135" y="282"/>
                  <a:pt x="10135" y="265"/>
                  <a:pt x="10146" y="254"/>
                </a:cubicBezTo>
                <a:lnTo>
                  <a:pt x="10389" y="11"/>
                </a:lnTo>
                <a:cubicBezTo>
                  <a:pt x="10399" y="1"/>
                  <a:pt x="10417" y="0"/>
                  <a:pt x="10428" y="11"/>
                </a:cubicBezTo>
                <a:cubicBezTo>
                  <a:pt x="10438" y="21"/>
                  <a:pt x="10438" y="39"/>
                  <a:pt x="10428" y="50"/>
                </a:cubicBezTo>
                <a:lnTo>
                  <a:pt x="10184" y="293"/>
                </a:lnTo>
                <a:cubicBezTo>
                  <a:pt x="10177" y="297"/>
                  <a:pt x="10170" y="300"/>
                  <a:pt x="10163" y="300"/>
                </a:cubicBezTo>
                <a:close/>
                <a:moveTo>
                  <a:pt x="9681" y="300"/>
                </a:moveTo>
                <a:cubicBezTo>
                  <a:pt x="9674" y="300"/>
                  <a:pt x="9667" y="297"/>
                  <a:pt x="9663" y="293"/>
                </a:cubicBezTo>
                <a:cubicBezTo>
                  <a:pt x="9652" y="282"/>
                  <a:pt x="9652" y="265"/>
                  <a:pt x="9663" y="254"/>
                </a:cubicBezTo>
                <a:lnTo>
                  <a:pt x="9906" y="11"/>
                </a:lnTo>
                <a:cubicBezTo>
                  <a:pt x="9917" y="1"/>
                  <a:pt x="9934" y="0"/>
                  <a:pt x="9945" y="11"/>
                </a:cubicBezTo>
                <a:cubicBezTo>
                  <a:pt x="9955" y="21"/>
                  <a:pt x="9955" y="39"/>
                  <a:pt x="9945" y="50"/>
                </a:cubicBezTo>
                <a:lnTo>
                  <a:pt x="9702" y="293"/>
                </a:lnTo>
                <a:cubicBezTo>
                  <a:pt x="9695" y="297"/>
                  <a:pt x="9688" y="300"/>
                  <a:pt x="9681" y="300"/>
                </a:cubicBezTo>
                <a:close/>
                <a:moveTo>
                  <a:pt x="9198" y="300"/>
                </a:moveTo>
                <a:cubicBezTo>
                  <a:pt x="9191" y="300"/>
                  <a:pt x="9184" y="297"/>
                  <a:pt x="9180" y="293"/>
                </a:cubicBezTo>
                <a:cubicBezTo>
                  <a:pt x="9170" y="282"/>
                  <a:pt x="9170" y="265"/>
                  <a:pt x="9180" y="254"/>
                </a:cubicBezTo>
                <a:lnTo>
                  <a:pt x="9420" y="11"/>
                </a:lnTo>
                <a:cubicBezTo>
                  <a:pt x="9431" y="1"/>
                  <a:pt x="9448" y="0"/>
                  <a:pt x="9459" y="11"/>
                </a:cubicBezTo>
                <a:cubicBezTo>
                  <a:pt x="9469" y="21"/>
                  <a:pt x="9469" y="39"/>
                  <a:pt x="9459" y="50"/>
                </a:cubicBezTo>
                <a:lnTo>
                  <a:pt x="9216" y="293"/>
                </a:lnTo>
                <a:cubicBezTo>
                  <a:pt x="9212" y="297"/>
                  <a:pt x="9205" y="300"/>
                  <a:pt x="9198" y="300"/>
                </a:cubicBezTo>
                <a:close/>
                <a:moveTo>
                  <a:pt x="8715" y="300"/>
                </a:moveTo>
                <a:cubicBezTo>
                  <a:pt x="8708" y="300"/>
                  <a:pt x="8701" y="297"/>
                  <a:pt x="8698" y="293"/>
                </a:cubicBezTo>
                <a:cubicBezTo>
                  <a:pt x="8687" y="282"/>
                  <a:pt x="8687" y="265"/>
                  <a:pt x="8698" y="254"/>
                </a:cubicBezTo>
                <a:lnTo>
                  <a:pt x="8941" y="11"/>
                </a:lnTo>
                <a:cubicBezTo>
                  <a:pt x="8951" y="1"/>
                  <a:pt x="8969" y="0"/>
                  <a:pt x="8980" y="11"/>
                </a:cubicBezTo>
                <a:cubicBezTo>
                  <a:pt x="8990" y="21"/>
                  <a:pt x="8990" y="39"/>
                  <a:pt x="8980" y="50"/>
                </a:cubicBezTo>
                <a:lnTo>
                  <a:pt x="8737" y="293"/>
                </a:lnTo>
                <a:cubicBezTo>
                  <a:pt x="8730" y="297"/>
                  <a:pt x="8722" y="300"/>
                  <a:pt x="8715" y="300"/>
                </a:cubicBezTo>
                <a:close/>
                <a:moveTo>
                  <a:pt x="8233" y="300"/>
                </a:moveTo>
                <a:cubicBezTo>
                  <a:pt x="8226" y="300"/>
                  <a:pt x="8219" y="297"/>
                  <a:pt x="8215" y="293"/>
                </a:cubicBezTo>
                <a:cubicBezTo>
                  <a:pt x="8205" y="282"/>
                  <a:pt x="8205" y="265"/>
                  <a:pt x="8215" y="254"/>
                </a:cubicBezTo>
                <a:lnTo>
                  <a:pt x="8458" y="11"/>
                </a:lnTo>
                <a:cubicBezTo>
                  <a:pt x="8469" y="1"/>
                  <a:pt x="8486" y="0"/>
                  <a:pt x="8497" y="11"/>
                </a:cubicBezTo>
                <a:cubicBezTo>
                  <a:pt x="8508" y="21"/>
                  <a:pt x="8508" y="39"/>
                  <a:pt x="8497" y="50"/>
                </a:cubicBezTo>
                <a:lnTo>
                  <a:pt x="8257" y="293"/>
                </a:lnTo>
                <a:cubicBezTo>
                  <a:pt x="8247" y="297"/>
                  <a:pt x="8240" y="300"/>
                  <a:pt x="8233" y="300"/>
                </a:cubicBezTo>
                <a:close/>
                <a:moveTo>
                  <a:pt x="7750" y="300"/>
                </a:moveTo>
                <a:cubicBezTo>
                  <a:pt x="7743" y="300"/>
                  <a:pt x="7736" y="297"/>
                  <a:pt x="7733" y="293"/>
                </a:cubicBezTo>
                <a:cubicBezTo>
                  <a:pt x="7722" y="282"/>
                  <a:pt x="7722" y="265"/>
                  <a:pt x="7733" y="254"/>
                </a:cubicBezTo>
                <a:lnTo>
                  <a:pt x="7976" y="11"/>
                </a:lnTo>
                <a:cubicBezTo>
                  <a:pt x="7986" y="1"/>
                  <a:pt x="8004" y="1"/>
                  <a:pt x="8014" y="11"/>
                </a:cubicBezTo>
                <a:cubicBezTo>
                  <a:pt x="8025" y="22"/>
                  <a:pt x="8025" y="39"/>
                  <a:pt x="8014" y="50"/>
                </a:cubicBezTo>
                <a:lnTo>
                  <a:pt x="7771" y="293"/>
                </a:lnTo>
                <a:cubicBezTo>
                  <a:pt x="7764" y="297"/>
                  <a:pt x="7757" y="300"/>
                  <a:pt x="7750" y="300"/>
                </a:cubicBezTo>
                <a:close/>
                <a:moveTo>
                  <a:pt x="7268" y="300"/>
                </a:moveTo>
                <a:cubicBezTo>
                  <a:pt x="7260" y="300"/>
                  <a:pt x="7253" y="297"/>
                  <a:pt x="7250" y="293"/>
                </a:cubicBezTo>
                <a:cubicBezTo>
                  <a:pt x="7239" y="282"/>
                  <a:pt x="7239" y="265"/>
                  <a:pt x="7250" y="254"/>
                </a:cubicBezTo>
                <a:lnTo>
                  <a:pt x="7493" y="11"/>
                </a:lnTo>
                <a:cubicBezTo>
                  <a:pt x="7504" y="1"/>
                  <a:pt x="7521" y="1"/>
                  <a:pt x="7532" y="11"/>
                </a:cubicBezTo>
                <a:cubicBezTo>
                  <a:pt x="7542" y="22"/>
                  <a:pt x="7542" y="39"/>
                  <a:pt x="7532" y="50"/>
                </a:cubicBezTo>
                <a:lnTo>
                  <a:pt x="7289" y="289"/>
                </a:lnTo>
                <a:cubicBezTo>
                  <a:pt x="7282" y="297"/>
                  <a:pt x="7275" y="300"/>
                  <a:pt x="7268" y="300"/>
                </a:cubicBezTo>
                <a:close/>
                <a:moveTo>
                  <a:pt x="6785" y="300"/>
                </a:moveTo>
                <a:cubicBezTo>
                  <a:pt x="6778" y="300"/>
                  <a:pt x="6771" y="297"/>
                  <a:pt x="6767" y="293"/>
                </a:cubicBezTo>
                <a:cubicBezTo>
                  <a:pt x="6757" y="282"/>
                  <a:pt x="6757" y="265"/>
                  <a:pt x="6767" y="254"/>
                </a:cubicBezTo>
                <a:lnTo>
                  <a:pt x="7010" y="11"/>
                </a:lnTo>
                <a:cubicBezTo>
                  <a:pt x="7021" y="1"/>
                  <a:pt x="7039" y="1"/>
                  <a:pt x="7049" y="11"/>
                </a:cubicBezTo>
                <a:cubicBezTo>
                  <a:pt x="7060" y="22"/>
                  <a:pt x="7060" y="39"/>
                  <a:pt x="7049" y="50"/>
                </a:cubicBezTo>
                <a:lnTo>
                  <a:pt x="6806" y="293"/>
                </a:lnTo>
                <a:cubicBezTo>
                  <a:pt x="6799" y="297"/>
                  <a:pt x="6792" y="300"/>
                  <a:pt x="6785" y="300"/>
                </a:cubicBezTo>
                <a:close/>
                <a:moveTo>
                  <a:pt x="6302" y="300"/>
                </a:moveTo>
                <a:cubicBezTo>
                  <a:pt x="6295" y="300"/>
                  <a:pt x="6288" y="297"/>
                  <a:pt x="6285" y="293"/>
                </a:cubicBezTo>
                <a:cubicBezTo>
                  <a:pt x="6274" y="282"/>
                  <a:pt x="6274" y="265"/>
                  <a:pt x="6285" y="254"/>
                </a:cubicBezTo>
                <a:lnTo>
                  <a:pt x="6528" y="11"/>
                </a:lnTo>
                <a:cubicBezTo>
                  <a:pt x="6538" y="1"/>
                  <a:pt x="6556" y="1"/>
                  <a:pt x="6566" y="11"/>
                </a:cubicBezTo>
                <a:cubicBezTo>
                  <a:pt x="6577" y="22"/>
                  <a:pt x="6577" y="39"/>
                  <a:pt x="6566" y="50"/>
                </a:cubicBezTo>
                <a:lnTo>
                  <a:pt x="6323" y="293"/>
                </a:lnTo>
                <a:cubicBezTo>
                  <a:pt x="6316" y="297"/>
                  <a:pt x="6309" y="300"/>
                  <a:pt x="6302" y="300"/>
                </a:cubicBezTo>
                <a:close/>
                <a:moveTo>
                  <a:pt x="5820" y="300"/>
                </a:moveTo>
                <a:cubicBezTo>
                  <a:pt x="5813" y="300"/>
                  <a:pt x="5806" y="297"/>
                  <a:pt x="5802" y="293"/>
                </a:cubicBezTo>
                <a:cubicBezTo>
                  <a:pt x="5791" y="282"/>
                  <a:pt x="5791" y="265"/>
                  <a:pt x="5802" y="254"/>
                </a:cubicBezTo>
                <a:lnTo>
                  <a:pt x="6045" y="11"/>
                </a:lnTo>
                <a:cubicBezTo>
                  <a:pt x="6056" y="1"/>
                  <a:pt x="6073" y="1"/>
                  <a:pt x="6084" y="11"/>
                </a:cubicBezTo>
                <a:cubicBezTo>
                  <a:pt x="6094" y="22"/>
                  <a:pt x="6094" y="39"/>
                  <a:pt x="6084" y="50"/>
                </a:cubicBezTo>
                <a:lnTo>
                  <a:pt x="5841" y="293"/>
                </a:lnTo>
                <a:cubicBezTo>
                  <a:pt x="5834" y="297"/>
                  <a:pt x="5827" y="300"/>
                  <a:pt x="5820" y="300"/>
                </a:cubicBezTo>
                <a:close/>
                <a:moveTo>
                  <a:pt x="5337" y="300"/>
                </a:moveTo>
                <a:cubicBezTo>
                  <a:pt x="5330" y="300"/>
                  <a:pt x="5323" y="297"/>
                  <a:pt x="5319" y="293"/>
                </a:cubicBezTo>
                <a:cubicBezTo>
                  <a:pt x="5309" y="282"/>
                  <a:pt x="5309" y="265"/>
                  <a:pt x="5319" y="254"/>
                </a:cubicBezTo>
                <a:lnTo>
                  <a:pt x="5562" y="11"/>
                </a:lnTo>
                <a:cubicBezTo>
                  <a:pt x="5573" y="1"/>
                  <a:pt x="5591" y="1"/>
                  <a:pt x="5601" y="11"/>
                </a:cubicBezTo>
                <a:cubicBezTo>
                  <a:pt x="5612" y="22"/>
                  <a:pt x="5612" y="39"/>
                  <a:pt x="5601" y="50"/>
                </a:cubicBezTo>
                <a:lnTo>
                  <a:pt x="5358" y="293"/>
                </a:lnTo>
                <a:cubicBezTo>
                  <a:pt x="5351" y="297"/>
                  <a:pt x="5344" y="300"/>
                  <a:pt x="5337" y="300"/>
                </a:cubicBezTo>
                <a:close/>
                <a:moveTo>
                  <a:pt x="4854" y="300"/>
                </a:moveTo>
                <a:cubicBezTo>
                  <a:pt x="4847" y="300"/>
                  <a:pt x="4840" y="297"/>
                  <a:pt x="4837" y="293"/>
                </a:cubicBezTo>
                <a:cubicBezTo>
                  <a:pt x="4826" y="282"/>
                  <a:pt x="4826" y="265"/>
                  <a:pt x="4837" y="254"/>
                </a:cubicBezTo>
                <a:lnTo>
                  <a:pt x="5080" y="11"/>
                </a:lnTo>
                <a:cubicBezTo>
                  <a:pt x="5090" y="1"/>
                  <a:pt x="5108" y="1"/>
                  <a:pt x="5119" y="11"/>
                </a:cubicBezTo>
                <a:cubicBezTo>
                  <a:pt x="5129" y="22"/>
                  <a:pt x="5129" y="39"/>
                  <a:pt x="5119" y="50"/>
                </a:cubicBezTo>
                <a:lnTo>
                  <a:pt x="4875" y="293"/>
                </a:lnTo>
                <a:cubicBezTo>
                  <a:pt x="4865" y="297"/>
                  <a:pt x="4861" y="300"/>
                  <a:pt x="4854" y="300"/>
                </a:cubicBezTo>
                <a:close/>
                <a:moveTo>
                  <a:pt x="4372" y="300"/>
                </a:moveTo>
                <a:cubicBezTo>
                  <a:pt x="4365" y="300"/>
                  <a:pt x="4358" y="297"/>
                  <a:pt x="4354" y="293"/>
                </a:cubicBezTo>
                <a:cubicBezTo>
                  <a:pt x="4344" y="282"/>
                  <a:pt x="4344" y="265"/>
                  <a:pt x="4354" y="254"/>
                </a:cubicBezTo>
                <a:lnTo>
                  <a:pt x="4597" y="11"/>
                </a:lnTo>
                <a:cubicBezTo>
                  <a:pt x="4608" y="1"/>
                  <a:pt x="4625" y="1"/>
                  <a:pt x="4636" y="11"/>
                </a:cubicBezTo>
                <a:cubicBezTo>
                  <a:pt x="4646" y="22"/>
                  <a:pt x="4646" y="39"/>
                  <a:pt x="4636" y="50"/>
                </a:cubicBezTo>
                <a:lnTo>
                  <a:pt x="4393" y="293"/>
                </a:lnTo>
                <a:cubicBezTo>
                  <a:pt x="4382" y="297"/>
                  <a:pt x="4379" y="300"/>
                  <a:pt x="4372" y="300"/>
                </a:cubicBezTo>
                <a:close/>
                <a:moveTo>
                  <a:pt x="3889" y="300"/>
                </a:moveTo>
                <a:cubicBezTo>
                  <a:pt x="3882" y="300"/>
                  <a:pt x="3875" y="297"/>
                  <a:pt x="3871" y="293"/>
                </a:cubicBezTo>
                <a:cubicBezTo>
                  <a:pt x="3861" y="282"/>
                  <a:pt x="3861" y="265"/>
                  <a:pt x="3871" y="254"/>
                </a:cubicBezTo>
                <a:lnTo>
                  <a:pt x="4115" y="11"/>
                </a:lnTo>
                <a:cubicBezTo>
                  <a:pt x="4125" y="1"/>
                  <a:pt x="4143" y="1"/>
                  <a:pt x="4153" y="11"/>
                </a:cubicBezTo>
                <a:cubicBezTo>
                  <a:pt x="4164" y="22"/>
                  <a:pt x="4164" y="39"/>
                  <a:pt x="4153" y="50"/>
                </a:cubicBezTo>
                <a:lnTo>
                  <a:pt x="3910" y="293"/>
                </a:lnTo>
                <a:cubicBezTo>
                  <a:pt x="3900" y="297"/>
                  <a:pt x="3896" y="300"/>
                  <a:pt x="3889" y="300"/>
                </a:cubicBezTo>
                <a:close/>
                <a:moveTo>
                  <a:pt x="3406" y="300"/>
                </a:moveTo>
                <a:cubicBezTo>
                  <a:pt x="3399" y="300"/>
                  <a:pt x="3392" y="297"/>
                  <a:pt x="3389" y="293"/>
                </a:cubicBezTo>
                <a:cubicBezTo>
                  <a:pt x="3378" y="282"/>
                  <a:pt x="3378" y="265"/>
                  <a:pt x="3389" y="254"/>
                </a:cubicBezTo>
                <a:lnTo>
                  <a:pt x="3632" y="11"/>
                </a:lnTo>
                <a:cubicBezTo>
                  <a:pt x="3642" y="1"/>
                  <a:pt x="3660" y="1"/>
                  <a:pt x="3671" y="11"/>
                </a:cubicBezTo>
                <a:cubicBezTo>
                  <a:pt x="3681" y="22"/>
                  <a:pt x="3681" y="39"/>
                  <a:pt x="3671" y="50"/>
                </a:cubicBezTo>
                <a:lnTo>
                  <a:pt x="3428" y="293"/>
                </a:lnTo>
                <a:cubicBezTo>
                  <a:pt x="3417" y="297"/>
                  <a:pt x="3413" y="300"/>
                  <a:pt x="3406" y="300"/>
                </a:cubicBezTo>
                <a:close/>
                <a:moveTo>
                  <a:pt x="2924" y="300"/>
                </a:moveTo>
                <a:cubicBezTo>
                  <a:pt x="2917" y="300"/>
                  <a:pt x="2910" y="297"/>
                  <a:pt x="2906" y="293"/>
                </a:cubicBezTo>
                <a:cubicBezTo>
                  <a:pt x="2896" y="282"/>
                  <a:pt x="2896" y="265"/>
                  <a:pt x="2906" y="254"/>
                </a:cubicBezTo>
                <a:lnTo>
                  <a:pt x="3149" y="11"/>
                </a:lnTo>
                <a:cubicBezTo>
                  <a:pt x="3160" y="1"/>
                  <a:pt x="3177" y="0"/>
                  <a:pt x="3188" y="11"/>
                </a:cubicBezTo>
                <a:cubicBezTo>
                  <a:pt x="3199" y="21"/>
                  <a:pt x="3199" y="39"/>
                  <a:pt x="3188" y="50"/>
                </a:cubicBezTo>
                <a:lnTo>
                  <a:pt x="2945" y="293"/>
                </a:lnTo>
                <a:cubicBezTo>
                  <a:pt x="2934" y="297"/>
                  <a:pt x="2931" y="300"/>
                  <a:pt x="2924" y="300"/>
                </a:cubicBezTo>
                <a:close/>
                <a:moveTo>
                  <a:pt x="2441" y="300"/>
                </a:moveTo>
                <a:cubicBezTo>
                  <a:pt x="2434" y="300"/>
                  <a:pt x="2427" y="297"/>
                  <a:pt x="2424" y="293"/>
                </a:cubicBezTo>
                <a:cubicBezTo>
                  <a:pt x="2413" y="282"/>
                  <a:pt x="2413" y="265"/>
                  <a:pt x="2424" y="254"/>
                </a:cubicBezTo>
                <a:lnTo>
                  <a:pt x="2667" y="11"/>
                </a:lnTo>
                <a:cubicBezTo>
                  <a:pt x="2677" y="1"/>
                  <a:pt x="2694" y="0"/>
                  <a:pt x="2705" y="11"/>
                </a:cubicBezTo>
                <a:cubicBezTo>
                  <a:pt x="2715" y="21"/>
                  <a:pt x="2716" y="39"/>
                  <a:pt x="2705" y="50"/>
                </a:cubicBezTo>
                <a:lnTo>
                  <a:pt x="2462" y="293"/>
                </a:lnTo>
                <a:cubicBezTo>
                  <a:pt x="2452" y="297"/>
                  <a:pt x="2448" y="300"/>
                  <a:pt x="2441" y="300"/>
                </a:cubicBezTo>
                <a:close/>
                <a:moveTo>
                  <a:pt x="1959" y="300"/>
                </a:moveTo>
                <a:cubicBezTo>
                  <a:pt x="1951" y="300"/>
                  <a:pt x="1944" y="297"/>
                  <a:pt x="1941" y="293"/>
                </a:cubicBezTo>
                <a:cubicBezTo>
                  <a:pt x="1930" y="282"/>
                  <a:pt x="1930" y="265"/>
                  <a:pt x="1941" y="254"/>
                </a:cubicBezTo>
                <a:lnTo>
                  <a:pt x="2184" y="11"/>
                </a:lnTo>
                <a:cubicBezTo>
                  <a:pt x="2195" y="1"/>
                  <a:pt x="2212" y="0"/>
                  <a:pt x="2223" y="11"/>
                </a:cubicBezTo>
                <a:cubicBezTo>
                  <a:pt x="2233" y="21"/>
                  <a:pt x="2233" y="39"/>
                  <a:pt x="2223" y="50"/>
                </a:cubicBezTo>
                <a:lnTo>
                  <a:pt x="1980" y="293"/>
                </a:lnTo>
                <a:cubicBezTo>
                  <a:pt x="1969" y="297"/>
                  <a:pt x="1966" y="300"/>
                  <a:pt x="1959" y="300"/>
                </a:cubicBezTo>
                <a:close/>
                <a:moveTo>
                  <a:pt x="1476" y="300"/>
                </a:moveTo>
                <a:cubicBezTo>
                  <a:pt x="1469" y="300"/>
                  <a:pt x="1462" y="297"/>
                  <a:pt x="1458" y="293"/>
                </a:cubicBezTo>
                <a:cubicBezTo>
                  <a:pt x="1448" y="282"/>
                  <a:pt x="1448" y="265"/>
                  <a:pt x="1458" y="254"/>
                </a:cubicBezTo>
                <a:lnTo>
                  <a:pt x="1701" y="11"/>
                </a:lnTo>
                <a:cubicBezTo>
                  <a:pt x="1712" y="1"/>
                  <a:pt x="1729" y="0"/>
                  <a:pt x="1740" y="11"/>
                </a:cubicBezTo>
                <a:cubicBezTo>
                  <a:pt x="1750" y="21"/>
                  <a:pt x="1751" y="39"/>
                  <a:pt x="1740" y="50"/>
                </a:cubicBezTo>
                <a:lnTo>
                  <a:pt x="1497" y="293"/>
                </a:lnTo>
                <a:cubicBezTo>
                  <a:pt x="1486" y="297"/>
                  <a:pt x="1483" y="300"/>
                  <a:pt x="1476" y="300"/>
                </a:cubicBezTo>
                <a:close/>
                <a:moveTo>
                  <a:pt x="993" y="300"/>
                </a:moveTo>
                <a:cubicBezTo>
                  <a:pt x="986" y="300"/>
                  <a:pt x="979" y="297"/>
                  <a:pt x="976" y="293"/>
                </a:cubicBezTo>
                <a:cubicBezTo>
                  <a:pt x="965" y="282"/>
                  <a:pt x="965" y="265"/>
                  <a:pt x="976" y="254"/>
                </a:cubicBezTo>
                <a:lnTo>
                  <a:pt x="1219" y="11"/>
                </a:lnTo>
                <a:cubicBezTo>
                  <a:pt x="1229" y="1"/>
                  <a:pt x="1247" y="1"/>
                  <a:pt x="1257" y="11"/>
                </a:cubicBezTo>
                <a:cubicBezTo>
                  <a:pt x="1268" y="22"/>
                  <a:pt x="1268" y="39"/>
                  <a:pt x="1257" y="50"/>
                </a:cubicBezTo>
                <a:lnTo>
                  <a:pt x="1014" y="293"/>
                </a:lnTo>
                <a:cubicBezTo>
                  <a:pt x="1004" y="297"/>
                  <a:pt x="1000" y="300"/>
                  <a:pt x="993" y="300"/>
                </a:cubicBezTo>
                <a:close/>
                <a:moveTo>
                  <a:pt x="511" y="300"/>
                </a:moveTo>
                <a:cubicBezTo>
                  <a:pt x="504" y="300"/>
                  <a:pt x="497" y="297"/>
                  <a:pt x="493" y="293"/>
                </a:cubicBezTo>
                <a:cubicBezTo>
                  <a:pt x="482" y="282"/>
                  <a:pt x="482" y="265"/>
                  <a:pt x="493" y="254"/>
                </a:cubicBezTo>
                <a:lnTo>
                  <a:pt x="736" y="11"/>
                </a:lnTo>
                <a:cubicBezTo>
                  <a:pt x="747" y="1"/>
                  <a:pt x="764" y="1"/>
                  <a:pt x="775" y="11"/>
                </a:cubicBezTo>
                <a:cubicBezTo>
                  <a:pt x="785" y="22"/>
                  <a:pt x="785" y="39"/>
                  <a:pt x="775" y="50"/>
                </a:cubicBezTo>
                <a:lnTo>
                  <a:pt x="528" y="289"/>
                </a:lnTo>
                <a:cubicBezTo>
                  <a:pt x="521" y="297"/>
                  <a:pt x="514" y="300"/>
                  <a:pt x="511" y="300"/>
                </a:cubicBezTo>
                <a:close/>
                <a:moveTo>
                  <a:pt x="28" y="300"/>
                </a:moveTo>
                <a:cubicBezTo>
                  <a:pt x="21" y="300"/>
                  <a:pt x="14" y="297"/>
                  <a:pt x="10" y="293"/>
                </a:cubicBezTo>
                <a:cubicBezTo>
                  <a:pt x="0" y="282"/>
                  <a:pt x="0" y="265"/>
                  <a:pt x="10" y="254"/>
                </a:cubicBezTo>
                <a:lnTo>
                  <a:pt x="253" y="11"/>
                </a:lnTo>
                <a:cubicBezTo>
                  <a:pt x="264" y="1"/>
                  <a:pt x="282" y="1"/>
                  <a:pt x="292" y="11"/>
                </a:cubicBezTo>
                <a:cubicBezTo>
                  <a:pt x="303" y="22"/>
                  <a:pt x="303" y="39"/>
                  <a:pt x="292" y="50"/>
                </a:cubicBezTo>
                <a:lnTo>
                  <a:pt x="49" y="293"/>
                </a:lnTo>
                <a:cubicBezTo>
                  <a:pt x="39" y="297"/>
                  <a:pt x="31" y="300"/>
                  <a:pt x="28" y="300"/>
                </a:cubicBezTo>
                <a:close/>
              </a:path>
            </a:pathLst>
          </a:custGeom>
          <a:solidFill>
            <a:srgbClr val="BFD73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2"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3"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bg1"/>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26016318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green">
    <p:bg>
      <p:bgPr>
        <a:solidFill>
          <a:schemeClr val="bg2"/>
        </a:solid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438914" y="1206500"/>
            <a:ext cx="11295887" cy="1951992"/>
          </a:xfrm>
          <a:noFill/>
        </p:spPr>
        <p:txBody>
          <a:bodyPr anchor="t"/>
          <a:lstStyle>
            <a:lvl1pPr>
              <a:defRPr sz="3200" baseline="0">
                <a:solidFill>
                  <a:schemeClr val="tx2"/>
                </a:solidFill>
              </a:defRPr>
            </a:lvl1pPr>
          </a:lstStyle>
          <a:p>
            <a:r>
              <a:rPr lang="en-US"/>
              <a:t>Click to edit Master title style</a:t>
            </a:r>
            <a:endParaRPr lang="en-US" dirty="0"/>
          </a:p>
        </p:txBody>
      </p:sp>
      <p:sp>
        <p:nvSpPr>
          <p:cNvPr id="8" name="Text Placeholder 7"/>
          <p:cNvSpPr>
            <a:spLocks noGrp="1"/>
          </p:cNvSpPr>
          <p:nvPr>
            <p:ph type="body" sz="quarter" idx="13"/>
          </p:nvPr>
        </p:nvSpPr>
        <p:spPr>
          <a:xfrm>
            <a:off x="438912" y="3158492"/>
            <a:ext cx="11295888" cy="3013708"/>
          </a:xfrm>
          <a:prstGeom prst="rect">
            <a:avLst/>
          </a:prstGeom>
        </p:spPr>
        <p:txBody>
          <a:bodyPr/>
          <a:lstStyle>
            <a:lvl1pPr>
              <a:defRPr sz="2200" baseline="0">
                <a:solidFill>
                  <a:schemeClr val="tx2"/>
                </a:solidFill>
              </a:defRPr>
            </a:lvl1pPr>
            <a:lvl2pPr>
              <a:defRPr sz="1500">
                <a:solidFill>
                  <a:schemeClr val="tx2"/>
                </a:solidFill>
              </a:defRPr>
            </a:lvl2pPr>
            <a:lvl3pPr>
              <a:defRPr sz="1500">
                <a:solidFill>
                  <a:schemeClr val="tx2"/>
                </a:solidFill>
              </a:defRPr>
            </a:lvl3pPr>
            <a:lvl4pPr>
              <a:defRPr sz="1500">
                <a:solidFill>
                  <a:schemeClr val="tx2"/>
                </a:solidFill>
              </a:defRPr>
            </a:lvl4pPr>
            <a:lvl5pPr>
              <a:defRPr sz="15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1"/>
          <p:cNvSpPr>
            <a:spLocks noChangeArrowheads="1"/>
          </p:cNvSpPr>
          <p:nvPr userDrawn="1"/>
        </p:nvSpPr>
        <p:spPr bwMode="auto">
          <a:xfrm>
            <a:off x="465667" y="460375"/>
            <a:ext cx="11264900" cy="107950"/>
          </a:xfrm>
          <a:custGeom>
            <a:avLst/>
            <a:gdLst>
              <a:gd name="T0" fmla="*/ 23215 w 23469"/>
              <a:gd name="T1" fmla="*/ 289 h 301"/>
              <a:gd name="T2" fmla="*/ 22975 w 23469"/>
              <a:gd name="T3" fmla="*/ 50 h 301"/>
              <a:gd name="T4" fmla="*/ 22492 w 23469"/>
              <a:gd name="T5" fmla="*/ 11 h 301"/>
              <a:gd name="T6" fmla="*/ 21968 w 23469"/>
              <a:gd name="T7" fmla="*/ 11 h 301"/>
              <a:gd name="T8" fmla="*/ 21245 w 23469"/>
              <a:gd name="T9" fmla="*/ 254 h 301"/>
              <a:gd name="T10" fmla="*/ 20763 w 23469"/>
              <a:gd name="T11" fmla="*/ 293 h 301"/>
              <a:gd name="T12" fmla="*/ 20298 w 23469"/>
              <a:gd name="T13" fmla="*/ 300 h 301"/>
              <a:gd name="T14" fmla="*/ 20298 w 23469"/>
              <a:gd name="T15" fmla="*/ 300 h 301"/>
              <a:gd name="T16" fmla="*/ 19833 w 23469"/>
              <a:gd name="T17" fmla="*/ 293 h 301"/>
              <a:gd name="T18" fmla="*/ 19597 w 23469"/>
              <a:gd name="T19" fmla="*/ 50 h 301"/>
              <a:gd name="T20" fmla="*/ 19114 w 23469"/>
              <a:gd name="T21" fmla="*/ 11 h 301"/>
              <a:gd name="T22" fmla="*/ 18593 w 23469"/>
              <a:gd name="T23" fmla="*/ 11 h 301"/>
              <a:gd name="T24" fmla="*/ 17867 w 23469"/>
              <a:gd name="T25" fmla="*/ 254 h 301"/>
              <a:gd name="T26" fmla="*/ 17384 w 23469"/>
              <a:gd name="T27" fmla="*/ 293 h 301"/>
              <a:gd name="T28" fmla="*/ 16919 w 23469"/>
              <a:gd name="T29" fmla="*/ 300 h 301"/>
              <a:gd name="T30" fmla="*/ 16919 w 23469"/>
              <a:gd name="T31" fmla="*/ 300 h 301"/>
              <a:gd name="T32" fmla="*/ 16458 w 23469"/>
              <a:gd name="T33" fmla="*/ 293 h 301"/>
              <a:gd name="T34" fmla="*/ 16218 w 23469"/>
              <a:gd name="T35" fmla="*/ 50 h 301"/>
              <a:gd name="T36" fmla="*/ 15732 w 23469"/>
              <a:gd name="T37" fmla="*/ 11 h 301"/>
              <a:gd name="T38" fmla="*/ 15214 w 23469"/>
              <a:gd name="T39" fmla="*/ 11 h 301"/>
              <a:gd name="T40" fmla="*/ 14488 w 23469"/>
              <a:gd name="T41" fmla="*/ 254 h 301"/>
              <a:gd name="T42" fmla="*/ 14006 w 23469"/>
              <a:gd name="T43" fmla="*/ 293 h 301"/>
              <a:gd name="T44" fmla="*/ 13541 w 23469"/>
              <a:gd name="T45" fmla="*/ 300 h 301"/>
              <a:gd name="T46" fmla="*/ 13541 w 23469"/>
              <a:gd name="T47" fmla="*/ 300 h 301"/>
              <a:gd name="T48" fmla="*/ 13079 w 23469"/>
              <a:gd name="T49" fmla="*/ 293 h 301"/>
              <a:gd name="T50" fmla="*/ 12840 w 23469"/>
              <a:gd name="T51" fmla="*/ 50 h 301"/>
              <a:gd name="T52" fmla="*/ 12357 w 23469"/>
              <a:gd name="T53" fmla="*/ 11 h 301"/>
              <a:gd name="T54" fmla="*/ 11836 w 23469"/>
              <a:gd name="T55" fmla="*/ 11 h 301"/>
              <a:gd name="T56" fmla="*/ 11111 w 23469"/>
              <a:gd name="T57" fmla="*/ 254 h 301"/>
              <a:gd name="T58" fmla="*/ 10628 w 23469"/>
              <a:gd name="T59" fmla="*/ 293 h 301"/>
              <a:gd name="T60" fmla="*/ 10163 w 23469"/>
              <a:gd name="T61" fmla="*/ 300 h 301"/>
              <a:gd name="T62" fmla="*/ 10163 w 23469"/>
              <a:gd name="T63" fmla="*/ 300 h 301"/>
              <a:gd name="T64" fmla="*/ 9702 w 23469"/>
              <a:gd name="T65" fmla="*/ 293 h 301"/>
              <a:gd name="T66" fmla="*/ 9459 w 23469"/>
              <a:gd name="T67" fmla="*/ 50 h 301"/>
              <a:gd name="T68" fmla="*/ 8980 w 23469"/>
              <a:gd name="T69" fmla="*/ 11 h 301"/>
              <a:gd name="T70" fmla="*/ 8458 w 23469"/>
              <a:gd name="T71" fmla="*/ 11 h 301"/>
              <a:gd name="T72" fmla="*/ 7733 w 23469"/>
              <a:gd name="T73" fmla="*/ 254 h 301"/>
              <a:gd name="T74" fmla="*/ 7250 w 23469"/>
              <a:gd name="T75" fmla="*/ 293 h 301"/>
              <a:gd name="T76" fmla="*/ 6785 w 23469"/>
              <a:gd name="T77" fmla="*/ 300 h 301"/>
              <a:gd name="T78" fmla="*/ 6785 w 23469"/>
              <a:gd name="T79" fmla="*/ 300 h 301"/>
              <a:gd name="T80" fmla="*/ 6323 w 23469"/>
              <a:gd name="T81" fmla="*/ 293 h 301"/>
              <a:gd name="T82" fmla="*/ 6084 w 23469"/>
              <a:gd name="T83" fmla="*/ 50 h 301"/>
              <a:gd name="T84" fmla="*/ 5601 w 23469"/>
              <a:gd name="T85" fmla="*/ 11 h 301"/>
              <a:gd name="T86" fmla="*/ 5080 w 23469"/>
              <a:gd name="T87" fmla="*/ 11 h 301"/>
              <a:gd name="T88" fmla="*/ 4354 w 23469"/>
              <a:gd name="T89" fmla="*/ 254 h 301"/>
              <a:gd name="T90" fmla="*/ 3871 w 23469"/>
              <a:gd name="T91" fmla="*/ 293 h 301"/>
              <a:gd name="T92" fmla="*/ 3406 w 23469"/>
              <a:gd name="T93" fmla="*/ 300 h 301"/>
              <a:gd name="T94" fmla="*/ 3406 w 23469"/>
              <a:gd name="T95" fmla="*/ 300 h 301"/>
              <a:gd name="T96" fmla="*/ 2945 w 23469"/>
              <a:gd name="T97" fmla="*/ 293 h 301"/>
              <a:gd name="T98" fmla="*/ 2705 w 23469"/>
              <a:gd name="T99" fmla="*/ 50 h 301"/>
              <a:gd name="T100" fmla="*/ 2223 w 23469"/>
              <a:gd name="T101" fmla="*/ 11 h 301"/>
              <a:gd name="T102" fmla="*/ 1701 w 23469"/>
              <a:gd name="T103" fmla="*/ 11 h 301"/>
              <a:gd name="T104" fmla="*/ 976 w 23469"/>
              <a:gd name="T105" fmla="*/ 254 h 301"/>
              <a:gd name="T106" fmla="*/ 493 w 23469"/>
              <a:gd name="T107" fmla="*/ 293 h 301"/>
              <a:gd name="T108" fmla="*/ 28 w 23469"/>
              <a:gd name="T109" fmla="*/ 300 h 301"/>
              <a:gd name="T110" fmla="*/ 28 w 23469"/>
              <a:gd name="T111" fmla="*/ 30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469" h="301">
                <a:moveTo>
                  <a:pt x="23193" y="300"/>
                </a:moveTo>
                <a:cubicBezTo>
                  <a:pt x="23186" y="300"/>
                  <a:pt x="23179" y="297"/>
                  <a:pt x="23176" y="293"/>
                </a:cubicBezTo>
                <a:cubicBezTo>
                  <a:pt x="23165" y="282"/>
                  <a:pt x="23165" y="265"/>
                  <a:pt x="23176" y="254"/>
                </a:cubicBezTo>
                <a:lnTo>
                  <a:pt x="23419" y="11"/>
                </a:lnTo>
                <a:cubicBezTo>
                  <a:pt x="23430" y="1"/>
                  <a:pt x="23447" y="1"/>
                  <a:pt x="23458" y="11"/>
                </a:cubicBezTo>
                <a:cubicBezTo>
                  <a:pt x="23468" y="22"/>
                  <a:pt x="23468" y="39"/>
                  <a:pt x="23458" y="50"/>
                </a:cubicBezTo>
                <a:lnTo>
                  <a:pt x="23215" y="289"/>
                </a:lnTo>
                <a:cubicBezTo>
                  <a:pt x="23208" y="297"/>
                  <a:pt x="23201" y="300"/>
                  <a:pt x="23193" y="300"/>
                </a:cubicBezTo>
                <a:close/>
                <a:moveTo>
                  <a:pt x="22711" y="300"/>
                </a:moveTo>
                <a:cubicBezTo>
                  <a:pt x="22704" y="300"/>
                  <a:pt x="22697" y="297"/>
                  <a:pt x="22693" y="293"/>
                </a:cubicBezTo>
                <a:cubicBezTo>
                  <a:pt x="22683" y="282"/>
                  <a:pt x="22683" y="265"/>
                  <a:pt x="22693" y="254"/>
                </a:cubicBezTo>
                <a:lnTo>
                  <a:pt x="22936" y="11"/>
                </a:lnTo>
                <a:cubicBezTo>
                  <a:pt x="22947" y="1"/>
                  <a:pt x="22964" y="1"/>
                  <a:pt x="22975" y="11"/>
                </a:cubicBezTo>
                <a:cubicBezTo>
                  <a:pt x="22986" y="22"/>
                  <a:pt x="22986" y="39"/>
                  <a:pt x="22975" y="50"/>
                </a:cubicBezTo>
                <a:lnTo>
                  <a:pt x="22732" y="293"/>
                </a:lnTo>
                <a:cubicBezTo>
                  <a:pt x="22725" y="297"/>
                  <a:pt x="22718" y="300"/>
                  <a:pt x="22711" y="300"/>
                </a:cubicBezTo>
                <a:close/>
                <a:moveTo>
                  <a:pt x="22228" y="300"/>
                </a:moveTo>
                <a:cubicBezTo>
                  <a:pt x="22221" y="300"/>
                  <a:pt x="22214" y="297"/>
                  <a:pt x="22211" y="293"/>
                </a:cubicBezTo>
                <a:cubicBezTo>
                  <a:pt x="22200" y="282"/>
                  <a:pt x="22200" y="265"/>
                  <a:pt x="22211" y="254"/>
                </a:cubicBezTo>
                <a:lnTo>
                  <a:pt x="22454" y="11"/>
                </a:lnTo>
                <a:cubicBezTo>
                  <a:pt x="22464" y="1"/>
                  <a:pt x="22482" y="1"/>
                  <a:pt x="22492" y="11"/>
                </a:cubicBezTo>
                <a:cubicBezTo>
                  <a:pt x="22503" y="22"/>
                  <a:pt x="22503" y="39"/>
                  <a:pt x="22492" y="50"/>
                </a:cubicBezTo>
                <a:lnTo>
                  <a:pt x="22249" y="289"/>
                </a:lnTo>
                <a:cubicBezTo>
                  <a:pt x="22242" y="297"/>
                  <a:pt x="22235" y="300"/>
                  <a:pt x="22228" y="300"/>
                </a:cubicBezTo>
                <a:close/>
                <a:moveTo>
                  <a:pt x="21746" y="300"/>
                </a:moveTo>
                <a:cubicBezTo>
                  <a:pt x="21739" y="300"/>
                  <a:pt x="21731" y="297"/>
                  <a:pt x="21728" y="293"/>
                </a:cubicBezTo>
                <a:cubicBezTo>
                  <a:pt x="21717" y="282"/>
                  <a:pt x="21717" y="265"/>
                  <a:pt x="21728" y="254"/>
                </a:cubicBezTo>
                <a:lnTo>
                  <a:pt x="21968" y="11"/>
                </a:lnTo>
                <a:cubicBezTo>
                  <a:pt x="21978" y="1"/>
                  <a:pt x="21996" y="1"/>
                  <a:pt x="22006" y="11"/>
                </a:cubicBezTo>
                <a:cubicBezTo>
                  <a:pt x="22017" y="22"/>
                  <a:pt x="22017" y="39"/>
                  <a:pt x="22006" y="50"/>
                </a:cubicBezTo>
                <a:lnTo>
                  <a:pt x="21763" y="293"/>
                </a:lnTo>
                <a:cubicBezTo>
                  <a:pt x="21760" y="297"/>
                  <a:pt x="21753" y="300"/>
                  <a:pt x="21746" y="300"/>
                </a:cubicBezTo>
                <a:close/>
                <a:moveTo>
                  <a:pt x="21263" y="300"/>
                </a:moveTo>
                <a:cubicBezTo>
                  <a:pt x="21256" y="300"/>
                  <a:pt x="21249" y="297"/>
                  <a:pt x="21245" y="293"/>
                </a:cubicBezTo>
                <a:cubicBezTo>
                  <a:pt x="21235" y="282"/>
                  <a:pt x="21235" y="265"/>
                  <a:pt x="21245" y="254"/>
                </a:cubicBezTo>
                <a:lnTo>
                  <a:pt x="21488" y="11"/>
                </a:lnTo>
                <a:cubicBezTo>
                  <a:pt x="21499" y="1"/>
                  <a:pt x="21517" y="1"/>
                  <a:pt x="21527" y="11"/>
                </a:cubicBezTo>
                <a:cubicBezTo>
                  <a:pt x="21538" y="22"/>
                  <a:pt x="21538" y="39"/>
                  <a:pt x="21527" y="50"/>
                </a:cubicBezTo>
                <a:lnTo>
                  <a:pt x="21284" y="289"/>
                </a:lnTo>
                <a:cubicBezTo>
                  <a:pt x="21277" y="297"/>
                  <a:pt x="21270" y="300"/>
                  <a:pt x="21263" y="300"/>
                </a:cubicBezTo>
                <a:close/>
                <a:moveTo>
                  <a:pt x="20780" y="300"/>
                </a:moveTo>
                <a:cubicBezTo>
                  <a:pt x="20773" y="300"/>
                  <a:pt x="20766" y="297"/>
                  <a:pt x="20763" y="293"/>
                </a:cubicBezTo>
                <a:cubicBezTo>
                  <a:pt x="20752" y="282"/>
                  <a:pt x="20752" y="265"/>
                  <a:pt x="20763" y="254"/>
                </a:cubicBezTo>
                <a:lnTo>
                  <a:pt x="21006" y="11"/>
                </a:lnTo>
                <a:cubicBezTo>
                  <a:pt x="21016" y="1"/>
                  <a:pt x="21034" y="1"/>
                  <a:pt x="21045" y="11"/>
                </a:cubicBezTo>
                <a:cubicBezTo>
                  <a:pt x="21055" y="22"/>
                  <a:pt x="21055" y="39"/>
                  <a:pt x="21045" y="50"/>
                </a:cubicBezTo>
                <a:lnTo>
                  <a:pt x="20805" y="293"/>
                </a:lnTo>
                <a:cubicBezTo>
                  <a:pt x="20794" y="297"/>
                  <a:pt x="20787" y="300"/>
                  <a:pt x="20780" y="300"/>
                </a:cubicBezTo>
                <a:close/>
                <a:moveTo>
                  <a:pt x="20298" y="300"/>
                </a:moveTo>
                <a:cubicBezTo>
                  <a:pt x="20291" y="300"/>
                  <a:pt x="20284" y="297"/>
                  <a:pt x="20280" y="293"/>
                </a:cubicBezTo>
                <a:cubicBezTo>
                  <a:pt x="20269" y="282"/>
                  <a:pt x="20269" y="265"/>
                  <a:pt x="20280" y="254"/>
                </a:cubicBezTo>
                <a:lnTo>
                  <a:pt x="20523" y="11"/>
                </a:lnTo>
                <a:cubicBezTo>
                  <a:pt x="20534" y="1"/>
                  <a:pt x="20551" y="1"/>
                  <a:pt x="20562" y="11"/>
                </a:cubicBezTo>
                <a:cubicBezTo>
                  <a:pt x="20572" y="22"/>
                  <a:pt x="20572" y="39"/>
                  <a:pt x="20562" y="50"/>
                </a:cubicBezTo>
                <a:lnTo>
                  <a:pt x="20319" y="293"/>
                </a:lnTo>
                <a:cubicBezTo>
                  <a:pt x="20312" y="297"/>
                  <a:pt x="20305" y="300"/>
                  <a:pt x="20298" y="300"/>
                </a:cubicBezTo>
                <a:close/>
                <a:moveTo>
                  <a:pt x="19815" y="300"/>
                </a:moveTo>
                <a:cubicBezTo>
                  <a:pt x="19808" y="300"/>
                  <a:pt x="19801" y="297"/>
                  <a:pt x="19797" y="293"/>
                </a:cubicBezTo>
                <a:cubicBezTo>
                  <a:pt x="19787" y="282"/>
                  <a:pt x="19787" y="265"/>
                  <a:pt x="19797" y="254"/>
                </a:cubicBezTo>
                <a:lnTo>
                  <a:pt x="20037" y="11"/>
                </a:lnTo>
                <a:cubicBezTo>
                  <a:pt x="20048" y="1"/>
                  <a:pt x="20065" y="1"/>
                  <a:pt x="20076" y="11"/>
                </a:cubicBezTo>
                <a:cubicBezTo>
                  <a:pt x="20086" y="22"/>
                  <a:pt x="20086" y="39"/>
                  <a:pt x="20076" y="50"/>
                </a:cubicBezTo>
                <a:lnTo>
                  <a:pt x="19833" y="293"/>
                </a:lnTo>
                <a:cubicBezTo>
                  <a:pt x="19829" y="297"/>
                  <a:pt x="19822" y="300"/>
                  <a:pt x="19815" y="300"/>
                </a:cubicBezTo>
                <a:close/>
                <a:moveTo>
                  <a:pt x="19332" y="300"/>
                </a:moveTo>
                <a:cubicBezTo>
                  <a:pt x="19325" y="300"/>
                  <a:pt x="19318" y="297"/>
                  <a:pt x="19315" y="293"/>
                </a:cubicBezTo>
                <a:cubicBezTo>
                  <a:pt x="19304" y="282"/>
                  <a:pt x="19304" y="265"/>
                  <a:pt x="19315" y="254"/>
                </a:cubicBezTo>
                <a:lnTo>
                  <a:pt x="19558" y="11"/>
                </a:lnTo>
                <a:cubicBezTo>
                  <a:pt x="19568" y="1"/>
                  <a:pt x="19586" y="1"/>
                  <a:pt x="19597" y="11"/>
                </a:cubicBezTo>
                <a:cubicBezTo>
                  <a:pt x="19607" y="22"/>
                  <a:pt x="19607" y="39"/>
                  <a:pt x="19597" y="50"/>
                </a:cubicBezTo>
                <a:lnTo>
                  <a:pt x="19354" y="293"/>
                </a:lnTo>
                <a:cubicBezTo>
                  <a:pt x="19346" y="297"/>
                  <a:pt x="19339" y="300"/>
                  <a:pt x="19332" y="300"/>
                </a:cubicBezTo>
                <a:close/>
                <a:moveTo>
                  <a:pt x="18850" y="300"/>
                </a:moveTo>
                <a:cubicBezTo>
                  <a:pt x="18843" y="300"/>
                  <a:pt x="18836" y="297"/>
                  <a:pt x="18832" y="293"/>
                </a:cubicBezTo>
                <a:cubicBezTo>
                  <a:pt x="18822" y="282"/>
                  <a:pt x="18822" y="265"/>
                  <a:pt x="18832" y="254"/>
                </a:cubicBezTo>
                <a:lnTo>
                  <a:pt x="19075" y="11"/>
                </a:lnTo>
                <a:cubicBezTo>
                  <a:pt x="19086" y="1"/>
                  <a:pt x="19103" y="1"/>
                  <a:pt x="19114" y="11"/>
                </a:cubicBezTo>
                <a:cubicBezTo>
                  <a:pt x="19125" y="22"/>
                  <a:pt x="19125" y="39"/>
                  <a:pt x="19114" y="50"/>
                </a:cubicBezTo>
                <a:lnTo>
                  <a:pt x="18874" y="293"/>
                </a:lnTo>
                <a:cubicBezTo>
                  <a:pt x="18864" y="297"/>
                  <a:pt x="18857" y="300"/>
                  <a:pt x="18850" y="300"/>
                </a:cubicBezTo>
                <a:close/>
                <a:moveTo>
                  <a:pt x="18367" y="300"/>
                </a:moveTo>
                <a:cubicBezTo>
                  <a:pt x="18360" y="300"/>
                  <a:pt x="18353" y="297"/>
                  <a:pt x="18350" y="293"/>
                </a:cubicBezTo>
                <a:cubicBezTo>
                  <a:pt x="18339" y="282"/>
                  <a:pt x="18339" y="265"/>
                  <a:pt x="18350" y="254"/>
                </a:cubicBezTo>
                <a:lnTo>
                  <a:pt x="18593" y="11"/>
                </a:lnTo>
                <a:cubicBezTo>
                  <a:pt x="18603" y="1"/>
                  <a:pt x="18621" y="1"/>
                  <a:pt x="18631" y="11"/>
                </a:cubicBezTo>
                <a:cubicBezTo>
                  <a:pt x="18642" y="22"/>
                  <a:pt x="18642" y="39"/>
                  <a:pt x="18631" y="50"/>
                </a:cubicBezTo>
                <a:lnTo>
                  <a:pt x="18388" y="293"/>
                </a:lnTo>
                <a:cubicBezTo>
                  <a:pt x="18381" y="297"/>
                  <a:pt x="18374" y="300"/>
                  <a:pt x="18367" y="300"/>
                </a:cubicBezTo>
                <a:close/>
                <a:moveTo>
                  <a:pt x="17884" y="300"/>
                </a:moveTo>
                <a:cubicBezTo>
                  <a:pt x="17877" y="300"/>
                  <a:pt x="17870" y="297"/>
                  <a:pt x="17867" y="293"/>
                </a:cubicBezTo>
                <a:cubicBezTo>
                  <a:pt x="17856" y="282"/>
                  <a:pt x="17856" y="265"/>
                  <a:pt x="17867" y="254"/>
                </a:cubicBezTo>
                <a:lnTo>
                  <a:pt x="18110" y="11"/>
                </a:lnTo>
                <a:cubicBezTo>
                  <a:pt x="18121" y="1"/>
                  <a:pt x="18138" y="1"/>
                  <a:pt x="18149" y="11"/>
                </a:cubicBezTo>
                <a:cubicBezTo>
                  <a:pt x="18159" y="22"/>
                  <a:pt x="18159" y="39"/>
                  <a:pt x="18149" y="50"/>
                </a:cubicBezTo>
                <a:lnTo>
                  <a:pt x="17906" y="289"/>
                </a:lnTo>
                <a:cubicBezTo>
                  <a:pt x="17899" y="297"/>
                  <a:pt x="17892" y="300"/>
                  <a:pt x="17884" y="300"/>
                </a:cubicBezTo>
                <a:close/>
                <a:moveTo>
                  <a:pt x="17402" y="300"/>
                </a:moveTo>
                <a:cubicBezTo>
                  <a:pt x="17395" y="300"/>
                  <a:pt x="17388" y="297"/>
                  <a:pt x="17384" y="293"/>
                </a:cubicBezTo>
                <a:cubicBezTo>
                  <a:pt x="17374" y="282"/>
                  <a:pt x="17374" y="265"/>
                  <a:pt x="17384" y="254"/>
                </a:cubicBezTo>
                <a:lnTo>
                  <a:pt x="17627" y="11"/>
                </a:lnTo>
                <a:cubicBezTo>
                  <a:pt x="17638" y="1"/>
                  <a:pt x="17655" y="1"/>
                  <a:pt x="17666" y="11"/>
                </a:cubicBezTo>
                <a:cubicBezTo>
                  <a:pt x="17677" y="22"/>
                  <a:pt x="17677" y="39"/>
                  <a:pt x="17666" y="50"/>
                </a:cubicBezTo>
                <a:lnTo>
                  <a:pt x="17423" y="293"/>
                </a:lnTo>
                <a:cubicBezTo>
                  <a:pt x="17416" y="297"/>
                  <a:pt x="17409" y="300"/>
                  <a:pt x="17402" y="300"/>
                </a:cubicBezTo>
                <a:close/>
                <a:moveTo>
                  <a:pt x="16919" y="300"/>
                </a:moveTo>
                <a:cubicBezTo>
                  <a:pt x="16912" y="300"/>
                  <a:pt x="16905" y="297"/>
                  <a:pt x="16902" y="293"/>
                </a:cubicBezTo>
                <a:cubicBezTo>
                  <a:pt x="16891" y="282"/>
                  <a:pt x="16891" y="265"/>
                  <a:pt x="16902" y="254"/>
                </a:cubicBezTo>
                <a:lnTo>
                  <a:pt x="17145" y="11"/>
                </a:lnTo>
                <a:cubicBezTo>
                  <a:pt x="17155" y="1"/>
                  <a:pt x="17173" y="1"/>
                  <a:pt x="17183" y="11"/>
                </a:cubicBezTo>
                <a:cubicBezTo>
                  <a:pt x="17194" y="22"/>
                  <a:pt x="17194" y="39"/>
                  <a:pt x="17183" y="50"/>
                </a:cubicBezTo>
                <a:lnTo>
                  <a:pt x="16940" y="289"/>
                </a:lnTo>
                <a:cubicBezTo>
                  <a:pt x="16933" y="297"/>
                  <a:pt x="16926" y="300"/>
                  <a:pt x="16919" y="300"/>
                </a:cubicBezTo>
                <a:close/>
                <a:moveTo>
                  <a:pt x="16437" y="300"/>
                </a:moveTo>
                <a:cubicBezTo>
                  <a:pt x="16430" y="300"/>
                  <a:pt x="16422" y="297"/>
                  <a:pt x="16419" y="293"/>
                </a:cubicBezTo>
                <a:cubicBezTo>
                  <a:pt x="16408" y="282"/>
                  <a:pt x="16408" y="265"/>
                  <a:pt x="16419" y="254"/>
                </a:cubicBezTo>
                <a:lnTo>
                  <a:pt x="16662" y="11"/>
                </a:lnTo>
                <a:cubicBezTo>
                  <a:pt x="16673" y="1"/>
                  <a:pt x="16691" y="0"/>
                  <a:pt x="16701" y="11"/>
                </a:cubicBezTo>
                <a:cubicBezTo>
                  <a:pt x="16712" y="21"/>
                  <a:pt x="16711" y="39"/>
                  <a:pt x="16701" y="50"/>
                </a:cubicBezTo>
                <a:lnTo>
                  <a:pt x="16458" y="293"/>
                </a:lnTo>
                <a:cubicBezTo>
                  <a:pt x="16451" y="297"/>
                  <a:pt x="16444" y="300"/>
                  <a:pt x="16437" y="300"/>
                </a:cubicBezTo>
                <a:close/>
                <a:moveTo>
                  <a:pt x="15954" y="300"/>
                </a:moveTo>
                <a:cubicBezTo>
                  <a:pt x="15947" y="300"/>
                  <a:pt x="15940" y="297"/>
                  <a:pt x="15936" y="293"/>
                </a:cubicBezTo>
                <a:cubicBezTo>
                  <a:pt x="15926" y="282"/>
                  <a:pt x="15926" y="265"/>
                  <a:pt x="15936" y="254"/>
                </a:cubicBezTo>
                <a:lnTo>
                  <a:pt x="16179" y="11"/>
                </a:lnTo>
                <a:cubicBezTo>
                  <a:pt x="16190" y="1"/>
                  <a:pt x="16208" y="0"/>
                  <a:pt x="16218" y="11"/>
                </a:cubicBezTo>
                <a:cubicBezTo>
                  <a:pt x="16229" y="21"/>
                  <a:pt x="16229" y="39"/>
                  <a:pt x="16218" y="50"/>
                </a:cubicBezTo>
                <a:lnTo>
                  <a:pt x="15975" y="289"/>
                </a:lnTo>
                <a:cubicBezTo>
                  <a:pt x="15968" y="297"/>
                  <a:pt x="15961" y="300"/>
                  <a:pt x="15954" y="300"/>
                </a:cubicBezTo>
                <a:close/>
                <a:moveTo>
                  <a:pt x="15471" y="300"/>
                </a:moveTo>
                <a:cubicBezTo>
                  <a:pt x="15464" y="300"/>
                  <a:pt x="15457" y="297"/>
                  <a:pt x="15454" y="293"/>
                </a:cubicBezTo>
                <a:cubicBezTo>
                  <a:pt x="15443" y="282"/>
                  <a:pt x="15443" y="265"/>
                  <a:pt x="15454" y="254"/>
                </a:cubicBezTo>
                <a:lnTo>
                  <a:pt x="15693" y="11"/>
                </a:lnTo>
                <a:cubicBezTo>
                  <a:pt x="15704" y="1"/>
                  <a:pt x="15721" y="0"/>
                  <a:pt x="15732" y="11"/>
                </a:cubicBezTo>
                <a:cubicBezTo>
                  <a:pt x="15743" y="21"/>
                  <a:pt x="15743" y="39"/>
                  <a:pt x="15732" y="50"/>
                </a:cubicBezTo>
                <a:lnTo>
                  <a:pt x="15489" y="293"/>
                </a:lnTo>
                <a:cubicBezTo>
                  <a:pt x="15485" y="297"/>
                  <a:pt x="15478" y="300"/>
                  <a:pt x="15471" y="300"/>
                </a:cubicBezTo>
                <a:close/>
                <a:moveTo>
                  <a:pt x="14989" y="300"/>
                </a:moveTo>
                <a:cubicBezTo>
                  <a:pt x="14982" y="300"/>
                  <a:pt x="14975" y="297"/>
                  <a:pt x="14971" y="293"/>
                </a:cubicBezTo>
                <a:cubicBezTo>
                  <a:pt x="14960" y="282"/>
                  <a:pt x="14960" y="265"/>
                  <a:pt x="14971" y="254"/>
                </a:cubicBezTo>
                <a:lnTo>
                  <a:pt x="15214" y="11"/>
                </a:lnTo>
                <a:cubicBezTo>
                  <a:pt x="15225" y="1"/>
                  <a:pt x="15243" y="0"/>
                  <a:pt x="15253" y="11"/>
                </a:cubicBezTo>
                <a:cubicBezTo>
                  <a:pt x="15264" y="21"/>
                  <a:pt x="15263" y="39"/>
                  <a:pt x="15253" y="50"/>
                </a:cubicBezTo>
                <a:lnTo>
                  <a:pt x="15010" y="293"/>
                </a:lnTo>
                <a:cubicBezTo>
                  <a:pt x="15003" y="297"/>
                  <a:pt x="14996" y="300"/>
                  <a:pt x="14989" y="300"/>
                </a:cubicBezTo>
                <a:close/>
                <a:moveTo>
                  <a:pt x="14506" y="300"/>
                </a:moveTo>
                <a:cubicBezTo>
                  <a:pt x="14499" y="300"/>
                  <a:pt x="14492" y="297"/>
                  <a:pt x="14488" y="293"/>
                </a:cubicBezTo>
                <a:cubicBezTo>
                  <a:pt x="14478" y="282"/>
                  <a:pt x="14478" y="265"/>
                  <a:pt x="14488" y="254"/>
                </a:cubicBezTo>
                <a:lnTo>
                  <a:pt x="14731" y="11"/>
                </a:lnTo>
                <a:cubicBezTo>
                  <a:pt x="14742" y="1"/>
                  <a:pt x="14760" y="0"/>
                  <a:pt x="14770" y="11"/>
                </a:cubicBezTo>
                <a:cubicBezTo>
                  <a:pt x="14781" y="21"/>
                  <a:pt x="14781" y="39"/>
                  <a:pt x="14770" y="50"/>
                </a:cubicBezTo>
                <a:lnTo>
                  <a:pt x="14531" y="293"/>
                </a:lnTo>
                <a:cubicBezTo>
                  <a:pt x="14520" y="297"/>
                  <a:pt x="14513" y="300"/>
                  <a:pt x="14506" y="300"/>
                </a:cubicBezTo>
                <a:close/>
                <a:moveTo>
                  <a:pt x="14023" y="300"/>
                </a:moveTo>
                <a:cubicBezTo>
                  <a:pt x="14016" y="300"/>
                  <a:pt x="14009" y="297"/>
                  <a:pt x="14006" y="293"/>
                </a:cubicBezTo>
                <a:cubicBezTo>
                  <a:pt x="13995" y="282"/>
                  <a:pt x="13995" y="265"/>
                  <a:pt x="14006" y="254"/>
                </a:cubicBezTo>
                <a:lnTo>
                  <a:pt x="14249" y="11"/>
                </a:lnTo>
                <a:cubicBezTo>
                  <a:pt x="14259" y="1"/>
                  <a:pt x="14278" y="0"/>
                  <a:pt x="14288" y="11"/>
                </a:cubicBezTo>
                <a:cubicBezTo>
                  <a:pt x="14299" y="21"/>
                  <a:pt x="14298" y="39"/>
                  <a:pt x="14288" y="50"/>
                </a:cubicBezTo>
                <a:lnTo>
                  <a:pt x="14045" y="293"/>
                </a:lnTo>
                <a:cubicBezTo>
                  <a:pt x="14037" y="297"/>
                  <a:pt x="14030" y="300"/>
                  <a:pt x="14023" y="300"/>
                </a:cubicBezTo>
                <a:close/>
                <a:moveTo>
                  <a:pt x="13541" y="300"/>
                </a:moveTo>
                <a:cubicBezTo>
                  <a:pt x="13534" y="300"/>
                  <a:pt x="13527" y="297"/>
                  <a:pt x="13523" y="293"/>
                </a:cubicBezTo>
                <a:cubicBezTo>
                  <a:pt x="13513" y="282"/>
                  <a:pt x="13513" y="265"/>
                  <a:pt x="13523" y="254"/>
                </a:cubicBezTo>
                <a:lnTo>
                  <a:pt x="13763" y="11"/>
                </a:lnTo>
                <a:cubicBezTo>
                  <a:pt x="13773" y="1"/>
                  <a:pt x="13791" y="0"/>
                  <a:pt x="13801" y="11"/>
                </a:cubicBezTo>
                <a:cubicBezTo>
                  <a:pt x="13812" y="21"/>
                  <a:pt x="13812" y="39"/>
                  <a:pt x="13801" y="50"/>
                </a:cubicBezTo>
                <a:lnTo>
                  <a:pt x="13558" y="293"/>
                </a:lnTo>
                <a:cubicBezTo>
                  <a:pt x="13555" y="297"/>
                  <a:pt x="13548" y="300"/>
                  <a:pt x="13541" y="300"/>
                </a:cubicBezTo>
                <a:close/>
                <a:moveTo>
                  <a:pt x="13058" y="300"/>
                </a:moveTo>
                <a:cubicBezTo>
                  <a:pt x="13051" y="300"/>
                  <a:pt x="13044" y="297"/>
                  <a:pt x="13041" y="293"/>
                </a:cubicBezTo>
                <a:cubicBezTo>
                  <a:pt x="13030" y="282"/>
                  <a:pt x="13030" y="265"/>
                  <a:pt x="13041" y="254"/>
                </a:cubicBezTo>
                <a:lnTo>
                  <a:pt x="13284" y="11"/>
                </a:lnTo>
                <a:cubicBezTo>
                  <a:pt x="13294" y="1"/>
                  <a:pt x="13312" y="0"/>
                  <a:pt x="13322" y="11"/>
                </a:cubicBezTo>
                <a:cubicBezTo>
                  <a:pt x="13333" y="21"/>
                  <a:pt x="13333" y="39"/>
                  <a:pt x="13322" y="50"/>
                </a:cubicBezTo>
                <a:lnTo>
                  <a:pt x="13079" y="293"/>
                </a:lnTo>
                <a:cubicBezTo>
                  <a:pt x="13072" y="297"/>
                  <a:pt x="13065" y="300"/>
                  <a:pt x="13058" y="300"/>
                </a:cubicBezTo>
                <a:close/>
                <a:moveTo>
                  <a:pt x="12575" y="300"/>
                </a:moveTo>
                <a:cubicBezTo>
                  <a:pt x="12568" y="300"/>
                  <a:pt x="12561" y="297"/>
                  <a:pt x="12558" y="293"/>
                </a:cubicBezTo>
                <a:cubicBezTo>
                  <a:pt x="12547" y="282"/>
                  <a:pt x="12547" y="265"/>
                  <a:pt x="12558" y="254"/>
                </a:cubicBezTo>
                <a:lnTo>
                  <a:pt x="12801" y="11"/>
                </a:lnTo>
                <a:cubicBezTo>
                  <a:pt x="12812" y="1"/>
                  <a:pt x="12830" y="0"/>
                  <a:pt x="12840" y="11"/>
                </a:cubicBezTo>
                <a:cubicBezTo>
                  <a:pt x="12851" y="21"/>
                  <a:pt x="12850" y="39"/>
                  <a:pt x="12840" y="50"/>
                </a:cubicBezTo>
                <a:lnTo>
                  <a:pt x="12597" y="289"/>
                </a:lnTo>
                <a:cubicBezTo>
                  <a:pt x="12590" y="297"/>
                  <a:pt x="12583" y="300"/>
                  <a:pt x="12575" y="300"/>
                </a:cubicBezTo>
                <a:close/>
                <a:moveTo>
                  <a:pt x="12093" y="300"/>
                </a:moveTo>
                <a:cubicBezTo>
                  <a:pt x="12086" y="300"/>
                  <a:pt x="12079" y="297"/>
                  <a:pt x="12075" y="293"/>
                </a:cubicBezTo>
                <a:cubicBezTo>
                  <a:pt x="12065" y="282"/>
                  <a:pt x="12065" y="265"/>
                  <a:pt x="12075" y="254"/>
                </a:cubicBezTo>
                <a:lnTo>
                  <a:pt x="12318" y="11"/>
                </a:lnTo>
                <a:cubicBezTo>
                  <a:pt x="12329" y="1"/>
                  <a:pt x="12347" y="0"/>
                  <a:pt x="12357" y="11"/>
                </a:cubicBezTo>
                <a:cubicBezTo>
                  <a:pt x="12368" y="21"/>
                  <a:pt x="12368" y="39"/>
                  <a:pt x="12357" y="50"/>
                </a:cubicBezTo>
                <a:lnTo>
                  <a:pt x="12114" y="293"/>
                </a:lnTo>
                <a:cubicBezTo>
                  <a:pt x="12107" y="297"/>
                  <a:pt x="12100" y="300"/>
                  <a:pt x="12093" y="300"/>
                </a:cubicBezTo>
                <a:close/>
                <a:moveTo>
                  <a:pt x="11611" y="300"/>
                </a:moveTo>
                <a:cubicBezTo>
                  <a:pt x="11604" y="300"/>
                  <a:pt x="11597" y="297"/>
                  <a:pt x="11594" y="293"/>
                </a:cubicBezTo>
                <a:cubicBezTo>
                  <a:pt x="11583" y="282"/>
                  <a:pt x="11583" y="265"/>
                  <a:pt x="11594" y="254"/>
                </a:cubicBezTo>
                <a:lnTo>
                  <a:pt x="11836" y="11"/>
                </a:lnTo>
                <a:cubicBezTo>
                  <a:pt x="11846" y="1"/>
                  <a:pt x="11864" y="0"/>
                  <a:pt x="11874" y="11"/>
                </a:cubicBezTo>
                <a:cubicBezTo>
                  <a:pt x="11885" y="21"/>
                  <a:pt x="11885" y="39"/>
                  <a:pt x="11874" y="50"/>
                </a:cubicBezTo>
                <a:lnTo>
                  <a:pt x="11632" y="289"/>
                </a:lnTo>
                <a:cubicBezTo>
                  <a:pt x="11625" y="297"/>
                  <a:pt x="11618" y="300"/>
                  <a:pt x="11611" y="300"/>
                </a:cubicBezTo>
                <a:close/>
                <a:moveTo>
                  <a:pt x="11129" y="300"/>
                </a:moveTo>
                <a:cubicBezTo>
                  <a:pt x="11122" y="300"/>
                  <a:pt x="11114" y="297"/>
                  <a:pt x="11111" y="293"/>
                </a:cubicBezTo>
                <a:cubicBezTo>
                  <a:pt x="11100" y="282"/>
                  <a:pt x="11100" y="265"/>
                  <a:pt x="11111" y="254"/>
                </a:cubicBezTo>
                <a:lnTo>
                  <a:pt x="11354" y="11"/>
                </a:lnTo>
                <a:cubicBezTo>
                  <a:pt x="11365" y="1"/>
                  <a:pt x="11382" y="0"/>
                  <a:pt x="11393" y="11"/>
                </a:cubicBezTo>
                <a:cubicBezTo>
                  <a:pt x="11403" y="21"/>
                  <a:pt x="11403" y="39"/>
                  <a:pt x="11393" y="50"/>
                </a:cubicBezTo>
                <a:lnTo>
                  <a:pt x="11150" y="293"/>
                </a:lnTo>
                <a:cubicBezTo>
                  <a:pt x="11143" y="297"/>
                  <a:pt x="11136" y="300"/>
                  <a:pt x="11129" y="300"/>
                </a:cubicBezTo>
                <a:close/>
                <a:moveTo>
                  <a:pt x="10646" y="300"/>
                </a:moveTo>
                <a:cubicBezTo>
                  <a:pt x="10639" y="300"/>
                  <a:pt x="10632" y="297"/>
                  <a:pt x="10628" y="293"/>
                </a:cubicBezTo>
                <a:cubicBezTo>
                  <a:pt x="10618" y="282"/>
                  <a:pt x="10618" y="265"/>
                  <a:pt x="10628" y="254"/>
                </a:cubicBezTo>
                <a:lnTo>
                  <a:pt x="10871" y="11"/>
                </a:lnTo>
                <a:cubicBezTo>
                  <a:pt x="10882" y="1"/>
                  <a:pt x="10899" y="0"/>
                  <a:pt x="10910" y="11"/>
                </a:cubicBezTo>
                <a:cubicBezTo>
                  <a:pt x="10920" y="21"/>
                  <a:pt x="10921" y="39"/>
                  <a:pt x="10910" y="50"/>
                </a:cubicBezTo>
                <a:lnTo>
                  <a:pt x="10667" y="289"/>
                </a:lnTo>
                <a:cubicBezTo>
                  <a:pt x="10660" y="297"/>
                  <a:pt x="10653" y="300"/>
                  <a:pt x="10646" y="300"/>
                </a:cubicBezTo>
                <a:close/>
                <a:moveTo>
                  <a:pt x="10163" y="300"/>
                </a:moveTo>
                <a:cubicBezTo>
                  <a:pt x="10156" y="300"/>
                  <a:pt x="10149" y="297"/>
                  <a:pt x="10146" y="293"/>
                </a:cubicBezTo>
                <a:cubicBezTo>
                  <a:pt x="10135" y="282"/>
                  <a:pt x="10135" y="265"/>
                  <a:pt x="10146" y="254"/>
                </a:cubicBezTo>
                <a:lnTo>
                  <a:pt x="10389" y="11"/>
                </a:lnTo>
                <a:cubicBezTo>
                  <a:pt x="10399" y="1"/>
                  <a:pt x="10417" y="0"/>
                  <a:pt x="10428" y="11"/>
                </a:cubicBezTo>
                <a:cubicBezTo>
                  <a:pt x="10438" y="21"/>
                  <a:pt x="10438" y="39"/>
                  <a:pt x="10428" y="50"/>
                </a:cubicBezTo>
                <a:lnTo>
                  <a:pt x="10184" y="293"/>
                </a:lnTo>
                <a:cubicBezTo>
                  <a:pt x="10177" y="297"/>
                  <a:pt x="10170" y="300"/>
                  <a:pt x="10163" y="300"/>
                </a:cubicBezTo>
                <a:close/>
                <a:moveTo>
                  <a:pt x="9681" y="300"/>
                </a:moveTo>
                <a:cubicBezTo>
                  <a:pt x="9674" y="300"/>
                  <a:pt x="9667" y="297"/>
                  <a:pt x="9663" y="293"/>
                </a:cubicBezTo>
                <a:cubicBezTo>
                  <a:pt x="9652" y="282"/>
                  <a:pt x="9652" y="265"/>
                  <a:pt x="9663" y="254"/>
                </a:cubicBezTo>
                <a:lnTo>
                  <a:pt x="9906" y="11"/>
                </a:lnTo>
                <a:cubicBezTo>
                  <a:pt x="9917" y="1"/>
                  <a:pt x="9934" y="0"/>
                  <a:pt x="9945" y="11"/>
                </a:cubicBezTo>
                <a:cubicBezTo>
                  <a:pt x="9955" y="21"/>
                  <a:pt x="9955" y="39"/>
                  <a:pt x="9945" y="50"/>
                </a:cubicBezTo>
                <a:lnTo>
                  <a:pt x="9702" y="293"/>
                </a:lnTo>
                <a:cubicBezTo>
                  <a:pt x="9695" y="297"/>
                  <a:pt x="9688" y="300"/>
                  <a:pt x="9681" y="300"/>
                </a:cubicBezTo>
                <a:close/>
                <a:moveTo>
                  <a:pt x="9198" y="300"/>
                </a:moveTo>
                <a:cubicBezTo>
                  <a:pt x="9191" y="300"/>
                  <a:pt x="9184" y="297"/>
                  <a:pt x="9180" y="293"/>
                </a:cubicBezTo>
                <a:cubicBezTo>
                  <a:pt x="9170" y="282"/>
                  <a:pt x="9170" y="265"/>
                  <a:pt x="9180" y="254"/>
                </a:cubicBezTo>
                <a:lnTo>
                  <a:pt x="9420" y="11"/>
                </a:lnTo>
                <a:cubicBezTo>
                  <a:pt x="9431" y="1"/>
                  <a:pt x="9448" y="0"/>
                  <a:pt x="9459" y="11"/>
                </a:cubicBezTo>
                <a:cubicBezTo>
                  <a:pt x="9469" y="21"/>
                  <a:pt x="9469" y="39"/>
                  <a:pt x="9459" y="50"/>
                </a:cubicBezTo>
                <a:lnTo>
                  <a:pt x="9216" y="293"/>
                </a:lnTo>
                <a:cubicBezTo>
                  <a:pt x="9212" y="297"/>
                  <a:pt x="9205" y="300"/>
                  <a:pt x="9198" y="300"/>
                </a:cubicBezTo>
                <a:close/>
                <a:moveTo>
                  <a:pt x="8715" y="300"/>
                </a:moveTo>
                <a:cubicBezTo>
                  <a:pt x="8708" y="300"/>
                  <a:pt x="8701" y="297"/>
                  <a:pt x="8698" y="293"/>
                </a:cubicBezTo>
                <a:cubicBezTo>
                  <a:pt x="8687" y="282"/>
                  <a:pt x="8687" y="265"/>
                  <a:pt x="8698" y="254"/>
                </a:cubicBezTo>
                <a:lnTo>
                  <a:pt x="8941" y="11"/>
                </a:lnTo>
                <a:cubicBezTo>
                  <a:pt x="8951" y="1"/>
                  <a:pt x="8969" y="0"/>
                  <a:pt x="8980" y="11"/>
                </a:cubicBezTo>
                <a:cubicBezTo>
                  <a:pt x="8990" y="21"/>
                  <a:pt x="8990" y="39"/>
                  <a:pt x="8980" y="50"/>
                </a:cubicBezTo>
                <a:lnTo>
                  <a:pt x="8737" y="293"/>
                </a:lnTo>
                <a:cubicBezTo>
                  <a:pt x="8730" y="297"/>
                  <a:pt x="8722" y="300"/>
                  <a:pt x="8715" y="300"/>
                </a:cubicBezTo>
                <a:close/>
                <a:moveTo>
                  <a:pt x="8233" y="300"/>
                </a:moveTo>
                <a:cubicBezTo>
                  <a:pt x="8226" y="300"/>
                  <a:pt x="8219" y="297"/>
                  <a:pt x="8215" y="293"/>
                </a:cubicBezTo>
                <a:cubicBezTo>
                  <a:pt x="8205" y="282"/>
                  <a:pt x="8205" y="265"/>
                  <a:pt x="8215" y="254"/>
                </a:cubicBezTo>
                <a:lnTo>
                  <a:pt x="8458" y="11"/>
                </a:lnTo>
                <a:cubicBezTo>
                  <a:pt x="8469" y="1"/>
                  <a:pt x="8486" y="0"/>
                  <a:pt x="8497" y="11"/>
                </a:cubicBezTo>
                <a:cubicBezTo>
                  <a:pt x="8508" y="21"/>
                  <a:pt x="8508" y="39"/>
                  <a:pt x="8497" y="50"/>
                </a:cubicBezTo>
                <a:lnTo>
                  <a:pt x="8257" y="293"/>
                </a:lnTo>
                <a:cubicBezTo>
                  <a:pt x="8247" y="297"/>
                  <a:pt x="8240" y="300"/>
                  <a:pt x="8233" y="300"/>
                </a:cubicBezTo>
                <a:close/>
                <a:moveTo>
                  <a:pt x="7750" y="300"/>
                </a:moveTo>
                <a:cubicBezTo>
                  <a:pt x="7743" y="300"/>
                  <a:pt x="7736" y="297"/>
                  <a:pt x="7733" y="293"/>
                </a:cubicBezTo>
                <a:cubicBezTo>
                  <a:pt x="7722" y="282"/>
                  <a:pt x="7722" y="265"/>
                  <a:pt x="7733" y="254"/>
                </a:cubicBezTo>
                <a:lnTo>
                  <a:pt x="7976" y="11"/>
                </a:lnTo>
                <a:cubicBezTo>
                  <a:pt x="7986" y="1"/>
                  <a:pt x="8004" y="1"/>
                  <a:pt x="8014" y="11"/>
                </a:cubicBezTo>
                <a:cubicBezTo>
                  <a:pt x="8025" y="22"/>
                  <a:pt x="8025" y="39"/>
                  <a:pt x="8014" y="50"/>
                </a:cubicBezTo>
                <a:lnTo>
                  <a:pt x="7771" y="293"/>
                </a:lnTo>
                <a:cubicBezTo>
                  <a:pt x="7764" y="297"/>
                  <a:pt x="7757" y="300"/>
                  <a:pt x="7750" y="300"/>
                </a:cubicBezTo>
                <a:close/>
                <a:moveTo>
                  <a:pt x="7268" y="300"/>
                </a:moveTo>
                <a:cubicBezTo>
                  <a:pt x="7260" y="300"/>
                  <a:pt x="7253" y="297"/>
                  <a:pt x="7250" y="293"/>
                </a:cubicBezTo>
                <a:cubicBezTo>
                  <a:pt x="7239" y="282"/>
                  <a:pt x="7239" y="265"/>
                  <a:pt x="7250" y="254"/>
                </a:cubicBezTo>
                <a:lnTo>
                  <a:pt x="7493" y="11"/>
                </a:lnTo>
                <a:cubicBezTo>
                  <a:pt x="7504" y="1"/>
                  <a:pt x="7521" y="1"/>
                  <a:pt x="7532" y="11"/>
                </a:cubicBezTo>
                <a:cubicBezTo>
                  <a:pt x="7542" y="22"/>
                  <a:pt x="7542" y="39"/>
                  <a:pt x="7532" y="50"/>
                </a:cubicBezTo>
                <a:lnTo>
                  <a:pt x="7289" y="289"/>
                </a:lnTo>
                <a:cubicBezTo>
                  <a:pt x="7282" y="297"/>
                  <a:pt x="7275" y="300"/>
                  <a:pt x="7268" y="300"/>
                </a:cubicBezTo>
                <a:close/>
                <a:moveTo>
                  <a:pt x="6785" y="300"/>
                </a:moveTo>
                <a:cubicBezTo>
                  <a:pt x="6778" y="300"/>
                  <a:pt x="6771" y="297"/>
                  <a:pt x="6767" y="293"/>
                </a:cubicBezTo>
                <a:cubicBezTo>
                  <a:pt x="6757" y="282"/>
                  <a:pt x="6757" y="265"/>
                  <a:pt x="6767" y="254"/>
                </a:cubicBezTo>
                <a:lnTo>
                  <a:pt x="7010" y="11"/>
                </a:lnTo>
                <a:cubicBezTo>
                  <a:pt x="7021" y="1"/>
                  <a:pt x="7039" y="1"/>
                  <a:pt x="7049" y="11"/>
                </a:cubicBezTo>
                <a:cubicBezTo>
                  <a:pt x="7060" y="22"/>
                  <a:pt x="7060" y="39"/>
                  <a:pt x="7049" y="50"/>
                </a:cubicBezTo>
                <a:lnTo>
                  <a:pt x="6806" y="293"/>
                </a:lnTo>
                <a:cubicBezTo>
                  <a:pt x="6799" y="297"/>
                  <a:pt x="6792" y="300"/>
                  <a:pt x="6785" y="300"/>
                </a:cubicBezTo>
                <a:close/>
                <a:moveTo>
                  <a:pt x="6302" y="300"/>
                </a:moveTo>
                <a:cubicBezTo>
                  <a:pt x="6295" y="300"/>
                  <a:pt x="6288" y="297"/>
                  <a:pt x="6285" y="293"/>
                </a:cubicBezTo>
                <a:cubicBezTo>
                  <a:pt x="6274" y="282"/>
                  <a:pt x="6274" y="265"/>
                  <a:pt x="6285" y="254"/>
                </a:cubicBezTo>
                <a:lnTo>
                  <a:pt x="6528" y="11"/>
                </a:lnTo>
                <a:cubicBezTo>
                  <a:pt x="6538" y="1"/>
                  <a:pt x="6556" y="1"/>
                  <a:pt x="6566" y="11"/>
                </a:cubicBezTo>
                <a:cubicBezTo>
                  <a:pt x="6577" y="22"/>
                  <a:pt x="6577" y="39"/>
                  <a:pt x="6566" y="50"/>
                </a:cubicBezTo>
                <a:lnTo>
                  <a:pt x="6323" y="293"/>
                </a:lnTo>
                <a:cubicBezTo>
                  <a:pt x="6316" y="297"/>
                  <a:pt x="6309" y="300"/>
                  <a:pt x="6302" y="300"/>
                </a:cubicBezTo>
                <a:close/>
                <a:moveTo>
                  <a:pt x="5820" y="300"/>
                </a:moveTo>
                <a:cubicBezTo>
                  <a:pt x="5813" y="300"/>
                  <a:pt x="5806" y="297"/>
                  <a:pt x="5802" y="293"/>
                </a:cubicBezTo>
                <a:cubicBezTo>
                  <a:pt x="5791" y="282"/>
                  <a:pt x="5791" y="265"/>
                  <a:pt x="5802" y="254"/>
                </a:cubicBezTo>
                <a:lnTo>
                  <a:pt x="6045" y="11"/>
                </a:lnTo>
                <a:cubicBezTo>
                  <a:pt x="6056" y="1"/>
                  <a:pt x="6073" y="1"/>
                  <a:pt x="6084" y="11"/>
                </a:cubicBezTo>
                <a:cubicBezTo>
                  <a:pt x="6094" y="22"/>
                  <a:pt x="6094" y="39"/>
                  <a:pt x="6084" y="50"/>
                </a:cubicBezTo>
                <a:lnTo>
                  <a:pt x="5841" y="293"/>
                </a:lnTo>
                <a:cubicBezTo>
                  <a:pt x="5834" y="297"/>
                  <a:pt x="5827" y="300"/>
                  <a:pt x="5820" y="300"/>
                </a:cubicBezTo>
                <a:close/>
                <a:moveTo>
                  <a:pt x="5337" y="300"/>
                </a:moveTo>
                <a:cubicBezTo>
                  <a:pt x="5330" y="300"/>
                  <a:pt x="5323" y="297"/>
                  <a:pt x="5319" y="293"/>
                </a:cubicBezTo>
                <a:cubicBezTo>
                  <a:pt x="5309" y="282"/>
                  <a:pt x="5309" y="265"/>
                  <a:pt x="5319" y="254"/>
                </a:cubicBezTo>
                <a:lnTo>
                  <a:pt x="5562" y="11"/>
                </a:lnTo>
                <a:cubicBezTo>
                  <a:pt x="5573" y="1"/>
                  <a:pt x="5591" y="1"/>
                  <a:pt x="5601" y="11"/>
                </a:cubicBezTo>
                <a:cubicBezTo>
                  <a:pt x="5612" y="22"/>
                  <a:pt x="5612" y="39"/>
                  <a:pt x="5601" y="50"/>
                </a:cubicBezTo>
                <a:lnTo>
                  <a:pt x="5358" y="293"/>
                </a:lnTo>
                <a:cubicBezTo>
                  <a:pt x="5351" y="297"/>
                  <a:pt x="5344" y="300"/>
                  <a:pt x="5337" y="300"/>
                </a:cubicBezTo>
                <a:close/>
                <a:moveTo>
                  <a:pt x="4854" y="300"/>
                </a:moveTo>
                <a:cubicBezTo>
                  <a:pt x="4847" y="300"/>
                  <a:pt x="4840" y="297"/>
                  <a:pt x="4837" y="293"/>
                </a:cubicBezTo>
                <a:cubicBezTo>
                  <a:pt x="4826" y="282"/>
                  <a:pt x="4826" y="265"/>
                  <a:pt x="4837" y="254"/>
                </a:cubicBezTo>
                <a:lnTo>
                  <a:pt x="5080" y="11"/>
                </a:lnTo>
                <a:cubicBezTo>
                  <a:pt x="5090" y="1"/>
                  <a:pt x="5108" y="1"/>
                  <a:pt x="5119" y="11"/>
                </a:cubicBezTo>
                <a:cubicBezTo>
                  <a:pt x="5129" y="22"/>
                  <a:pt x="5129" y="39"/>
                  <a:pt x="5119" y="50"/>
                </a:cubicBezTo>
                <a:lnTo>
                  <a:pt x="4875" y="293"/>
                </a:lnTo>
                <a:cubicBezTo>
                  <a:pt x="4865" y="297"/>
                  <a:pt x="4861" y="300"/>
                  <a:pt x="4854" y="300"/>
                </a:cubicBezTo>
                <a:close/>
                <a:moveTo>
                  <a:pt x="4372" y="300"/>
                </a:moveTo>
                <a:cubicBezTo>
                  <a:pt x="4365" y="300"/>
                  <a:pt x="4358" y="297"/>
                  <a:pt x="4354" y="293"/>
                </a:cubicBezTo>
                <a:cubicBezTo>
                  <a:pt x="4344" y="282"/>
                  <a:pt x="4344" y="265"/>
                  <a:pt x="4354" y="254"/>
                </a:cubicBezTo>
                <a:lnTo>
                  <a:pt x="4597" y="11"/>
                </a:lnTo>
                <a:cubicBezTo>
                  <a:pt x="4608" y="1"/>
                  <a:pt x="4625" y="1"/>
                  <a:pt x="4636" y="11"/>
                </a:cubicBezTo>
                <a:cubicBezTo>
                  <a:pt x="4646" y="22"/>
                  <a:pt x="4646" y="39"/>
                  <a:pt x="4636" y="50"/>
                </a:cubicBezTo>
                <a:lnTo>
                  <a:pt x="4393" y="293"/>
                </a:lnTo>
                <a:cubicBezTo>
                  <a:pt x="4382" y="297"/>
                  <a:pt x="4379" y="300"/>
                  <a:pt x="4372" y="300"/>
                </a:cubicBezTo>
                <a:close/>
                <a:moveTo>
                  <a:pt x="3889" y="300"/>
                </a:moveTo>
                <a:cubicBezTo>
                  <a:pt x="3882" y="300"/>
                  <a:pt x="3875" y="297"/>
                  <a:pt x="3871" y="293"/>
                </a:cubicBezTo>
                <a:cubicBezTo>
                  <a:pt x="3861" y="282"/>
                  <a:pt x="3861" y="265"/>
                  <a:pt x="3871" y="254"/>
                </a:cubicBezTo>
                <a:lnTo>
                  <a:pt x="4115" y="11"/>
                </a:lnTo>
                <a:cubicBezTo>
                  <a:pt x="4125" y="1"/>
                  <a:pt x="4143" y="1"/>
                  <a:pt x="4153" y="11"/>
                </a:cubicBezTo>
                <a:cubicBezTo>
                  <a:pt x="4164" y="22"/>
                  <a:pt x="4164" y="39"/>
                  <a:pt x="4153" y="50"/>
                </a:cubicBezTo>
                <a:lnTo>
                  <a:pt x="3910" y="293"/>
                </a:lnTo>
                <a:cubicBezTo>
                  <a:pt x="3900" y="297"/>
                  <a:pt x="3896" y="300"/>
                  <a:pt x="3889" y="300"/>
                </a:cubicBezTo>
                <a:close/>
                <a:moveTo>
                  <a:pt x="3406" y="300"/>
                </a:moveTo>
                <a:cubicBezTo>
                  <a:pt x="3399" y="300"/>
                  <a:pt x="3392" y="297"/>
                  <a:pt x="3389" y="293"/>
                </a:cubicBezTo>
                <a:cubicBezTo>
                  <a:pt x="3378" y="282"/>
                  <a:pt x="3378" y="265"/>
                  <a:pt x="3389" y="254"/>
                </a:cubicBezTo>
                <a:lnTo>
                  <a:pt x="3632" y="11"/>
                </a:lnTo>
                <a:cubicBezTo>
                  <a:pt x="3642" y="1"/>
                  <a:pt x="3660" y="1"/>
                  <a:pt x="3671" y="11"/>
                </a:cubicBezTo>
                <a:cubicBezTo>
                  <a:pt x="3681" y="22"/>
                  <a:pt x="3681" y="39"/>
                  <a:pt x="3671" y="50"/>
                </a:cubicBezTo>
                <a:lnTo>
                  <a:pt x="3428" y="293"/>
                </a:lnTo>
                <a:cubicBezTo>
                  <a:pt x="3417" y="297"/>
                  <a:pt x="3413" y="300"/>
                  <a:pt x="3406" y="300"/>
                </a:cubicBezTo>
                <a:close/>
                <a:moveTo>
                  <a:pt x="2924" y="300"/>
                </a:moveTo>
                <a:cubicBezTo>
                  <a:pt x="2917" y="300"/>
                  <a:pt x="2910" y="297"/>
                  <a:pt x="2906" y="293"/>
                </a:cubicBezTo>
                <a:cubicBezTo>
                  <a:pt x="2896" y="282"/>
                  <a:pt x="2896" y="265"/>
                  <a:pt x="2906" y="254"/>
                </a:cubicBezTo>
                <a:lnTo>
                  <a:pt x="3149" y="11"/>
                </a:lnTo>
                <a:cubicBezTo>
                  <a:pt x="3160" y="1"/>
                  <a:pt x="3177" y="0"/>
                  <a:pt x="3188" y="11"/>
                </a:cubicBezTo>
                <a:cubicBezTo>
                  <a:pt x="3199" y="21"/>
                  <a:pt x="3199" y="39"/>
                  <a:pt x="3188" y="50"/>
                </a:cubicBezTo>
                <a:lnTo>
                  <a:pt x="2945" y="293"/>
                </a:lnTo>
                <a:cubicBezTo>
                  <a:pt x="2934" y="297"/>
                  <a:pt x="2931" y="300"/>
                  <a:pt x="2924" y="300"/>
                </a:cubicBezTo>
                <a:close/>
                <a:moveTo>
                  <a:pt x="2441" y="300"/>
                </a:moveTo>
                <a:cubicBezTo>
                  <a:pt x="2434" y="300"/>
                  <a:pt x="2427" y="297"/>
                  <a:pt x="2424" y="293"/>
                </a:cubicBezTo>
                <a:cubicBezTo>
                  <a:pt x="2413" y="282"/>
                  <a:pt x="2413" y="265"/>
                  <a:pt x="2424" y="254"/>
                </a:cubicBezTo>
                <a:lnTo>
                  <a:pt x="2667" y="11"/>
                </a:lnTo>
                <a:cubicBezTo>
                  <a:pt x="2677" y="1"/>
                  <a:pt x="2694" y="0"/>
                  <a:pt x="2705" y="11"/>
                </a:cubicBezTo>
                <a:cubicBezTo>
                  <a:pt x="2715" y="21"/>
                  <a:pt x="2716" y="39"/>
                  <a:pt x="2705" y="50"/>
                </a:cubicBezTo>
                <a:lnTo>
                  <a:pt x="2462" y="293"/>
                </a:lnTo>
                <a:cubicBezTo>
                  <a:pt x="2452" y="297"/>
                  <a:pt x="2448" y="300"/>
                  <a:pt x="2441" y="300"/>
                </a:cubicBezTo>
                <a:close/>
                <a:moveTo>
                  <a:pt x="1959" y="300"/>
                </a:moveTo>
                <a:cubicBezTo>
                  <a:pt x="1951" y="300"/>
                  <a:pt x="1944" y="297"/>
                  <a:pt x="1941" y="293"/>
                </a:cubicBezTo>
                <a:cubicBezTo>
                  <a:pt x="1930" y="282"/>
                  <a:pt x="1930" y="265"/>
                  <a:pt x="1941" y="254"/>
                </a:cubicBezTo>
                <a:lnTo>
                  <a:pt x="2184" y="11"/>
                </a:lnTo>
                <a:cubicBezTo>
                  <a:pt x="2195" y="1"/>
                  <a:pt x="2212" y="0"/>
                  <a:pt x="2223" y="11"/>
                </a:cubicBezTo>
                <a:cubicBezTo>
                  <a:pt x="2233" y="21"/>
                  <a:pt x="2233" y="39"/>
                  <a:pt x="2223" y="50"/>
                </a:cubicBezTo>
                <a:lnTo>
                  <a:pt x="1980" y="293"/>
                </a:lnTo>
                <a:cubicBezTo>
                  <a:pt x="1969" y="297"/>
                  <a:pt x="1966" y="300"/>
                  <a:pt x="1959" y="300"/>
                </a:cubicBezTo>
                <a:close/>
                <a:moveTo>
                  <a:pt x="1476" y="300"/>
                </a:moveTo>
                <a:cubicBezTo>
                  <a:pt x="1469" y="300"/>
                  <a:pt x="1462" y="297"/>
                  <a:pt x="1458" y="293"/>
                </a:cubicBezTo>
                <a:cubicBezTo>
                  <a:pt x="1448" y="282"/>
                  <a:pt x="1448" y="265"/>
                  <a:pt x="1458" y="254"/>
                </a:cubicBezTo>
                <a:lnTo>
                  <a:pt x="1701" y="11"/>
                </a:lnTo>
                <a:cubicBezTo>
                  <a:pt x="1712" y="1"/>
                  <a:pt x="1729" y="0"/>
                  <a:pt x="1740" y="11"/>
                </a:cubicBezTo>
                <a:cubicBezTo>
                  <a:pt x="1750" y="21"/>
                  <a:pt x="1751" y="39"/>
                  <a:pt x="1740" y="50"/>
                </a:cubicBezTo>
                <a:lnTo>
                  <a:pt x="1497" y="293"/>
                </a:lnTo>
                <a:cubicBezTo>
                  <a:pt x="1486" y="297"/>
                  <a:pt x="1483" y="300"/>
                  <a:pt x="1476" y="300"/>
                </a:cubicBezTo>
                <a:close/>
                <a:moveTo>
                  <a:pt x="993" y="300"/>
                </a:moveTo>
                <a:cubicBezTo>
                  <a:pt x="986" y="300"/>
                  <a:pt x="979" y="297"/>
                  <a:pt x="976" y="293"/>
                </a:cubicBezTo>
                <a:cubicBezTo>
                  <a:pt x="965" y="282"/>
                  <a:pt x="965" y="265"/>
                  <a:pt x="976" y="254"/>
                </a:cubicBezTo>
                <a:lnTo>
                  <a:pt x="1219" y="11"/>
                </a:lnTo>
                <a:cubicBezTo>
                  <a:pt x="1229" y="1"/>
                  <a:pt x="1247" y="1"/>
                  <a:pt x="1257" y="11"/>
                </a:cubicBezTo>
                <a:cubicBezTo>
                  <a:pt x="1268" y="22"/>
                  <a:pt x="1268" y="39"/>
                  <a:pt x="1257" y="50"/>
                </a:cubicBezTo>
                <a:lnTo>
                  <a:pt x="1014" y="293"/>
                </a:lnTo>
                <a:cubicBezTo>
                  <a:pt x="1004" y="297"/>
                  <a:pt x="1000" y="300"/>
                  <a:pt x="993" y="300"/>
                </a:cubicBezTo>
                <a:close/>
                <a:moveTo>
                  <a:pt x="511" y="300"/>
                </a:moveTo>
                <a:cubicBezTo>
                  <a:pt x="504" y="300"/>
                  <a:pt x="497" y="297"/>
                  <a:pt x="493" y="293"/>
                </a:cubicBezTo>
                <a:cubicBezTo>
                  <a:pt x="482" y="282"/>
                  <a:pt x="482" y="265"/>
                  <a:pt x="493" y="254"/>
                </a:cubicBezTo>
                <a:lnTo>
                  <a:pt x="736" y="11"/>
                </a:lnTo>
                <a:cubicBezTo>
                  <a:pt x="747" y="1"/>
                  <a:pt x="764" y="1"/>
                  <a:pt x="775" y="11"/>
                </a:cubicBezTo>
                <a:cubicBezTo>
                  <a:pt x="785" y="22"/>
                  <a:pt x="785" y="39"/>
                  <a:pt x="775" y="50"/>
                </a:cubicBezTo>
                <a:lnTo>
                  <a:pt x="528" y="289"/>
                </a:lnTo>
                <a:cubicBezTo>
                  <a:pt x="521" y="297"/>
                  <a:pt x="514" y="300"/>
                  <a:pt x="511" y="300"/>
                </a:cubicBezTo>
                <a:close/>
                <a:moveTo>
                  <a:pt x="28" y="300"/>
                </a:moveTo>
                <a:cubicBezTo>
                  <a:pt x="21" y="300"/>
                  <a:pt x="14" y="297"/>
                  <a:pt x="10" y="293"/>
                </a:cubicBezTo>
                <a:cubicBezTo>
                  <a:pt x="0" y="282"/>
                  <a:pt x="0" y="265"/>
                  <a:pt x="10" y="254"/>
                </a:cubicBezTo>
                <a:lnTo>
                  <a:pt x="253" y="11"/>
                </a:lnTo>
                <a:cubicBezTo>
                  <a:pt x="264" y="1"/>
                  <a:pt x="282" y="1"/>
                  <a:pt x="292" y="11"/>
                </a:cubicBezTo>
                <a:cubicBezTo>
                  <a:pt x="303" y="22"/>
                  <a:pt x="303" y="39"/>
                  <a:pt x="292" y="50"/>
                </a:cubicBezTo>
                <a:lnTo>
                  <a:pt x="49" y="293"/>
                </a:lnTo>
                <a:cubicBezTo>
                  <a:pt x="39" y="297"/>
                  <a:pt x="31" y="300"/>
                  <a:pt x="28" y="300"/>
                </a:cubicBezTo>
                <a:close/>
              </a:path>
            </a:pathLst>
          </a:custGeom>
          <a:solidFill>
            <a:schemeClr val="tx2"/>
          </a:solidFill>
          <a:ln>
            <a:noFill/>
          </a:ln>
          <a:effectLst/>
        </p:spPr>
        <p:txBody>
          <a:bodyPr wrap="none" anchor="ctr"/>
          <a:lstStyle/>
          <a:p>
            <a:endParaRPr lang="en-US" sz="1800"/>
          </a:p>
        </p:txBody>
      </p:sp>
      <p:sp>
        <p:nvSpPr>
          <p:cNvPr id="13"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rgbClr val="00475D"/>
                </a:solidFill>
              </a:defRPr>
            </a:lvl1pPr>
          </a:lstStyle>
          <a:p>
            <a:endParaRPr lang="en-US" dirty="0"/>
          </a:p>
          <a:p>
            <a:endParaRPr lang="en-US" sz="900" dirty="0">
              <a:solidFill>
                <a:schemeClr val="bg1"/>
              </a:solidFill>
            </a:endParaRPr>
          </a:p>
          <a:p>
            <a:r>
              <a:rPr lang="en-US" sz="900" b="1" dirty="0">
                <a:latin typeface="Adient Sans Light" panose="020B0503040402060203" pitchFamily="34" charset="0"/>
              </a:rPr>
              <a:t>Adient - Confidential</a:t>
            </a:r>
          </a:p>
        </p:txBody>
      </p:sp>
      <p:sp>
        <p:nvSpPr>
          <p:cNvPr id="14"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rgbClr val="00475D"/>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1291597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teal/Imag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8912" y="1203326"/>
            <a:ext cx="5657088" cy="1949453"/>
          </a:xfrm>
          <a:noFill/>
        </p:spPr>
        <p:txBody>
          <a:bodyPr anchor="t"/>
          <a:lstStyle>
            <a:lvl1pPr>
              <a:defRPr sz="3200" baseline="0">
                <a:solidFill>
                  <a:schemeClr val="bg2"/>
                </a:solidFill>
              </a:defRPr>
            </a:lvl1pPr>
          </a:lstStyle>
          <a:p>
            <a:r>
              <a:rPr lang="en-US"/>
              <a:t>Click to edit Master title style</a:t>
            </a:r>
            <a:endParaRPr lang="en-US" dirty="0"/>
          </a:p>
        </p:txBody>
      </p:sp>
      <p:sp>
        <p:nvSpPr>
          <p:cNvPr id="8" name="Text Placeholder 7"/>
          <p:cNvSpPr>
            <a:spLocks noGrp="1"/>
          </p:cNvSpPr>
          <p:nvPr>
            <p:ph type="body" sz="quarter" idx="13"/>
          </p:nvPr>
        </p:nvSpPr>
        <p:spPr>
          <a:xfrm>
            <a:off x="438912" y="3152778"/>
            <a:ext cx="5657088" cy="3019422"/>
          </a:xfrm>
          <a:prstGeom prst="rect">
            <a:avLst/>
          </a:prstGeom>
        </p:spPr>
        <p:txBody>
          <a:bodyPr/>
          <a:lstStyle>
            <a:lvl1pPr>
              <a:defRPr sz="2200" baseline="0">
                <a:solidFill>
                  <a:schemeClr val="bg1"/>
                </a:solidFill>
              </a:defRPr>
            </a:lvl1pPr>
            <a:lvl2pPr>
              <a:defRPr sz="1500">
                <a:solidFill>
                  <a:schemeClr val="bg1"/>
                </a:solidFill>
              </a:defRPr>
            </a:lvl2pPr>
            <a:lvl3pPr>
              <a:defRPr sz="1500">
                <a:solidFill>
                  <a:schemeClr val="bg1"/>
                </a:solidFill>
              </a:defRPr>
            </a:lvl3pPr>
            <a:lvl4pPr>
              <a:defRPr sz="1500">
                <a:solidFill>
                  <a:schemeClr val="bg1"/>
                </a:solidFill>
              </a:defRPr>
            </a:lvl4pPr>
            <a:lvl5pPr>
              <a:defRPr sz="15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p:cNvSpPr>
            <a:spLocks noGrp="1"/>
          </p:cNvSpPr>
          <p:nvPr>
            <p:ph type="pic" sz="quarter" idx="14"/>
          </p:nvPr>
        </p:nvSpPr>
        <p:spPr>
          <a:xfrm>
            <a:off x="6324600" y="1295400"/>
            <a:ext cx="5410200" cy="48768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p>
        </p:txBody>
      </p:sp>
      <p:sp>
        <p:nvSpPr>
          <p:cNvPr id="9" name="Freeform 1"/>
          <p:cNvSpPr>
            <a:spLocks noChangeArrowheads="1"/>
          </p:cNvSpPr>
          <p:nvPr userDrawn="1"/>
        </p:nvSpPr>
        <p:spPr bwMode="auto">
          <a:xfrm>
            <a:off x="465667" y="460375"/>
            <a:ext cx="11264900" cy="107950"/>
          </a:xfrm>
          <a:custGeom>
            <a:avLst/>
            <a:gdLst>
              <a:gd name="T0" fmla="*/ 23215 w 23469"/>
              <a:gd name="T1" fmla="*/ 289 h 301"/>
              <a:gd name="T2" fmla="*/ 22975 w 23469"/>
              <a:gd name="T3" fmla="*/ 50 h 301"/>
              <a:gd name="T4" fmla="*/ 22492 w 23469"/>
              <a:gd name="T5" fmla="*/ 11 h 301"/>
              <a:gd name="T6" fmla="*/ 21968 w 23469"/>
              <a:gd name="T7" fmla="*/ 11 h 301"/>
              <a:gd name="T8" fmla="*/ 21245 w 23469"/>
              <a:gd name="T9" fmla="*/ 254 h 301"/>
              <a:gd name="T10" fmla="*/ 20763 w 23469"/>
              <a:gd name="T11" fmla="*/ 293 h 301"/>
              <a:gd name="T12" fmla="*/ 20298 w 23469"/>
              <a:gd name="T13" fmla="*/ 300 h 301"/>
              <a:gd name="T14" fmla="*/ 20298 w 23469"/>
              <a:gd name="T15" fmla="*/ 300 h 301"/>
              <a:gd name="T16" fmla="*/ 19833 w 23469"/>
              <a:gd name="T17" fmla="*/ 293 h 301"/>
              <a:gd name="T18" fmla="*/ 19597 w 23469"/>
              <a:gd name="T19" fmla="*/ 50 h 301"/>
              <a:gd name="T20" fmla="*/ 19114 w 23469"/>
              <a:gd name="T21" fmla="*/ 11 h 301"/>
              <a:gd name="T22" fmla="*/ 18593 w 23469"/>
              <a:gd name="T23" fmla="*/ 11 h 301"/>
              <a:gd name="T24" fmla="*/ 17867 w 23469"/>
              <a:gd name="T25" fmla="*/ 254 h 301"/>
              <a:gd name="T26" fmla="*/ 17384 w 23469"/>
              <a:gd name="T27" fmla="*/ 293 h 301"/>
              <a:gd name="T28" fmla="*/ 16919 w 23469"/>
              <a:gd name="T29" fmla="*/ 300 h 301"/>
              <a:gd name="T30" fmla="*/ 16919 w 23469"/>
              <a:gd name="T31" fmla="*/ 300 h 301"/>
              <a:gd name="T32" fmla="*/ 16458 w 23469"/>
              <a:gd name="T33" fmla="*/ 293 h 301"/>
              <a:gd name="T34" fmla="*/ 16218 w 23469"/>
              <a:gd name="T35" fmla="*/ 50 h 301"/>
              <a:gd name="T36" fmla="*/ 15732 w 23469"/>
              <a:gd name="T37" fmla="*/ 11 h 301"/>
              <a:gd name="T38" fmla="*/ 15214 w 23469"/>
              <a:gd name="T39" fmla="*/ 11 h 301"/>
              <a:gd name="T40" fmla="*/ 14488 w 23469"/>
              <a:gd name="T41" fmla="*/ 254 h 301"/>
              <a:gd name="T42" fmla="*/ 14006 w 23469"/>
              <a:gd name="T43" fmla="*/ 293 h 301"/>
              <a:gd name="T44" fmla="*/ 13541 w 23469"/>
              <a:gd name="T45" fmla="*/ 300 h 301"/>
              <a:gd name="T46" fmla="*/ 13541 w 23469"/>
              <a:gd name="T47" fmla="*/ 300 h 301"/>
              <a:gd name="T48" fmla="*/ 13079 w 23469"/>
              <a:gd name="T49" fmla="*/ 293 h 301"/>
              <a:gd name="T50" fmla="*/ 12840 w 23469"/>
              <a:gd name="T51" fmla="*/ 50 h 301"/>
              <a:gd name="T52" fmla="*/ 12357 w 23469"/>
              <a:gd name="T53" fmla="*/ 11 h 301"/>
              <a:gd name="T54" fmla="*/ 11836 w 23469"/>
              <a:gd name="T55" fmla="*/ 11 h 301"/>
              <a:gd name="T56" fmla="*/ 11111 w 23469"/>
              <a:gd name="T57" fmla="*/ 254 h 301"/>
              <a:gd name="T58" fmla="*/ 10628 w 23469"/>
              <a:gd name="T59" fmla="*/ 293 h 301"/>
              <a:gd name="T60" fmla="*/ 10163 w 23469"/>
              <a:gd name="T61" fmla="*/ 300 h 301"/>
              <a:gd name="T62" fmla="*/ 10163 w 23469"/>
              <a:gd name="T63" fmla="*/ 300 h 301"/>
              <a:gd name="T64" fmla="*/ 9702 w 23469"/>
              <a:gd name="T65" fmla="*/ 293 h 301"/>
              <a:gd name="T66" fmla="*/ 9459 w 23469"/>
              <a:gd name="T67" fmla="*/ 50 h 301"/>
              <a:gd name="T68" fmla="*/ 8980 w 23469"/>
              <a:gd name="T69" fmla="*/ 11 h 301"/>
              <a:gd name="T70" fmla="*/ 8458 w 23469"/>
              <a:gd name="T71" fmla="*/ 11 h 301"/>
              <a:gd name="T72" fmla="*/ 7733 w 23469"/>
              <a:gd name="T73" fmla="*/ 254 h 301"/>
              <a:gd name="T74" fmla="*/ 7250 w 23469"/>
              <a:gd name="T75" fmla="*/ 293 h 301"/>
              <a:gd name="T76" fmla="*/ 6785 w 23469"/>
              <a:gd name="T77" fmla="*/ 300 h 301"/>
              <a:gd name="T78" fmla="*/ 6785 w 23469"/>
              <a:gd name="T79" fmla="*/ 300 h 301"/>
              <a:gd name="T80" fmla="*/ 6323 w 23469"/>
              <a:gd name="T81" fmla="*/ 293 h 301"/>
              <a:gd name="T82" fmla="*/ 6084 w 23469"/>
              <a:gd name="T83" fmla="*/ 50 h 301"/>
              <a:gd name="T84" fmla="*/ 5601 w 23469"/>
              <a:gd name="T85" fmla="*/ 11 h 301"/>
              <a:gd name="T86" fmla="*/ 5080 w 23469"/>
              <a:gd name="T87" fmla="*/ 11 h 301"/>
              <a:gd name="T88" fmla="*/ 4354 w 23469"/>
              <a:gd name="T89" fmla="*/ 254 h 301"/>
              <a:gd name="T90" fmla="*/ 3871 w 23469"/>
              <a:gd name="T91" fmla="*/ 293 h 301"/>
              <a:gd name="T92" fmla="*/ 3406 w 23469"/>
              <a:gd name="T93" fmla="*/ 300 h 301"/>
              <a:gd name="T94" fmla="*/ 3406 w 23469"/>
              <a:gd name="T95" fmla="*/ 300 h 301"/>
              <a:gd name="T96" fmla="*/ 2945 w 23469"/>
              <a:gd name="T97" fmla="*/ 293 h 301"/>
              <a:gd name="T98" fmla="*/ 2705 w 23469"/>
              <a:gd name="T99" fmla="*/ 50 h 301"/>
              <a:gd name="T100" fmla="*/ 2223 w 23469"/>
              <a:gd name="T101" fmla="*/ 11 h 301"/>
              <a:gd name="T102" fmla="*/ 1701 w 23469"/>
              <a:gd name="T103" fmla="*/ 11 h 301"/>
              <a:gd name="T104" fmla="*/ 976 w 23469"/>
              <a:gd name="T105" fmla="*/ 254 h 301"/>
              <a:gd name="T106" fmla="*/ 493 w 23469"/>
              <a:gd name="T107" fmla="*/ 293 h 301"/>
              <a:gd name="T108" fmla="*/ 28 w 23469"/>
              <a:gd name="T109" fmla="*/ 300 h 301"/>
              <a:gd name="T110" fmla="*/ 28 w 23469"/>
              <a:gd name="T111" fmla="*/ 30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469" h="301">
                <a:moveTo>
                  <a:pt x="23193" y="300"/>
                </a:moveTo>
                <a:cubicBezTo>
                  <a:pt x="23186" y="300"/>
                  <a:pt x="23179" y="297"/>
                  <a:pt x="23176" y="293"/>
                </a:cubicBezTo>
                <a:cubicBezTo>
                  <a:pt x="23165" y="282"/>
                  <a:pt x="23165" y="265"/>
                  <a:pt x="23176" y="254"/>
                </a:cubicBezTo>
                <a:lnTo>
                  <a:pt x="23419" y="11"/>
                </a:lnTo>
                <a:cubicBezTo>
                  <a:pt x="23430" y="1"/>
                  <a:pt x="23447" y="1"/>
                  <a:pt x="23458" y="11"/>
                </a:cubicBezTo>
                <a:cubicBezTo>
                  <a:pt x="23468" y="22"/>
                  <a:pt x="23468" y="39"/>
                  <a:pt x="23458" y="50"/>
                </a:cubicBezTo>
                <a:lnTo>
                  <a:pt x="23215" y="289"/>
                </a:lnTo>
                <a:cubicBezTo>
                  <a:pt x="23208" y="297"/>
                  <a:pt x="23201" y="300"/>
                  <a:pt x="23193" y="300"/>
                </a:cubicBezTo>
                <a:close/>
                <a:moveTo>
                  <a:pt x="22711" y="300"/>
                </a:moveTo>
                <a:cubicBezTo>
                  <a:pt x="22704" y="300"/>
                  <a:pt x="22697" y="297"/>
                  <a:pt x="22693" y="293"/>
                </a:cubicBezTo>
                <a:cubicBezTo>
                  <a:pt x="22683" y="282"/>
                  <a:pt x="22683" y="265"/>
                  <a:pt x="22693" y="254"/>
                </a:cubicBezTo>
                <a:lnTo>
                  <a:pt x="22936" y="11"/>
                </a:lnTo>
                <a:cubicBezTo>
                  <a:pt x="22947" y="1"/>
                  <a:pt x="22964" y="1"/>
                  <a:pt x="22975" y="11"/>
                </a:cubicBezTo>
                <a:cubicBezTo>
                  <a:pt x="22986" y="22"/>
                  <a:pt x="22986" y="39"/>
                  <a:pt x="22975" y="50"/>
                </a:cubicBezTo>
                <a:lnTo>
                  <a:pt x="22732" y="293"/>
                </a:lnTo>
                <a:cubicBezTo>
                  <a:pt x="22725" y="297"/>
                  <a:pt x="22718" y="300"/>
                  <a:pt x="22711" y="300"/>
                </a:cubicBezTo>
                <a:close/>
                <a:moveTo>
                  <a:pt x="22228" y="300"/>
                </a:moveTo>
                <a:cubicBezTo>
                  <a:pt x="22221" y="300"/>
                  <a:pt x="22214" y="297"/>
                  <a:pt x="22211" y="293"/>
                </a:cubicBezTo>
                <a:cubicBezTo>
                  <a:pt x="22200" y="282"/>
                  <a:pt x="22200" y="265"/>
                  <a:pt x="22211" y="254"/>
                </a:cubicBezTo>
                <a:lnTo>
                  <a:pt x="22454" y="11"/>
                </a:lnTo>
                <a:cubicBezTo>
                  <a:pt x="22464" y="1"/>
                  <a:pt x="22482" y="1"/>
                  <a:pt x="22492" y="11"/>
                </a:cubicBezTo>
                <a:cubicBezTo>
                  <a:pt x="22503" y="22"/>
                  <a:pt x="22503" y="39"/>
                  <a:pt x="22492" y="50"/>
                </a:cubicBezTo>
                <a:lnTo>
                  <a:pt x="22249" y="289"/>
                </a:lnTo>
                <a:cubicBezTo>
                  <a:pt x="22242" y="297"/>
                  <a:pt x="22235" y="300"/>
                  <a:pt x="22228" y="300"/>
                </a:cubicBezTo>
                <a:close/>
                <a:moveTo>
                  <a:pt x="21746" y="300"/>
                </a:moveTo>
                <a:cubicBezTo>
                  <a:pt x="21739" y="300"/>
                  <a:pt x="21731" y="297"/>
                  <a:pt x="21728" y="293"/>
                </a:cubicBezTo>
                <a:cubicBezTo>
                  <a:pt x="21717" y="282"/>
                  <a:pt x="21717" y="265"/>
                  <a:pt x="21728" y="254"/>
                </a:cubicBezTo>
                <a:lnTo>
                  <a:pt x="21968" y="11"/>
                </a:lnTo>
                <a:cubicBezTo>
                  <a:pt x="21978" y="1"/>
                  <a:pt x="21996" y="1"/>
                  <a:pt x="22006" y="11"/>
                </a:cubicBezTo>
                <a:cubicBezTo>
                  <a:pt x="22017" y="22"/>
                  <a:pt x="22017" y="39"/>
                  <a:pt x="22006" y="50"/>
                </a:cubicBezTo>
                <a:lnTo>
                  <a:pt x="21763" y="293"/>
                </a:lnTo>
                <a:cubicBezTo>
                  <a:pt x="21760" y="297"/>
                  <a:pt x="21753" y="300"/>
                  <a:pt x="21746" y="300"/>
                </a:cubicBezTo>
                <a:close/>
                <a:moveTo>
                  <a:pt x="21263" y="300"/>
                </a:moveTo>
                <a:cubicBezTo>
                  <a:pt x="21256" y="300"/>
                  <a:pt x="21249" y="297"/>
                  <a:pt x="21245" y="293"/>
                </a:cubicBezTo>
                <a:cubicBezTo>
                  <a:pt x="21235" y="282"/>
                  <a:pt x="21235" y="265"/>
                  <a:pt x="21245" y="254"/>
                </a:cubicBezTo>
                <a:lnTo>
                  <a:pt x="21488" y="11"/>
                </a:lnTo>
                <a:cubicBezTo>
                  <a:pt x="21499" y="1"/>
                  <a:pt x="21517" y="1"/>
                  <a:pt x="21527" y="11"/>
                </a:cubicBezTo>
                <a:cubicBezTo>
                  <a:pt x="21538" y="22"/>
                  <a:pt x="21538" y="39"/>
                  <a:pt x="21527" y="50"/>
                </a:cubicBezTo>
                <a:lnTo>
                  <a:pt x="21284" y="289"/>
                </a:lnTo>
                <a:cubicBezTo>
                  <a:pt x="21277" y="297"/>
                  <a:pt x="21270" y="300"/>
                  <a:pt x="21263" y="300"/>
                </a:cubicBezTo>
                <a:close/>
                <a:moveTo>
                  <a:pt x="20780" y="300"/>
                </a:moveTo>
                <a:cubicBezTo>
                  <a:pt x="20773" y="300"/>
                  <a:pt x="20766" y="297"/>
                  <a:pt x="20763" y="293"/>
                </a:cubicBezTo>
                <a:cubicBezTo>
                  <a:pt x="20752" y="282"/>
                  <a:pt x="20752" y="265"/>
                  <a:pt x="20763" y="254"/>
                </a:cubicBezTo>
                <a:lnTo>
                  <a:pt x="21006" y="11"/>
                </a:lnTo>
                <a:cubicBezTo>
                  <a:pt x="21016" y="1"/>
                  <a:pt x="21034" y="1"/>
                  <a:pt x="21045" y="11"/>
                </a:cubicBezTo>
                <a:cubicBezTo>
                  <a:pt x="21055" y="22"/>
                  <a:pt x="21055" y="39"/>
                  <a:pt x="21045" y="50"/>
                </a:cubicBezTo>
                <a:lnTo>
                  <a:pt x="20805" y="293"/>
                </a:lnTo>
                <a:cubicBezTo>
                  <a:pt x="20794" y="297"/>
                  <a:pt x="20787" y="300"/>
                  <a:pt x="20780" y="300"/>
                </a:cubicBezTo>
                <a:close/>
                <a:moveTo>
                  <a:pt x="20298" y="300"/>
                </a:moveTo>
                <a:cubicBezTo>
                  <a:pt x="20291" y="300"/>
                  <a:pt x="20284" y="297"/>
                  <a:pt x="20280" y="293"/>
                </a:cubicBezTo>
                <a:cubicBezTo>
                  <a:pt x="20269" y="282"/>
                  <a:pt x="20269" y="265"/>
                  <a:pt x="20280" y="254"/>
                </a:cubicBezTo>
                <a:lnTo>
                  <a:pt x="20523" y="11"/>
                </a:lnTo>
                <a:cubicBezTo>
                  <a:pt x="20534" y="1"/>
                  <a:pt x="20551" y="1"/>
                  <a:pt x="20562" y="11"/>
                </a:cubicBezTo>
                <a:cubicBezTo>
                  <a:pt x="20572" y="22"/>
                  <a:pt x="20572" y="39"/>
                  <a:pt x="20562" y="50"/>
                </a:cubicBezTo>
                <a:lnTo>
                  <a:pt x="20319" y="293"/>
                </a:lnTo>
                <a:cubicBezTo>
                  <a:pt x="20312" y="297"/>
                  <a:pt x="20305" y="300"/>
                  <a:pt x="20298" y="300"/>
                </a:cubicBezTo>
                <a:close/>
                <a:moveTo>
                  <a:pt x="19815" y="300"/>
                </a:moveTo>
                <a:cubicBezTo>
                  <a:pt x="19808" y="300"/>
                  <a:pt x="19801" y="297"/>
                  <a:pt x="19797" y="293"/>
                </a:cubicBezTo>
                <a:cubicBezTo>
                  <a:pt x="19787" y="282"/>
                  <a:pt x="19787" y="265"/>
                  <a:pt x="19797" y="254"/>
                </a:cubicBezTo>
                <a:lnTo>
                  <a:pt x="20037" y="11"/>
                </a:lnTo>
                <a:cubicBezTo>
                  <a:pt x="20048" y="1"/>
                  <a:pt x="20065" y="1"/>
                  <a:pt x="20076" y="11"/>
                </a:cubicBezTo>
                <a:cubicBezTo>
                  <a:pt x="20086" y="22"/>
                  <a:pt x="20086" y="39"/>
                  <a:pt x="20076" y="50"/>
                </a:cubicBezTo>
                <a:lnTo>
                  <a:pt x="19833" y="293"/>
                </a:lnTo>
                <a:cubicBezTo>
                  <a:pt x="19829" y="297"/>
                  <a:pt x="19822" y="300"/>
                  <a:pt x="19815" y="300"/>
                </a:cubicBezTo>
                <a:close/>
                <a:moveTo>
                  <a:pt x="19332" y="300"/>
                </a:moveTo>
                <a:cubicBezTo>
                  <a:pt x="19325" y="300"/>
                  <a:pt x="19318" y="297"/>
                  <a:pt x="19315" y="293"/>
                </a:cubicBezTo>
                <a:cubicBezTo>
                  <a:pt x="19304" y="282"/>
                  <a:pt x="19304" y="265"/>
                  <a:pt x="19315" y="254"/>
                </a:cubicBezTo>
                <a:lnTo>
                  <a:pt x="19558" y="11"/>
                </a:lnTo>
                <a:cubicBezTo>
                  <a:pt x="19568" y="1"/>
                  <a:pt x="19586" y="1"/>
                  <a:pt x="19597" y="11"/>
                </a:cubicBezTo>
                <a:cubicBezTo>
                  <a:pt x="19607" y="22"/>
                  <a:pt x="19607" y="39"/>
                  <a:pt x="19597" y="50"/>
                </a:cubicBezTo>
                <a:lnTo>
                  <a:pt x="19354" y="293"/>
                </a:lnTo>
                <a:cubicBezTo>
                  <a:pt x="19346" y="297"/>
                  <a:pt x="19339" y="300"/>
                  <a:pt x="19332" y="300"/>
                </a:cubicBezTo>
                <a:close/>
                <a:moveTo>
                  <a:pt x="18850" y="300"/>
                </a:moveTo>
                <a:cubicBezTo>
                  <a:pt x="18843" y="300"/>
                  <a:pt x="18836" y="297"/>
                  <a:pt x="18832" y="293"/>
                </a:cubicBezTo>
                <a:cubicBezTo>
                  <a:pt x="18822" y="282"/>
                  <a:pt x="18822" y="265"/>
                  <a:pt x="18832" y="254"/>
                </a:cubicBezTo>
                <a:lnTo>
                  <a:pt x="19075" y="11"/>
                </a:lnTo>
                <a:cubicBezTo>
                  <a:pt x="19086" y="1"/>
                  <a:pt x="19103" y="1"/>
                  <a:pt x="19114" y="11"/>
                </a:cubicBezTo>
                <a:cubicBezTo>
                  <a:pt x="19125" y="22"/>
                  <a:pt x="19125" y="39"/>
                  <a:pt x="19114" y="50"/>
                </a:cubicBezTo>
                <a:lnTo>
                  <a:pt x="18874" y="293"/>
                </a:lnTo>
                <a:cubicBezTo>
                  <a:pt x="18864" y="297"/>
                  <a:pt x="18857" y="300"/>
                  <a:pt x="18850" y="300"/>
                </a:cubicBezTo>
                <a:close/>
                <a:moveTo>
                  <a:pt x="18367" y="300"/>
                </a:moveTo>
                <a:cubicBezTo>
                  <a:pt x="18360" y="300"/>
                  <a:pt x="18353" y="297"/>
                  <a:pt x="18350" y="293"/>
                </a:cubicBezTo>
                <a:cubicBezTo>
                  <a:pt x="18339" y="282"/>
                  <a:pt x="18339" y="265"/>
                  <a:pt x="18350" y="254"/>
                </a:cubicBezTo>
                <a:lnTo>
                  <a:pt x="18593" y="11"/>
                </a:lnTo>
                <a:cubicBezTo>
                  <a:pt x="18603" y="1"/>
                  <a:pt x="18621" y="1"/>
                  <a:pt x="18631" y="11"/>
                </a:cubicBezTo>
                <a:cubicBezTo>
                  <a:pt x="18642" y="22"/>
                  <a:pt x="18642" y="39"/>
                  <a:pt x="18631" y="50"/>
                </a:cubicBezTo>
                <a:lnTo>
                  <a:pt x="18388" y="293"/>
                </a:lnTo>
                <a:cubicBezTo>
                  <a:pt x="18381" y="297"/>
                  <a:pt x="18374" y="300"/>
                  <a:pt x="18367" y="300"/>
                </a:cubicBezTo>
                <a:close/>
                <a:moveTo>
                  <a:pt x="17884" y="300"/>
                </a:moveTo>
                <a:cubicBezTo>
                  <a:pt x="17877" y="300"/>
                  <a:pt x="17870" y="297"/>
                  <a:pt x="17867" y="293"/>
                </a:cubicBezTo>
                <a:cubicBezTo>
                  <a:pt x="17856" y="282"/>
                  <a:pt x="17856" y="265"/>
                  <a:pt x="17867" y="254"/>
                </a:cubicBezTo>
                <a:lnTo>
                  <a:pt x="18110" y="11"/>
                </a:lnTo>
                <a:cubicBezTo>
                  <a:pt x="18121" y="1"/>
                  <a:pt x="18138" y="1"/>
                  <a:pt x="18149" y="11"/>
                </a:cubicBezTo>
                <a:cubicBezTo>
                  <a:pt x="18159" y="22"/>
                  <a:pt x="18159" y="39"/>
                  <a:pt x="18149" y="50"/>
                </a:cubicBezTo>
                <a:lnTo>
                  <a:pt x="17906" y="289"/>
                </a:lnTo>
                <a:cubicBezTo>
                  <a:pt x="17899" y="297"/>
                  <a:pt x="17892" y="300"/>
                  <a:pt x="17884" y="300"/>
                </a:cubicBezTo>
                <a:close/>
                <a:moveTo>
                  <a:pt x="17402" y="300"/>
                </a:moveTo>
                <a:cubicBezTo>
                  <a:pt x="17395" y="300"/>
                  <a:pt x="17388" y="297"/>
                  <a:pt x="17384" y="293"/>
                </a:cubicBezTo>
                <a:cubicBezTo>
                  <a:pt x="17374" y="282"/>
                  <a:pt x="17374" y="265"/>
                  <a:pt x="17384" y="254"/>
                </a:cubicBezTo>
                <a:lnTo>
                  <a:pt x="17627" y="11"/>
                </a:lnTo>
                <a:cubicBezTo>
                  <a:pt x="17638" y="1"/>
                  <a:pt x="17655" y="1"/>
                  <a:pt x="17666" y="11"/>
                </a:cubicBezTo>
                <a:cubicBezTo>
                  <a:pt x="17677" y="22"/>
                  <a:pt x="17677" y="39"/>
                  <a:pt x="17666" y="50"/>
                </a:cubicBezTo>
                <a:lnTo>
                  <a:pt x="17423" y="293"/>
                </a:lnTo>
                <a:cubicBezTo>
                  <a:pt x="17416" y="297"/>
                  <a:pt x="17409" y="300"/>
                  <a:pt x="17402" y="300"/>
                </a:cubicBezTo>
                <a:close/>
                <a:moveTo>
                  <a:pt x="16919" y="300"/>
                </a:moveTo>
                <a:cubicBezTo>
                  <a:pt x="16912" y="300"/>
                  <a:pt x="16905" y="297"/>
                  <a:pt x="16902" y="293"/>
                </a:cubicBezTo>
                <a:cubicBezTo>
                  <a:pt x="16891" y="282"/>
                  <a:pt x="16891" y="265"/>
                  <a:pt x="16902" y="254"/>
                </a:cubicBezTo>
                <a:lnTo>
                  <a:pt x="17145" y="11"/>
                </a:lnTo>
                <a:cubicBezTo>
                  <a:pt x="17155" y="1"/>
                  <a:pt x="17173" y="1"/>
                  <a:pt x="17183" y="11"/>
                </a:cubicBezTo>
                <a:cubicBezTo>
                  <a:pt x="17194" y="22"/>
                  <a:pt x="17194" y="39"/>
                  <a:pt x="17183" y="50"/>
                </a:cubicBezTo>
                <a:lnTo>
                  <a:pt x="16940" y="289"/>
                </a:lnTo>
                <a:cubicBezTo>
                  <a:pt x="16933" y="297"/>
                  <a:pt x="16926" y="300"/>
                  <a:pt x="16919" y="300"/>
                </a:cubicBezTo>
                <a:close/>
                <a:moveTo>
                  <a:pt x="16437" y="300"/>
                </a:moveTo>
                <a:cubicBezTo>
                  <a:pt x="16430" y="300"/>
                  <a:pt x="16422" y="297"/>
                  <a:pt x="16419" y="293"/>
                </a:cubicBezTo>
                <a:cubicBezTo>
                  <a:pt x="16408" y="282"/>
                  <a:pt x="16408" y="265"/>
                  <a:pt x="16419" y="254"/>
                </a:cubicBezTo>
                <a:lnTo>
                  <a:pt x="16662" y="11"/>
                </a:lnTo>
                <a:cubicBezTo>
                  <a:pt x="16673" y="1"/>
                  <a:pt x="16691" y="0"/>
                  <a:pt x="16701" y="11"/>
                </a:cubicBezTo>
                <a:cubicBezTo>
                  <a:pt x="16712" y="21"/>
                  <a:pt x="16711" y="39"/>
                  <a:pt x="16701" y="50"/>
                </a:cubicBezTo>
                <a:lnTo>
                  <a:pt x="16458" y="293"/>
                </a:lnTo>
                <a:cubicBezTo>
                  <a:pt x="16451" y="297"/>
                  <a:pt x="16444" y="300"/>
                  <a:pt x="16437" y="300"/>
                </a:cubicBezTo>
                <a:close/>
                <a:moveTo>
                  <a:pt x="15954" y="300"/>
                </a:moveTo>
                <a:cubicBezTo>
                  <a:pt x="15947" y="300"/>
                  <a:pt x="15940" y="297"/>
                  <a:pt x="15936" y="293"/>
                </a:cubicBezTo>
                <a:cubicBezTo>
                  <a:pt x="15926" y="282"/>
                  <a:pt x="15926" y="265"/>
                  <a:pt x="15936" y="254"/>
                </a:cubicBezTo>
                <a:lnTo>
                  <a:pt x="16179" y="11"/>
                </a:lnTo>
                <a:cubicBezTo>
                  <a:pt x="16190" y="1"/>
                  <a:pt x="16208" y="0"/>
                  <a:pt x="16218" y="11"/>
                </a:cubicBezTo>
                <a:cubicBezTo>
                  <a:pt x="16229" y="21"/>
                  <a:pt x="16229" y="39"/>
                  <a:pt x="16218" y="50"/>
                </a:cubicBezTo>
                <a:lnTo>
                  <a:pt x="15975" y="289"/>
                </a:lnTo>
                <a:cubicBezTo>
                  <a:pt x="15968" y="297"/>
                  <a:pt x="15961" y="300"/>
                  <a:pt x="15954" y="300"/>
                </a:cubicBezTo>
                <a:close/>
                <a:moveTo>
                  <a:pt x="15471" y="300"/>
                </a:moveTo>
                <a:cubicBezTo>
                  <a:pt x="15464" y="300"/>
                  <a:pt x="15457" y="297"/>
                  <a:pt x="15454" y="293"/>
                </a:cubicBezTo>
                <a:cubicBezTo>
                  <a:pt x="15443" y="282"/>
                  <a:pt x="15443" y="265"/>
                  <a:pt x="15454" y="254"/>
                </a:cubicBezTo>
                <a:lnTo>
                  <a:pt x="15693" y="11"/>
                </a:lnTo>
                <a:cubicBezTo>
                  <a:pt x="15704" y="1"/>
                  <a:pt x="15721" y="0"/>
                  <a:pt x="15732" y="11"/>
                </a:cubicBezTo>
                <a:cubicBezTo>
                  <a:pt x="15743" y="21"/>
                  <a:pt x="15743" y="39"/>
                  <a:pt x="15732" y="50"/>
                </a:cubicBezTo>
                <a:lnTo>
                  <a:pt x="15489" y="293"/>
                </a:lnTo>
                <a:cubicBezTo>
                  <a:pt x="15485" y="297"/>
                  <a:pt x="15478" y="300"/>
                  <a:pt x="15471" y="300"/>
                </a:cubicBezTo>
                <a:close/>
                <a:moveTo>
                  <a:pt x="14989" y="300"/>
                </a:moveTo>
                <a:cubicBezTo>
                  <a:pt x="14982" y="300"/>
                  <a:pt x="14975" y="297"/>
                  <a:pt x="14971" y="293"/>
                </a:cubicBezTo>
                <a:cubicBezTo>
                  <a:pt x="14960" y="282"/>
                  <a:pt x="14960" y="265"/>
                  <a:pt x="14971" y="254"/>
                </a:cubicBezTo>
                <a:lnTo>
                  <a:pt x="15214" y="11"/>
                </a:lnTo>
                <a:cubicBezTo>
                  <a:pt x="15225" y="1"/>
                  <a:pt x="15243" y="0"/>
                  <a:pt x="15253" y="11"/>
                </a:cubicBezTo>
                <a:cubicBezTo>
                  <a:pt x="15264" y="21"/>
                  <a:pt x="15263" y="39"/>
                  <a:pt x="15253" y="50"/>
                </a:cubicBezTo>
                <a:lnTo>
                  <a:pt x="15010" y="293"/>
                </a:lnTo>
                <a:cubicBezTo>
                  <a:pt x="15003" y="297"/>
                  <a:pt x="14996" y="300"/>
                  <a:pt x="14989" y="300"/>
                </a:cubicBezTo>
                <a:close/>
                <a:moveTo>
                  <a:pt x="14506" y="300"/>
                </a:moveTo>
                <a:cubicBezTo>
                  <a:pt x="14499" y="300"/>
                  <a:pt x="14492" y="297"/>
                  <a:pt x="14488" y="293"/>
                </a:cubicBezTo>
                <a:cubicBezTo>
                  <a:pt x="14478" y="282"/>
                  <a:pt x="14478" y="265"/>
                  <a:pt x="14488" y="254"/>
                </a:cubicBezTo>
                <a:lnTo>
                  <a:pt x="14731" y="11"/>
                </a:lnTo>
                <a:cubicBezTo>
                  <a:pt x="14742" y="1"/>
                  <a:pt x="14760" y="0"/>
                  <a:pt x="14770" y="11"/>
                </a:cubicBezTo>
                <a:cubicBezTo>
                  <a:pt x="14781" y="21"/>
                  <a:pt x="14781" y="39"/>
                  <a:pt x="14770" y="50"/>
                </a:cubicBezTo>
                <a:lnTo>
                  <a:pt x="14531" y="293"/>
                </a:lnTo>
                <a:cubicBezTo>
                  <a:pt x="14520" y="297"/>
                  <a:pt x="14513" y="300"/>
                  <a:pt x="14506" y="300"/>
                </a:cubicBezTo>
                <a:close/>
                <a:moveTo>
                  <a:pt x="14023" y="300"/>
                </a:moveTo>
                <a:cubicBezTo>
                  <a:pt x="14016" y="300"/>
                  <a:pt x="14009" y="297"/>
                  <a:pt x="14006" y="293"/>
                </a:cubicBezTo>
                <a:cubicBezTo>
                  <a:pt x="13995" y="282"/>
                  <a:pt x="13995" y="265"/>
                  <a:pt x="14006" y="254"/>
                </a:cubicBezTo>
                <a:lnTo>
                  <a:pt x="14249" y="11"/>
                </a:lnTo>
                <a:cubicBezTo>
                  <a:pt x="14259" y="1"/>
                  <a:pt x="14278" y="0"/>
                  <a:pt x="14288" y="11"/>
                </a:cubicBezTo>
                <a:cubicBezTo>
                  <a:pt x="14299" y="21"/>
                  <a:pt x="14298" y="39"/>
                  <a:pt x="14288" y="50"/>
                </a:cubicBezTo>
                <a:lnTo>
                  <a:pt x="14045" y="293"/>
                </a:lnTo>
                <a:cubicBezTo>
                  <a:pt x="14037" y="297"/>
                  <a:pt x="14030" y="300"/>
                  <a:pt x="14023" y="300"/>
                </a:cubicBezTo>
                <a:close/>
                <a:moveTo>
                  <a:pt x="13541" y="300"/>
                </a:moveTo>
                <a:cubicBezTo>
                  <a:pt x="13534" y="300"/>
                  <a:pt x="13527" y="297"/>
                  <a:pt x="13523" y="293"/>
                </a:cubicBezTo>
                <a:cubicBezTo>
                  <a:pt x="13513" y="282"/>
                  <a:pt x="13513" y="265"/>
                  <a:pt x="13523" y="254"/>
                </a:cubicBezTo>
                <a:lnTo>
                  <a:pt x="13763" y="11"/>
                </a:lnTo>
                <a:cubicBezTo>
                  <a:pt x="13773" y="1"/>
                  <a:pt x="13791" y="0"/>
                  <a:pt x="13801" y="11"/>
                </a:cubicBezTo>
                <a:cubicBezTo>
                  <a:pt x="13812" y="21"/>
                  <a:pt x="13812" y="39"/>
                  <a:pt x="13801" y="50"/>
                </a:cubicBezTo>
                <a:lnTo>
                  <a:pt x="13558" y="293"/>
                </a:lnTo>
                <a:cubicBezTo>
                  <a:pt x="13555" y="297"/>
                  <a:pt x="13548" y="300"/>
                  <a:pt x="13541" y="300"/>
                </a:cubicBezTo>
                <a:close/>
                <a:moveTo>
                  <a:pt x="13058" y="300"/>
                </a:moveTo>
                <a:cubicBezTo>
                  <a:pt x="13051" y="300"/>
                  <a:pt x="13044" y="297"/>
                  <a:pt x="13041" y="293"/>
                </a:cubicBezTo>
                <a:cubicBezTo>
                  <a:pt x="13030" y="282"/>
                  <a:pt x="13030" y="265"/>
                  <a:pt x="13041" y="254"/>
                </a:cubicBezTo>
                <a:lnTo>
                  <a:pt x="13284" y="11"/>
                </a:lnTo>
                <a:cubicBezTo>
                  <a:pt x="13294" y="1"/>
                  <a:pt x="13312" y="0"/>
                  <a:pt x="13322" y="11"/>
                </a:cubicBezTo>
                <a:cubicBezTo>
                  <a:pt x="13333" y="21"/>
                  <a:pt x="13333" y="39"/>
                  <a:pt x="13322" y="50"/>
                </a:cubicBezTo>
                <a:lnTo>
                  <a:pt x="13079" y="293"/>
                </a:lnTo>
                <a:cubicBezTo>
                  <a:pt x="13072" y="297"/>
                  <a:pt x="13065" y="300"/>
                  <a:pt x="13058" y="300"/>
                </a:cubicBezTo>
                <a:close/>
                <a:moveTo>
                  <a:pt x="12575" y="300"/>
                </a:moveTo>
                <a:cubicBezTo>
                  <a:pt x="12568" y="300"/>
                  <a:pt x="12561" y="297"/>
                  <a:pt x="12558" y="293"/>
                </a:cubicBezTo>
                <a:cubicBezTo>
                  <a:pt x="12547" y="282"/>
                  <a:pt x="12547" y="265"/>
                  <a:pt x="12558" y="254"/>
                </a:cubicBezTo>
                <a:lnTo>
                  <a:pt x="12801" y="11"/>
                </a:lnTo>
                <a:cubicBezTo>
                  <a:pt x="12812" y="1"/>
                  <a:pt x="12830" y="0"/>
                  <a:pt x="12840" y="11"/>
                </a:cubicBezTo>
                <a:cubicBezTo>
                  <a:pt x="12851" y="21"/>
                  <a:pt x="12850" y="39"/>
                  <a:pt x="12840" y="50"/>
                </a:cubicBezTo>
                <a:lnTo>
                  <a:pt x="12597" y="289"/>
                </a:lnTo>
                <a:cubicBezTo>
                  <a:pt x="12590" y="297"/>
                  <a:pt x="12583" y="300"/>
                  <a:pt x="12575" y="300"/>
                </a:cubicBezTo>
                <a:close/>
                <a:moveTo>
                  <a:pt x="12093" y="300"/>
                </a:moveTo>
                <a:cubicBezTo>
                  <a:pt x="12086" y="300"/>
                  <a:pt x="12079" y="297"/>
                  <a:pt x="12075" y="293"/>
                </a:cubicBezTo>
                <a:cubicBezTo>
                  <a:pt x="12065" y="282"/>
                  <a:pt x="12065" y="265"/>
                  <a:pt x="12075" y="254"/>
                </a:cubicBezTo>
                <a:lnTo>
                  <a:pt x="12318" y="11"/>
                </a:lnTo>
                <a:cubicBezTo>
                  <a:pt x="12329" y="1"/>
                  <a:pt x="12347" y="0"/>
                  <a:pt x="12357" y="11"/>
                </a:cubicBezTo>
                <a:cubicBezTo>
                  <a:pt x="12368" y="21"/>
                  <a:pt x="12368" y="39"/>
                  <a:pt x="12357" y="50"/>
                </a:cubicBezTo>
                <a:lnTo>
                  <a:pt x="12114" y="293"/>
                </a:lnTo>
                <a:cubicBezTo>
                  <a:pt x="12107" y="297"/>
                  <a:pt x="12100" y="300"/>
                  <a:pt x="12093" y="300"/>
                </a:cubicBezTo>
                <a:close/>
                <a:moveTo>
                  <a:pt x="11611" y="300"/>
                </a:moveTo>
                <a:cubicBezTo>
                  <a:pt x="11604" y="300"/>
                  <a:pt x="11597" y="297"/>
                  <a:pt x="11594" y="293"/>
                </a:cubicBezTo>
                <a:cubicBezTo>
                  <a:pt x="11583" y="282"/>
                  <a:pt x="11583" y="265"/>
                  <a:pt x="11594" y="254"/>
                </a:cubicBezTo>
                <a:lnTo>
                  <a:pt x="11836" y="11"/>
                </a:lnTo>
                <a:cubicBezTo>
                  <a:pt x="11846" y="1"/>
                  <a:pt x="11864" y="0"/>
                  <a:pt x="11874" y="11"/>
                </a:cubicBezTo>
                <a:cubicBezTo>
                  <a:pt x="11885" y="21"/>
                  <a:pt x="11885" y="39"/>
                  <a:pt x="11874" y="50"/>
                </a:cubicBezTo>
                <a:lnTo>
                  <a:pt x="11632" y="289"/>
                </a:lnTo>
                <a:cubicBezTo>
                  <a:pt x="11625" y="297"/>
                  <a:pt x="11618" y="300"/>
                  <a:pt x="11611" y="300"/>
                </a:cubicBezTo>
                <a:close/>
                <a:moveTo>
                  <a:pt x="11129" y="300"/>
                </a:moveTo>
                <a:cubicBezTo>
                  <a:pt x="11122" y="300"/>
                  <a:pt x="11114" y="297"/>
                  <a:pt x="11111" y="293"/>
                </a:cubicBezTo>
                <a:cubicBezTo>
                  <a:pt x="11100" y="282"/>
                  <a:pt x="11100" y="265"/>
                  <a:pt x="11111" y="254"/>
                </a:cubicBezTo>
                <a:lnTo>
                  <a:pt x="11354" y="11"/>
                </a:lnTo>
                <a:cubicBezTo>
                  <a:pt x="11365" y="1"/>
                  <a:pt x="11382" y="0"/>
                  <a:pt x="11393" y="11"/>
                </a:cubicBezTo>
                <a:cubicBezTo>
                  <a:pt x="11403" y="21"/>
                  <a:pt x="11403" y="39"/>
                  <a:pt x="11393" y="50"/>
                </a:cubicBezTo>
                <a:lnTo>
                  <a:pt x="11150" y="293"/>
                </a:lnTo>
                <a:cubicBezTo>
                  <a:pt x="11143" y="297"/>
                  <a:pt x="11136" y="300"/>
                  <a:pt x="11129" y="300"/>
                </a:cubicBezTo>
                <a:close/>
                <a:moveTo>
                  <a:pt x="10646" y="300"/>
                </a:moveTo>
                <a:cubicBezTo>
                  <a:pt x="10639" y="300"/>
                  <a:pt x="10632" y="297"/>
                  <a:pt x="10628" y="293"/>
                </a:cubicBezTo>
                <a:cubicBezTo>
                  <a:pt x="10618" y="282"/>
                  <a:pt x="10618" y="265"/>
                  <a:pt x="10628" y="254"/>
                </a:cubicBezTo>
                <a:lnTo>
                  <a:pt x="10871" y="11"/>
                </a:lnTo>
                <a:cubicBezTo>
                  <a:pt x="10882" y="1"/>
                  <a:pt x="10899" y="0"/>
                  <a:pt x="10910" y="11"/>
                </a:cubicBezTo>
                <a:cubicBezTo>
                  <a:pt x="10920" y="21"/>
                  <a:pt x="10921" y="39"/>
                  <a:pt x="10910" y="50"/>
                </a:cubicBezTo>
                <a:lnTo>
                  <a:pt x="10667" y="289"/>
                </a:lnTo>
                <a:cubicBezTo>
                  <a:pt x="10660" y="297"/>
                  <a:pt x="10653" y="300"/>
                  <a:pt x="10646" y="300"/>
                </a:cubicBezTo>
                <a:close/>
                <a:moveTo>
                  <a:pt x="10163" y="300"/>
                </a:moveTo>
                <a:cubicBezTo>
                  <a:pt x="10156" y="300"/>
                  <a:pt x="10149" y="297"/>
                  <a:pt x="10146" y="293"/>
                </a:cubicBezTo>
                <a:cubicBezTo>
                  <a:pt x="10135" y="282"/>
                  <a:pt x="10135" y="265"/>
                  <a:pt x="10146" y="254"/>
                </a:cubicBezTo>
                <a:lnTo>
                  <a:pt x="10389" y="11"/>
                </a:lnTo>
                <a:cubicBezTo>
                  <a:pt x="10399" y="1"/>
                  <a:pt x="10417" y="0"/>
                  <a:pt x="10428" y="11"/>
                </a:cubicBezTo>
                <a:cubicBezTo>
                  <a:pt x="10438" y="21"/>
                  <a:pt x="10438" y="39"/>
                  <a:pt x="10428" y="50"/>
                </a:cubicBezTo>
                <a:lnTo>
                  <a:pt x="10184" y="293"/>
                </a:lnTo>
                <a:cubicBezTo>
                  <a:pt x="10177" y="297"/>
                  <a:pt x="10170" y="300"/>
                  <a:pt x="10163" y="300"/>
                </a:cubicBezTo>
                <a:close/>
                <a:moveTo>
                  <a:pt x="9681" y="300"/>
                </a:moveTo>
                <a:cubicBezTo>
                  <a:pt x="9674" y="300"/>
                  <a:pt x="9667" y="297"/>
                  <a:pt x="9663" y="293"/>
                </a:cubicBezTo>
                <a:cubicBezTo>
                  <a:pt x="9652" y="282"/>
                  <a:pt x="9652" y="265"/>
                  <a:pt x="9663" y="254"/>
                </a:cubicBezTo>
                <a:lnTo>
                  <a:pt x="9906" y="11"/>
                </a:lnTo>
                <a:cubicBezTo>
                  <a:pt x="9917" y="1"/>
                  <a:pt x="9934" y="0"/>
                  <a:pt x="9945" y="11"/>
                </a:cubicBezTo>
                <a:cubicBezTo>
                  <a:pt x="9955" y="21"/>
                  <a:pt x="9955" y="39"/>
                  <a:pt x="9945" y="50"/>
                </a:cubicBezTo>
                <a:lnTo>
                  <a:pt x="9702" y="293"/>
                </a:lnTo>
                <a:cubicBezTo>
                  <a:pt x="9695" y="297"/>
                  <a:pt x="9688" y="300"/>
                  <a:pt x="9681" y="300"/>
                </a:cubicBezTo>
                <a:close/>
                <a:moveTo>
                  <a:pt x="9198" y="300"/>
                </a:moveTo>
                <a:cubicBezTo>
                  <a:pt x="9191" y="300"/>
                  <a:pt x="9184" y="297"/>
                  <a:pt x="9180" y="293"/>
                </a:cubicBezTo>
                <a:cubicBezTo>
                  <a:pt x="9170" y="282"/>
                  <a:pt x="9170" y="265"/>
                  <a:pt x="9180" y="254"/>
                </a:cubicBezTo>
                <a:lnTo>
                  <a:pt x="9420" y="11"/>
                </a:lnTo>
                <a:cubicBezTo>
                  <a:pt x="9431" y="1"/>
                  <a:pt x="9448" y="0"/>
                  <a:pt x="9459" y="11"/>
                </a:cubicBezTo>
                <a:cubicBezTo>
                  <a:pt x="9469" y="21"/>
                  <a:pt x="9469" y="39"/>
                  <a:pt x="9459" y="50"/>
                </a:cubicBezTo>
                <a:lnTo>
                  <a:pt x="9216" y="293"/>
                </a:lnTo>
                <a:cubicBezTo>
                  <a:pt x="9212" y="297"/>
                  <a:pt x="9205" y="300"/>
                  <a:pt x="9198" y="300"/>
                </a:cubicBezTo>
                <a:close/>
                <a:moveTo>
                  <a:pt x="8715" y="300"/>
                </a:moveTo>
                <a:cubicBezTo>
                  <a:pt x="8708" y="300"/>
                  <a:pt x="8701" y="297"/>
                  <a:pt x="8698" y="293"/>
                </a:cubicBezTo>
                <a:cubicBezTo>
                  <a:pt x="8687" y="282"/>
                  <a:pt x="8687" y="265"/>
                  <a:pt x="8698" y="254"/>
                </a:cubicBezTo>
                <a:lnTo>
                  <a:pt x="8941" y="11"/>
                </a:lnTo>
                <a:cubicBezTo>
                  <a:pt x="8951" y="1"/>
                  <a:pt x="8969" y="0"/>
                  <a:pt x="8980" y="11"/>
                </a:cubicBezTo>
                <a:cubicBezTo>
                  <a:pt x="8990" y="21"/>
                  <a:pt x="8990" y="39"/>
                  <a:pt x="8980" y="50"/>
                </a:cubicBezTo>
                <a:lnTo>
                  <a:pt x="8737" y="293"/>
                </a:lnTo>
                <a:cubicBezTo>
                  <a:pt x="8730" y="297"/>
                  <a:pt x="8722" y="300"/>
                  <a:pt x="8715" y="300"/>
                </a:cubicBezTo>
                <a:close/>
                <a:moveTo>
                  <a:pt x="8233" y="300"/>
                </a:moveTo>
                <a:cubicBezTo>
                  <a:pt x="8226" y="300"/>
                  <a:pt x="8219" y="297"/>
                  <a:pt x="8215" y="293"/>
                </a:cubicBezTo>
                <a:cubicBezTo>
                  <a:pt x="8205" y="282"/>
                  <a:pt x="8205" y="265"/>
                  <a:pt x="8215" y="254"/>
                </a:cubicBezTo>
                <a:lnTo>
                  <a:pt x="8458" y="11"/>
                </a:lnTo>
                <a:cubicBezTo>
                  <a:pt x="8469" y="1"/>
                  <a:pt x="8486" y="0"/>
                  <a:pt x="8497" y="11"/>
                </a:cubicBezTo>
                <a:cubicBezTo>
                  <a:pt x="8508" y="21"/>
                  <a:pt x="8508" y="39"/>
                  <a:pt x="8497" y="50"/>
                </a:cubicBezTo>
                <a:lnTo>
                  <a:pt x="8257" y="293"/>
                </a:lnTo>
                <a:cubicBezTo>
                  <a:pt x="8247" y="297"/>
                  <a:pt x="8240" y="300"/>
                  <a:pt x="8233" y="300"/>
                </a:cubicBezTo>
                <a:close/>
                <a:moveTo>
                  <a:pt x="7750" y="300"/>
                </a:moveTo>
                <a:cubicBezTo>
                  <a:pt x="7743" y="300"/>
                  <a:pt x="7736" y="297"/>
                  <a:pt x="7733" y="293"/>
                </a:cubicBezTo>
                <a:cubicBezTo>
                  <a:pt x="7722" y="282"/>
                  <a:pt x="7722" y="265"/>
                  <a:pt x="7733" y="254"/>
                </a:cubicBezTo>
                <a:lnTo>
                  <a:pt x="7976" y="11"/>
                </a:lnTo>
                <a:cubicBezTo>
                  <a:pt x="7986" y="1"/>
                  <a:pt x="8004" y="1"/>
                  <a:pt x="8014" y="11"/>
                </a:cubicBezTo>
                <a:cubicBezTo>
                  <a:pt x="8025" y="22"/>
                  <a:pt x="8025" y="39"/>
                  <a:pt x="8014" y="50"/>
                </a:cubicBezTo>
                <a:lnTo>
                  <a:pt x="7771" y="293"/>
                </a:lnTo>
                <a:cubicBezTo>
                  <a:pt x="7764" y="297"/>
                  <a:pt x="7757" y="300"/>
                  <a:pt x="7750" y="300"/>
                </a:cubicBezTo>
                <a:close/>
                <a:moveTo>
                  <a:pt x="7268" y="300"/>
                </a:moveTo>
                <a:cubicBezTo>
                  <a:pt x="7260" y="300"/>
                  <a:pt x="7253" y="297"/>
                  <a:pt x="7250" y="293"/>
                </a:cubicBezTo>
                <a:cubicBezTo>
                  <a:pt x="7239" y="282"/>
                  <a:pt x="7239" y="265"/>
                  <a:pt x="7250" y="254"/>
                </a:cubicBezTo>
                <a:lnTo>
                  <a:pt x="7493" y="11"/>
                </a:lnTo>
                <a:cubicBezTo>
                  <a:pt x="7504" y="1"/>
                  <a:pt x="7521" y="1"/>
                  <a:pt x="7532" y="11"/>
                </a:cubicBezTo>
                <a:cubicBezTo>
                  <a:pt x="7542" y="22"/>
                  <a:pt x="7542" y="39"/>
                  <a:pt x="7532" y="50"/>
                </a:cubicBezTo>
                <a:lnTo>
                  <a:pt x="7289" y="289"/>
                </a:lnTo>
                <a:cubicBezTo>
                  <a:pt x="7282" y="297"/>
                  <a:pt x="7275" y="300"/>
                  <a:pt x="7268" y="300"/>
                </a:cubicBezTo>
                <a:close/>
                <a:moveTo>
                  <a:pt x="6785" y="300"/>
                </a:moveTo>
                <a:cubicBezTo>
                  <a:pt x="6778" y="300"/>
                  <a:pt x="6771" y="297"/>
                  <a:pt x="6767" y="293"/>
                </a:cubicBezTo>
                <a:cubicBezTo>
                  <a:pt x="6757" y="282"/>
                  <a:pt x="6757" y="265"/>
                  <a:pt x="6767" y="254"/>
                </a:cubicBezTo>
                <a:lnTo>
                  <a:pt x="7010" y="11"/>
                </a:lnTo>
                <a:cubicBezTo>
                  <a:pt x="7021" y="1"/>
                  <a:pt x="7039" y="1"/>
                  <a:pt x="7049" y="11"/>
                </a:cubicBezTo>
                <a:cubicBezTo>
                  <a:pt x="7060" y="22"/>
                  <a:pt x="7060" y="39"/>
                  <a:pt x="7049" y="50"/>
                </a:cubicBezTo>
                <a:lnTo>
                  <a:pt x="6806" y="293"/>
                </a:lnTo>
                <a:cubicBezTo>
                  <a:pt x="6799" y="297"/>
                  <a:pt x="6792" y="300"/>
                  <a:pt x="6785" y="300"/>
                </a:cubicBezTo>
                <a:close/>
                <a:moveTo>
                  <a:pt x="6302" y="300"/>
                </a:moveTo>
                <a:cubicBezTo>
                  <a:pt x="6295" y="300"/>
                  <a:pt x="6288" y="297"/>
                  <a:pt x="6285" y="293"/>
                </a:cubicBezTo>
                <a:cubicBezTo>
                  <a:pt x="6274" y="282"/>
                  <a:pt x="6274" y="265"/>
                  <a:pt x="6285" y="254"/>
                </a:cubicBezTo>
                <a:lnTo>
                  <a:pt x="6528" y="11"/>
                </a:lnTo>
                <a:cubicBezTo>
                  <a:pt x="6538" y="1"/>
                  <a:pt x="6556" y="1"/>
                  <a:pt x="6566" y="11"/>
                </a:cubicBezTo>
                <a:cubicBezTo>
                  <a:pt x="6577" y="22"/>
                  <a:pt x="6577" y="39"/>
                  <a:pt x="6566" y="50"/>
                </a:cubicBezTo>
                <a:lnTo>
                  <a:pt x="6323" y="293"/>
                </a:lnTo>
                <a:cubicBezTo>
                  <a:pt x="6316" y="297"/>
                  <a:pt x="6309" y="300"/>
                  <a:pt x="6302" y="300"/>
                </a:cubicBezTo>
                <a:close/>
                <a:moveTo>
                  <a:pt x="5820" y="300"/>
                </a:moveTo>
                <a:cubicBezTo>
                  <a:pt x="5813" y="300"/>
                  <a:pt x="5806" y="297"/>
                  <a:pt x="5802" y="293"/>
                </a:cubicBezTo>
                <a:cubicBezTo>
                  <a:pt x="5791" y="282"/>
                  <a:pt x="5791" y="265"/>
                  <a:pt x="5802" y="254"/>
                </a:cubicBezTo>
                <a:lnTo>
                  <a:pt x="6045" y="11"/>
                </a:lnTo>
                <a:cubicBezTo>
                  <a:pt x="6056" y="1"/>
                  <a:pt x="6073" y="1"/>
                  <a:pt x="6084" y="11"/>
                </a:cubicBezTo>
                <a:cubicBezTo>
                  <a:pt x="6094" y="22"/>
                  <a:pt x="6094" y="39"/>
                  <a:pt x="6084" y="50"/>
                </a:cubicBezTo>
                <a:lnTo>
                  <a:pt x="5841" y="293"/>
                </a:lnTo>
                <a:cubicBezTo>
                  <a:pt x="5834" y="297"/>
                  <a:pt x="5827" y="300"/>
                  <a:pt x="5820" y="300"/>
                </a:cubicBezTo>
                <a:close/>
                <a:moveTo>
                  <a:pt x="5337" y="300"/>
                </a:moveTo>
                <a:cubicBezTo>
                  <a:pt x="5330" y="300"/>
                  <a:pt x="5323" y="297"/>
                  <a:pt x="5319" y="293"/>
                </a:cubicBezTo>
                <a:cubicBezTo>
                  <a:pt x="5309" y="282"/>
                  <a:pt x="5309" y="265"/>
                  <a:pt x="5319" y="254"/>
                </a:cubicBezTo>
                <a:lnTo>
                  <a:pt x="5562" y="11"/>
                </a:lnTo>
                <a:cubicBezTo>
                  <a:pt x="5573" y="1"/>
                  <a:pt x="5591" y="1"/>
                  <a:pt x="5601" y="11"/>
                </a:cubicBezTo>
                <a:cubicBezTo>
                  <a:pt x="5612" y="22"/>
                  <a:pt x="5612" y="39"/>
                  <a:pt x="5601" y="50"/>
                </a:cubicBezTo>
                <a:lnTo>
                  <a:pt x="5358" y="293"/>
                </a:lnTo>
                <a:cubicBezTo>
                  <a:pt x="5351" y="297"/>
                  <a:pt x="5344" y="300"/>
                  <a:pt x="5337" y="300"/>
                </a:cubicBezTo>
                <a:close/>
                <a:moveTo>
                  <a:pt x="4854" y="300"/>
                </a:moveTo>
                <a:cubicBezTo>
                  <a:pt x="4847" y="300"/>
                  <a:pt x="4840" y="297"/>
                  <a:pt x="4837" y="293"/>
                </a:cubicBezTo>
                <a:cubicBezTo>
                  <a:pt x="4826" y="282"/>
                  <a:pt x="4826" y="265"/>
                  <a:pt x="4837" y="254"/>
                </a:cubicBezTo>
                <a:lnTo>
                  <a:pt x="5080" y="11"/>
                </a:lnTo>
                <a:cubicBezTo>
                  <a:pt x="5090" y="1"/>
                  <a:pt x="5108" y="1"/>
                  <a:pt x="5119" y="11"/>
                </a:cubicBezTo>
                <a:cubicBezTo>
                  <a:pt x="5129" y="22"/>
                  <a:pt x="5129" y="39"/>
                  <a:pt x="5119" y="50"/>
                </a:cubicBezTo>
                <a:lnTo>
                  <a:pt x="4875" y="293"/>
                </a:lnTo>
                <a:cubicBezTo>
                  <a:pt x="4865" y="297"/>
                  <a:pt x="4861" y="300"/>
                  <a:pt x="4854" y="300"/>
                </a:cubicBezTo>
                <a:close/>
                <a:moveTo>
                  <a:pt x="4372" y="300"/>
                </a:moveTo>
                <a:cubicBezTo>
                  <a:pt x="4365" y="300"/>
                  <a:pt x="4358" y="297"/>
                  <a:pt x="4354" y="293"/>
                </a:cubicBezTo>
                <a:cubicBezTo>
                  <a:pt x="4344" y="282"/>
                  <a:pt x="4344" y="265"/>
                  <a:pt x="4354" y="254"/>
                </a:cubicBezTo>
                <a:lnTo>
                  <a:pt x="4597" y="11"/>
                </a:lnTo>
                <a:cubicBezTo>
                  <a:pt x="4608" y="1"/>
                  <a:pt x="4625" y="1"/>
                  <a:pt x="4636" y="11"/>
                </a:cubicBezTo>
                <a:cubicBezTo>
                  <a:pt x="4646" y="22"/>
                  <a:pt x="4646" y="39"/>
                  <a:pt x="4636" y="50"/>
                </a:cubicBezTo>
                <a:lnTo>
                  <a:pt x="4393" y="293"/>
                </a:lnTo>
                <a:cubicBezTo>
                  <a:pt x="4382" y="297"/>
                  <a:pt x="4379" y="300"/>
                  <a:pt x="4372" y="300"/>
                </a:cubicBezTo>
                <a:close/>
                <a:moveTo>
                  <a:pt x="3889" y="300"/>
                </a:moveTo>
                <a:cubicBezTo>
                  <a:pt x="3882" y="300"/>
                  <a:pt x="3875" y="297"/>
                  <a:pt x="3871" y="293"/>
                </a:cubicBezTo>
                <a:cubicBezTo>
                  <a:pt x="3861" y="282"/>
                  <a:pt x="3861" y="265"/>
                  <a:pt x="3871" y="254"/>
                </a:cubicBezTo>
                <a:lnTo>
                  <a:pt x="4115" y="11"/>
                </a:lnTo>
                <a:cubicBezTo>
                  <a:pt x="4125" y="1"/>
                  <a:pt x="4143" y="1"/>
                  <a:pt x="4153" y="11"/>
                </a:cubicBezTo>
                <a:cubicBezTo>
                  <a:pt x="4164" y="22"/>
                  <a:pt x="4164" y="39"/>
                  <a:pt x="4153" y="50"/>
                </a:cubicBezTo>
                <a:lnTo>
                  <a:pt x="3910" y="293"/>
                </a:lnTo>
                <a:cubicBezTo>
                  <a:pt x="3900" y="297"/>
                  <a:pt x="3896" y="300"/>
                  <a:pt x="3889" y="300"/>
                </a:cubicBezTo>
                <a:close/>
                <a:moveTo>
                  <a:pt x="3406" y="300"/>
                </a:moveTo>
                <a:cubicBezTo>
                  <a:pt x="3399" y="300"/>
                  <a:pt x="3392" y="297"/>
                  <a:pt x="3389" y="293"/>
                </a:cubicBezTo>
                <a:cubicBezTo>
                  <a:pt x="3378" y="282"/>
                  <a:pt x="3378" y="265"/>
                  <a:pt x="3389" y="254"/>
                </a:cubicBezTo>
                <a:lnTo>
                  <a:pt x="3632" y="11"/>
                </a:lnTo>
                <a:cubicBezTo>
                  <a:pt x="3642" y="1"/>
                  <a:pt x="3660" y="1"/>
                  <a:pt x="3671" y="11"/>
                </a:cubicBezTo>
                <a:cubicBezTo>
                  <a:pt x="3681" y="22"/>
                  <a:pt x="3681" y="39"/>
                  <a:pt x="3671" y="50"/>
                </a:cubicBezTo>
                <a:lnTo>
                  <a:pt x="3428" y="293"/>
                </a:lnTo>
                <a:cubicBezTo>
                  <a:pt x="3417" y="297"/>
                  <a:pt x="3413" y="300"/>
                  <a:pt x="3406" y="300"/>
                </a:cubicBezTo>
                <a:close/>
                <a:moveTo>
                  <a:pt x="2924" y="300"/>
                </a:moveTo>
                <a:cubicBezTo>
                  <a:pt x="2917" y="300"/>
                  <a:pt x="2910" y="297"/>
                  <a:pt x="2906" y="293"/>
                </a:cubicBezTo>
                <a:cubicBezTo>
                  <a:pt x="2896" y="282"/>
                  <a:pt x="2896" y="265"/>
                  <a:pt x="2906" y="254"/>
                </a:cubicBezTo>
                <a:lnTo>
                  <a:pt x="3149" y="11"/>
                </a:lnTo>
                <a:cubicBezTo>
                  <a:pt x="3160" y="1"/>
                  <a:pt x="3177" y="0"/>
                  <a:pt x="3188" y="11"/>
                </a:cubicBezTo>
                <a:cubicBezTo>
                  <a:pt x="3199" y="21"/>
                  <a:pt x="3199" y="39"/>
                  <a:pt x="3188" y="50"/>
                </a:cubicBezTo>
                <a:lnTo>
                  <a:pt x="2945" y="293"/>
                </a:lnTo>
                <a:cubicBezTo>
                  <a:pt x="2934" y="297"/>
                  <a:pt x="2931" y="300"/>
                  <a:pt x="2924" y="300"/>
                </a:cubicBezTo>
                <a:close/>
                <a:moveTo>
                  <a:pt x="2441" y="300"/>
                </a:moveTo>
                <a:cubicBezTo>
                  <a:pt x="2434" y="300"/>
                  <a:pt x="2427" y="297"/>
                  <a:pt x="2424" y="293"/>
                </a:cubicBezTo>
                <a:cubicBezTo>
                  <a:pt x="2413" y="282"/>
                  <a:pt x="2413" y="265"/>
                  <a:pt x="2424" y="254"/>
                </a:cubicBezTo>
                <a:lnTo>
                  <a:pt x="2667" y="11"/>
                </a:lnTo>
                <a:cubicBezTo>
                  <a:pt x="2677" y="1"/>
                  <a:pt x="2694" y="0"/>
                  <a:pt x="2705" y="11"/>
                </a:cubicBezTo>
                <a:cubicBezTo>
                  <a:pt x="2715" y="21"/>
                  <a:pt x="2716" y="39"/>
                  <a:pt x="2705" y="50"/>
                </a:cubicBezTo>
                <a:lnTo>
                  <a:pt x="2462" y="293"/>
                </a:lnTo>
                <a:cubicBezTo>
                  <a:pt x="2452" y="297"/>
                  <a:pt x="2448" y="300"/>
                  <a:pt x="2441" y="300"/>
                </a:cubicBezTo>
                <a:close/>
                <a:moveTo>
                  <a:pt x="1959" y="300"/>
                </a:moveTo>
                <a:cubicBezTo>
                  <a:pt x="1951" y="300"/>
                  <a:pt x="1944" y="297"/>
                  <a:pt x="1941" y="293"/>
                </a:cubicBezTo>
                <a:cubicBezTo>
                  <a:pt x="1930" y="282"/>
                  <a:pt x="1930" y="265"/>
                  <a:pt x="1941" y="254"/>
                </a:cubicBezTo>
                <a:lnTo>
                  <a:pt x="2184" y="11"/>
                </a:lnTo>
                <a:cubicBezTo>
                  <a:pt x="2195" y="1"/>
                  <a:pt x="2212" y="0"/>
                  <a:pt x="2223" y="11"/>
                </a:cubicBezTo>
                <a:cubicBezTo>
                  <a:pt x="2233" y="21"/>
                  <a:pt x="2233" y="39"/>
                  <a:pt x="2223" y="50"/>
                </a:cubicBezTo>
                <a:lnTo>
                  <a:pt x="1980" y="293"/>
                </a:lnTo>
                <a:cubicBezTo>
                  <a:pt x="1969" y="297"/>
                  <a:pt x="1966" y="300"/>
                  <a:pt x="1959" y="300"/>
                </a:cubicBezTo>
                <a:close/>
                <a:moveTo>
                  <a:pt x="1476" y="300"/>
                </a:moveTo>
                <a:cubicBezTo>
                  <a:pt x="1469" y="300"/>
                  <a:pt x="1462" y="297"/>
                  <a:pt x="1458" y="293"/>
                </a:cubicBezTo>
                <a:cubicBezTo>
                  <a:pt x="1448" y="282"/>
                  <a:pt x="1448" y="265"/>
                  <a:pt x="1458" y="254"/>
                </a:cubicBezTo>
                <a:lnTo>
                  <a:pt x="1701" y="11"/>
                </a:lnTo>
                <a:cubicBezTo>
                  <a:pt x="1712" y="1"/>
                  <a:pt x="1729" y="0"/>
                  <a:pt x="1740" y="11"/>
                </a:cubicBezTo>
                <a:cubicBezTo>
                  <a:pt x="1750" y="21"/>
                  <a:pt x="1751" y="39"/>
                  <a:pt x="1740" y="50"/>
                </a:cubicBezTo>
                <a:lnTo>
                  <a:pt x="1497" y="293"/>
                </a:lnTo>
                <a:cubicBezTo>
                  <a:pt x="1486" y="297"/>
                  <a:pt x="1483" y="300"/>
                  <a:pt x="1476" y="300"/>
                </a:cubicBezTo>
                <a:close/>
                <a:moveTo>
                  <a:pt x="993" y="300"/>
                </a:moveTo>
                <a:cubicBezTo>
                  <a:pt x="986" y="300"/>
                  <a:pt x="979" y="297"/>
                  <a:pt x="976" y="293"/>
                </a:cubicBezTo>
                <a:cubicBezTo>
                  <a:pt x="965" y="282"/>
                  <a:pt x="965" y="265"/>
                  <a:pt x="976" y="254"/>
                </a:cubicBezTo>
                <a:lnTo>
                  <a:pt x="1219" y="11"/>
                </a:lnTo>
                <a:cubicBezTo>
                  <a:pt x="1229" y="1"/>
                  <a:pt x="1247" y="1"/>
                  <a:pt x="1257" y="11"/>
                </a:cubicBezTo>
                <a:cubicBezTo>
                  <a:pt x="1268" y="22"/>
                  <a:pt x="1268" y="39"/>
                  <a:pt x="1257" y="50"/>
                </a:cubicBezTo>
                <a:lnTo>
                  <a:pt x="1014" y="293"/>
                </a:lnTo>
                <a:cubicBezTo>
                  <a:pt x="1004" y="297"/>
                  <a:pt x="1000" y="300"/>
                  <a:pt x="993" y="300"/>
                </a:cubicBezTo>
                <a:close/>
                <a:moveTo>
                  <a:pt x="511" y="300"/>
                </a:moveTo>
                <a:cubicBezTo>
                  <a:pt x="504" y="300"/>
                  <a:pt x="497" y="297"/>
                  <a:pt x="493" y="293"/>
                </a:cubicBezTo>
                <a:cubicBezTo>
                  <a:pt x="482" y="282"/>
                  <a:pt x="482" y="265"/>
                  <a:pt x="493" y="254"/>
                </a:cubicBezTo>
                <a:lnTo>
                  <a:pt x="736" y="11"/>
                </a:lnTo>
                <a:cubicBezTo>
                  <a:pt x="747" y="1"/>
                  <a:pt x="764" y="1"/>
                  <a:pt x="775" y="11"/>
                </a:cubicBezTo>
                <a:cubicBezTo>
                  <a:pt x="785" y="22"/>
                  <a:pt x="785" y="39"/>
                  <a:pt x="775" y="50"/>
                </a:cubicBezTo>
                <a:lnTo>
                  <a:pt x="528" y="289"/>
                </a:lnTo>
                <a:cubicBezTo>
                  <a:pt x="521" y="297"/>
                  <a:pt x="514" y="300"/>
                  <a:pt x="511" y="300"/>
                </a:cubicBezTo>
                <a:close/>
                <a:moveTo>
                  <a:pt x="28" y="300"/>
                </a:moveTo>
                <a:cubicBezTo>
                  <a:pt x="21" y="300"/>
                  <a:pt x="14" y="297"/>
                  <a:pt x="10" y="293"/>
                </a:cubicBezTo>
                <a:cubicBezTo>
                  <a:pt x="0" y="282"/>
                  <a:pt x="0" y="265"/>
                  <a:pt x="10" y="254"/>
                </a:cubicBezTo>
                <a:lnTo>
                  <a:pt x="253" y="11"/>
                </a:lnTo>
                <a:cubicBezTo>
                  <a:pt x="264" y="1"/>
                  <a:pt x="282" y="1"/>
                  <a:pt x="292" y="11"/>
                </a:cubicBezTo>
                <a:cubicBezTo>
                  <a:pt x="303" y="22"/>
                  <a:pt x="303" y="39"/>
                  <a:pt x="292" y="50"/>
                </a:cubicBezTo>
                <a:lnTo>
                  <a:pt x="49" y="293"/>
                </a:lnTo>
                <a:cubicBezTo>
                  <a:pt x="39" y="297"/>
                  <a:pt x="31" y="300"/>
                  <a:pt x="28" y="300"/>
                </a:cubicBezTo>
                <a:close/>
              </a:path>
            </a:pathLst>
          </a:custGeom>
          <a:solidFill>
            <a:srgbClr val="BFD73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3"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900" baseline="0">
                <a:solidFill>
                  <a:schemeClr val="tx2"/>
                </a:solidFill>
                <a:latin typeface="Adient Sans Light" panose="020B0503040402060203" pitchFamily="34" charset="0"/>
              </a:defRPr>
            </a:lvl1pPr>
          </a:lstStyle>
          <a:p>
            <a:endParaRPr lang="en-US" dirty="0"/>
          </a:p>
          <a:p>
            <a:r>
              <a:rPr lang="en-US" b="1" dirty="0">
                <a:solidFill>
                  <a:srgbClr val="AAAAAA"/>
                </a:solidFill>
              </a:rPr>
              <a:t>Adient - Confidential</a:t>
            </a:r>
          </a:p>
        </p:txBody>
      </p:sp>
      <p:sp>
        <p:nvSpPr>
          <p:cNvPr id="14"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bg1"/>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1241572591"/>
      </p:ext>
    </p:extLst>
  </p:cSld>
  <p:clrMapOvr>
    <a:masterClrMapping/>
  </p:clrMapOvr>
  <p:extLst>
    <p:ext uri="{DCECCB84-F9BA-43D5-87BE-67443E8EF086}">
      <p15:sldGuideLst xmlns:p15="http://schemas.microsoft.com/office/powerpoint/2012/main">
        <p15:guide id="1" orient="horz" pos="81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green/Image">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4"/>
          </p:nvPr>
        </p:nvSpPr>
        <p:spPr>
          <a:xfrm>
            <a:off x="6324600" y="1295400"/>
            <a:ext cx="5410200" cy="48768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p>
        </p:txBody>
      </p:sp>
      <p:sp>
        <p:nvSpPr>
          <p:cNvPr id="11" name="Title 1"/>
          <p:cNvSpPr>
            <a:spLocks noGrp="1"/>
          </p:cNvSpPr>
          <p:nvPr>
            <p:ph type="title"/>
          </p:nvPr>
        </p:nvSpPr>
        <p:spPr>
          <a:xfrm>
            <a:off x="438911" y="1206500"/>
            <a:ext cx="5664004" cy="1946278"/>
          </a:xfrm>
          <a:noFill/>
        </p:spPr>
        <p:txBody>
          <a:bodyPr anchor="t"/>
          <a:lstStyle>
            <a:lvl1pPr>
              <a:defRPr sz="3200" baseline="0">
                <a:solidFill>
                  <a:schemeClr val="tx2"/>
                </a:solidFill>
              </a:defRPr>
            </a:lvl1pPr>
          </a:lstStyle>
          <a:p>
            <a:r>
              <a:rPr lang="en-US"/>
              <a:t>Click to edit Master title style</a:t>
            </a:r>
            <a:endParaRPr lang="en-US" dirty="0"/>
          </a:p>
        </p:txBody>
      </p:sp>
      <p:sp>
        <p:nvSpPr>
          <p:cNvPr id="12" name="Text Placeholder 7"/>
          <p:cNvSpPr>
            <a:spLocks noGrp="1"/>
          </p:cNvSpPr>
          <p:nvPr>
            <p:ph type="body" sz="quarter" idx="13"/>
          </p:nvPr>
        </p:nvSpPr>
        <p:spPr>
          <a:xfrm>
            <a:off x="438912" y="3158492"/>
            <a:ext cx="5657088" cy="3013708"/>
          </a:xfrm>
          <a:prstGeom prst="rect">
            <a:avLst/>
          </a:prstGeom>
        </p:spPr>
        <p:txBody>
          <a:bodyPr/>
          <a:lstStyle>
            <a:lvl1pPr>
              <a:defRPr sz="2200" baseline="0">
                <a:solidFill>
                  <a:schemeClr val="tx1"/>
                </a:solidFill>
              </a:defRPr>
            </a:lvl1pPr>
            <a:lvl2pPr>
              <a:defRPr sz="1500">
                <a:solidFill>
                  <a:schemeClr val="tx1"/>
                </a:solidFill>
              </a:defRPr>
            </a:lvl2pPr>
            <a:lvl3pPr>
              <a:defRPr sz="1500">
                <a:solidFill>
                  <a:schemeClr val="tx1"/>
                </a:solidFill>
              </a:defRPr>
            </a:lvl3pPr>
            <a:lvl4pPr>
              <a:defRPr sz="1500">
                <a:solidFill>
                  <a:schemeClr val="tx1"/>
                </a:solidFill>
              </a:defRPr>
            </a:lvl4pPr>
            <a:lvl5pPr>
              <a:defRPr sz="15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reeform 1"/>
          <p:cNvSpPr>
            <a:spLocks noChangeArrowheads="1"/>
          </p:cNvSpPr>
          <p:nvPr userDrawn="1"/>
        </p:nvSpPr>
        <p:spPr bwMode="auto">
          <a:xfrm>
            <a:off x="465667" y="460375"/>
            <a:ext cx="11264900" cy="107950"/>
          </a:xfrm>
          <a:custGeom>
            <a:avLst/>
            <a:gdLst>
              <a:gd name="T0" fmla="*/ 23215 w 23469"/>
              <a:gd name="T1" fmla="*/ 289 h 301"/>
              <a:gd name="T2" fmla="*/ 22975 w 23469"/>
              <a:gd name="T3" fmla="*/ 50 h 301"/>
              <a:gd name="T4" fmla="*/ 22492 w 23469"/>
              <a:gd name="T5" fmla="*/ 11 h 301"/>
              <a:gd name="T6" fmla="*/ 21968 w 23469"/>
              <a:gd name="T7" fmla="*/ 11 h 301"/>
              <a:gd name="T8" fmla="*/ 21245 w 23469"/>
              <a:gd name="T9" fmla="*/ 254 h 301"/>
              <a:gd name="T10" fmla="*/ 20763 w 23469"/>
              <a:gd name="T11" fmla="*/ 293 h 301"/>
              <a:gd name="T12" fmla="*/ 20298 w 23469"/>
              <a:gd name="T13" fmla="*/ 300 h 301"/>
              <a:gd name="T14" fmla="*/ 20298 w 23469"/>
              <a:gd name="T15" fmla="*/ 300 h 301"/>
              <a:gd name="T16" fmla="*/ 19833 w 23469"/>
              <a:gd name="T17" fmla="*/ 293 h 301"/>
              <a:gd name="T18" fmla="*/ 19597 w 23469"/>
              <a:gd name="T19" fmla="*/ 50 h 301"/>
              <a:gd name="T20" fmla="*/ 19114 w 23469"/>
              <a:gd name="T21" fmla="*/ 11 h 301"/>
              <a:gd name="T22" fmla="*/ 18593 w 23469"/>
              <a:gd name="T23" fmla="*/ 11 h 301"/>
              <a:gd name="T24" fmla="*/ 17867 w 23469"/>
              <a:gd name="T25" fmla="*/ 254 h 301"/>
              <a:gd name="T26" fmla="*/ 17384 w 23469"/>
              <a:gd name="T27" fmla="*/ 293 h 301"/>
              <a:gd name="T28" fmla="*/ 16919 w 23469"/>
              <a:gd name="T29" fmla="*/ 300 h 301"/>
              <a:gd name="T30" fmla="*/ 16919 w 23469"/>
              <a:gd name="T31" fmla="*/ 300 h 301"/>
              <a:gd name="T32" fmla="*/ 16458 w 23469"/>
              <a:gd name="T33" fmla="*/ 293 h 301"/>
              <a:gd name="T34" fmla="*/ 16218 w 23469"/>
              <a:gd name="T35" fmla="*/ 50 h 301"/>
              <a:gd name="T36" fmla="*/ 15732 w 23469"/>
              <a:gd name="T37" fmla="*/ 11 h 301"/>
              <a:gd name="T38" fmla="*/ 15214 w 23469"/>
              <a:gd name="T39" fmla="*/ 11 h 301"/>
              <a:gd name="T40" fmla="*/ 14488 w 23469"/>
              <a:gd name="T41" fmla="*/ 254 h 301"/>
              <a:gd name="T42" fmla="*/ 14006 w 23469"/>
              <a:gd name="T43" fmla="*/ 293 h 301"/>
              <a:gd name="T44" fmla="*/ 13541 w 23469"/>
              <a:gd name="T45" fmla="*/ 300 h 301"/>
              <a:gd name="T46" fmla="*/ 13541 w 23469"/>
              <a:gd name="T47" fmla="*/ 300 h 301"/>
              <a:gd name="T48" fmla="*/ 13079 w 23469"/>
              <a:gd name="T49" fmla="*/ 293 h 301"/>
              <a:gd name="T50" fmla="*/ 12840 w 23469"/>
              <a:gd name="T51" fmla="*/ 50 h 301"/>
              <a:gd name="T52" fmla="*/ 12357 w 23469"/>
              <a:gd name="T53" fmla="*/ 11 h 301"/>
              <a:gd name="T54" fmla="*/ 11836 w 23469"/>
              <a:gd name="T55" fmla="*/ 11 h 301"/>
              <a:gd name="T56" fmla="*/ 11111 w 23469"/>
              <a:gd name="T57" fmla="*/ 254 h 301"/>
              <a:gd name="T58" fmla="*/ 10628 w 23469"/>
              <a:gd name="T59" fmla="*/ 293 h 301"/>
              <a:gd name="T60" fmla="*/ 10163 w 23469"/>
              <a:gd name="T61" fmla="*/ 300 h 301"/>
              <a:gd name="T62" fmla="*/ 10163 w 23469"/>
              <a:gd name="T63" fmla="*/ 300 h 301"/>
              <a:gd name="T64" fmla="*/ 9702 w 23469"/>
              <a:gd name="T65" fmla="*/ 293 h 301"/>
              <a:gd name="T66" fmla="*/ 9459 w 23469"/>
              <a:gd name="T67" fmla="*/ 50 h 301"/>
              <a:gd name="T68" fmla="*/ 8980 w 23469"/>
              <a:gd name="T69" fmla="*/ 11 h 301"/>
              <a:gd name="T70" fmla="*/ 8458 w 23469"/>
              <a:gd name="T71" fmla="*/ 11 h 301"/>
              <a:gd name="T72" fmla="*/ 7733 w 23469"/>
              <a:gd name="T73" fmla="*/ 254 h 301"/>
              <a:gd name="T74" fmla="*/ 7250 w 23469"/>
              <a:gd name="T75" fmla="*/ 293 h 301"/>
              <a:gd name="T76" fmla="*/ 6785 w 23469"/>
              <a:gd name="T77" fmla="*/ 300 h 301"/>
              <a:gd name="T78" fmla="*/ 6785 w 23469"/>
              <a:gd name="T79" fmla="*/ 300 h 301"/>
              <a:gd name="T80" fmla="*/ 6323 w 23469"/>
              <a:gd name="T81" fmla="*/ 293 h 301"/>
              <a:gd name="T82" fmla="*/ 6084 w 23469"/>
              <a:gd name="T83" fmla="*/ 50 h 301"/>
              <a:gd name="T84" fmla="*/ 5601 w 23469"/>
              <a:gd name="T85" fmla="*/ 11 h 301"/>
              <a:gd name="T86" fmla="*/ 5080 w 23469"/>
              <a:gd name="T87" fmla="*/ 11 h 301"/>
              <a:gd name="T88" fmla="*/ 4354 w 23469"/>
              <a:gd name="T89" fmla="*/ 254 h 301"/>
              <a:gd name="T90" fmla="*/ 3871 w 23469"/>
              <a:gd name="T91" fmla="*/ 293 h 301"/>
              <a:gd name="T92" fmla="*/ 3406 w 23469"/>
              <a:gd name="T93" fmla="*/ 300 h 301"/>
              <a:gd name="T94" fmla="*/ 3406 w 23469"/>
              <a:gd name="T95" fmla="*/ 300 h 301"/>
              <a:gd name="T96" fmla="*/ 2945 w 23469"/>
              <a:gd name="T97" fmla="*/ 293 h 301"/>
              <a:gd name="T98" fmla="*/ 2705 w 23469"/>
              <a:gd name="T99" fmla="*/ 50 h 301"/>
              <a:gd name="T100" fmla="*/ 2223 w 23469"/>
              <a:gd name="T101" fmla="*/ 11 h 301"/>
              <a:gd name="T102" fmla="*/ 1701 w 23469"/>
              <a:gd name="T103" fmla="*/ 11 h 301"/>
              <a:gd name="T104" fmla="*/ 976 w 23469"/>
              <a:gd name="T105" fmla="*/ 254 h 301"/>
              <a:gd name="T106" fmla="*/ 493 w 23469"/>
              <a:gd name="T107" fmla="*/ 293 h 301"/>
              <a:gd name="T108" fmla="*/ 28 w 23469"/>
              <a:gd name="T109" fmla="*/ 300 h 301"/>
              <a:gd name="T110" fmla="*/ 28 w 23469"/>
              <a:gd name="T111" fmla="*/ 30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469" h="301">
                <a:moveTo>
                  <a:pt x="23193" y="300"/>
                </a:moveTo>
                <a:cubicBezTo>
                  <a:pt x="23186" y="300"/>
                  <a:pt x="23179" y="297"/>
                  <a:pt x="23176" y="293"/>
                </a:cubicBezTo>
                <a:cubicBezTo>
                  <a:pt x="23165" y="282"/>
                  <a:pt x="23165" y="265"/>
                  <a:pt x="23176" y="254"/>
                </a:cubicBezTo>
                <a:lnTo>
                  <a:pt x="23419" y="11"/>
                </a:lnTo>
                <a:cubicBezTo>
                  <a:pt x="23430" y="1"/>
                  <a:pt x="23447" y="1"/>
                  <a:pt x="23458" y="11"/>
                </a:cubicBezTo>
                <a:cubicBezTo>
                  <a:pt x="23468" y="22"/>
                  <a:pt x="23468" y="39"/>
                  <a:pt x="23458" y="50"/>
                </a:cubicBezTo>
                <a:lnTo>
                  <a:pt x="23215" y="289"/>
                </a:lnTo>
                <a:cubicBezTo>
                  <a:pt x="23208" y="297"/>
                  <a:pt x="23201" y="300"/>
                  <a:pt x="23193" y="300"/>
                </a:cubicBezTo>
                <a:close/>
                <a:moveTo>
                  <a:pt x="22711" y="300"/>
                </a:moveTo>
                <a:cubicBezTo>
                  <a:pt x="22704" y="300"/>
                  <a:pt x="22697" y="297"/>
                  <a:pt x="22693" y="293"/>
                </a:cubicBezTo>
                <a:cubicBezTo>
                  <a:pt x="22683" y="282"/>
                  <a:pt x="22683" y="265"/>
                  <a:pt x="22693" y="254"/>
                </a:cubicBezTo>
                <a:lnTo>
                  <a:pt x="22936" y="11"/>
                </a:lnTo>
                <a:cubicBezTo>
                  <a:pt x="22947" y="1"/>
                  <a:pt x="22964" y="1"/>
                  <a:pt x="22975" y="11"/>
                </a:cubicBezTo>
                <a:cubicBezTo>
                  <a:pt x="22986" y="22"/>
                  <a:pt x="22986" y="39"/>
                  <a:pt x="22975" y="50"/>
                </a:cubicBezTo>
                <a:lnTo>
                  <a:pt x="22732" y="293"/>
                </a:lnTo>
                <a:cubicBezTo>
                  <a:pt x="22725" y="297"/>
                  <a:pt x="22718" y="300"/>
                  <a:pt x="22711" y="300"/>
                </a:cubicBezTo>
                <a:close/>
                <a:moveTo>
                  <a:pt x="22228" y="300"/>
                </a:moveTo>
                <a:cubicBezTo>
                  <a:pt x="22221" y="300"/>
                  <a:pt x="22214" y="297"/>
                  <a:pt x="22211" y="293"/>
                </a:cubicBezTo>
                <a:cubicBezTo>
                  <a:pt x="22200" y="282"/>
                  <a:pt x="22200" y="265"/>
                  <a:pt x="22211" y="254"/>
                </a:cubicBezTo>
                <a:lnTo>
                  <a:pt x="22454" y="11"/>
                </a:lnTo>
                <a:cubicBezTo>
                  <a:pt x="22464" y="1"/>
                  <a:pt x="22482" y="1"/>
                  <a:pt x="22492" y="11"/>
                </a:cubicBezTo>
                <a:cubicBezTo>
                  <a:pt x="22503" y="22"/>
                  <a:pt x="22503" y="39"/>
                  <a:pt x="22492" y="50"/>
                </a:cubicBezTo>
                <a:lnTo>
                  <a:pt x="22249" y="289"/>
                </a:lnTo>
                <a:cubicBezTo>
                  <a:pt x="22242" y="297"/>
                  <a:pt x="22235" y="300"/>
                  <a:pt x="22228" y="300"/>
                </a:cubicBezTo>
                <a:close/>
                <a:moveTo>
                  <a:pt x="21746" y="300"/>
                </a:moveTo>
                <a:cubicBezTo>
                  <a:pt x="21739" y="300"/>
                  <a:pt x="21731" y="297"/>
                  <a:pt x="21728" y="293"/>
                </a:cubicBezTo>
                <a:cubicBezTo>
                  <a:pt x="21717" y="282"/>
                  <a:pt x="21717" y="265"/>
                  <a:pt x="21728" y="254"/>
                </a:cubicBezTo>
                <a:lnTo>
                  <a:pt x="21968" y="11"/>
                </a:lnTo>
                <a:cubicBezTo>
                  <a:pt x="21978" y="1"/>
                  <a:pt x="21996" y="1"/>
                  <a:pt x="22006" y="11"/>
                </a:cubicBezTo>
                <a:cubicBezTo>
                  <a:pt x="22017" y="22"/>
                  <a:pt x="22017" y="39"/>
                  <a:pt x="22006" y="50"/>
                </a:cubicBezTo>
                <a:lnTo>
                  <a:pt x="21763" y="293"/>
                </a:lnTo>
                <a:cubicBezTo>
                  <a:pt x="21760" y="297"/>
                  <a:pt x="21753" y="300"/>
                  <a:pt x="21746" y="300"/>
                </a:cubicBezTo>
                <a:close/>
                <a:moveTo>
                  <a:pt x="21263" y="300"/>
                </a:moveTo>
                <a:cubicBezTo>
                  <a:pt x="21256" y="300"/>
                  <a:pt x="21249" y="297"/>
                  <a:pt x="21245" y="293"/>
                </a:cubicBezTo>
                <a:cubicBezTo>
                  <a:pt x="21235" y="282"/>
                  <a:pt x="21235" y="265"/>
                  <a:pt x="21245" y="254"/>
                </a:cubicBezTo>
                <a:lnTo>
                  <a:pt x="21488" y="11"/>
                </a:lnTo>
                <a:cubicBezTo>
                  <a:pt x="21499" y="1"/>
                  <a:pt x="21517" y="1"/>
                  <a:pt x="21527" y="11"/>
                </a:cubicBezTo>
                <a:cubicBezTo>
                  <a:pt x="21538" y="22"/>
                  <a:pt x="21538" y="39"/>
                  <a:pt x="21527" y="50"/>
                </a:cubicBezTo>
                <a:lnTo>
                  <a:pt x="21284" y="289"/>
                </a:lnTo>
                <a:cubicBezTo>
                  <a:pt x="21277" y="297"/>
                  <a:pt x="21270" y="300"/>
                  <a:pt x="21263" y="300"/>
                </a:cubicBezTo>
                <a:close/>
                <a:moveTo>
                  <a:pt x="20780" y="300"/>
                </a:moveTo>
                <a:cubicBezTo>
                  <a:pt x="20773" y="300"/>
                  <a:pt x="20766" y="297"/>
                  <a:pt x="20763" y="293"/>
                </a:cubicBezTo>
                <a:cubicBezTo>
                  <a:pt x="20752" y="282"/>
                  <a:pt x="20752" y="265"/>
                  <a:pt x="20763" y="254"/>
                </a:cubicBezTo>
                <a:lnTo>
                  <a:pt x="21006" y="11"/>
                </a:lnTo>
                <a:cubicBezTo>
                  <a:pt x="21016" y="1"/>
                  <a:pt x="21034" y="1"/>
                  <a:pt x="21045" y="11"/>
                </a:cubicBezTo>
                <a:cubicBezTo>
                  <a:pt x="21055" y="22"/>
                  <a:pt x="21055" y="39"/>
                  <a:pt x="21045" y="50"/>
                </a:cubicBezTo>
                <a:lnTo>
                  <a:pt x="20805" y="293"/>
                </a:lnTo>
                <a:cubicBezTo>
                  <a:pt x="20794" y="297"/>
                  <a:pt x="20787" y="300"/>
                  <a:pt x="20780" y="300"/>
                </a:cubicBezTo>
                <a:close/>
                <a:moveTo>
                  <a:pt x="20298" y="300"/>
                </a:moveTo>
                <a:cubicBezTo>
                  <a:pt x="20291" y="300"/>
                  <a:pt x="20284" y="297"/>
                  <a:pt x="20280" y="293"/>
                </a:cubicBezTo>
                <a:cubicBezTo>
                  <a:pt x="20269" y="282"/>
                  <a:pt x="20269" y="265"/>
                  <a:pt x="20280" y="254"/>
                </a:cubicBezTo>
                <a:lnTo>
                  <a:pt x="20523" y="11"/>
                </a:lnTo>
                <a:cubicBezTo>
                  <a:pt x="20534" y="1"/>
                  <a:pt x="20551" y="1"/>
                  <a:pt x="20562" y="11"/>
                </a:cubicBezTo>
                <a:cubicBezTo>
                  <a:pt x="20572" y="22"/>
                  <a:pt x="20572" y="39"/>
                  <a:pt x="20562" y="50"/>
                </a:cubicBezTo>
                <a:lnTo>
                  <a:pt x="20319" y="293"/>
                </a:lnTo>
                <a:cubicBezTo>
                  <a:pt x="20312" y="297"/>
                  <a:pt x="20305" y="300"/>
                  <a:pt x="20298" y="300"/>
                </a:cubicBezTo>
                <a:close/>
                <a:moveTo>
                  <a:pt x="19815" y="300"/>
                </a:moveTo>
                <a:cubicBezTo>
                  <a:pt x="19808" y="300"/>
                  <a:pt x="19801" y="297"/>
                  <a:pt x="19797" y="293"/>
                </a:cubicBezTo>
                <a:cubicBezTo>
                  <a:pt x="19787" y="282"/>
                  <a:pt x="19787" y="265"/>
                  <a:pt x="19797" y="254"/>
                </a:cubicBezTo>
                <a:lnTo>
                  <a:pt x="20037" y="11"/>
                </a:lnTo>
                <a:cubicBezTo>
                  <a:pt x="20048" y="1"/>
                  <a:pt x="20065" y="1"/>
                  <a:pt x="20076" y="11"/>
                </a:cubicBezTo>
                <a:cubicBezTo>
                  <a:pt x="20086" y="22"/>
                  <a:pt x="20086" y="39"/>
                  <a:pt x="20076" y="50"/>
                </a:cubicBezTo>
                <a:lnTo>
                  <a:pt x="19833" y="293"/>
                </a:lnTo>
                <a:cubicBezTo>
                  <a:pt x="19829" y="297"/>
                  <a:pt x="19822" y="300"/>
                  <a:pt x="19815" y="300"/>
                </a:cubicBezTo>
                <a:close/>
                <a:moveTo>
                  <a:pt x="19332" y="300"/>
                </a:moveTo>
                <a:cubicBezTo>
                  <a:pt x="19325" y="300"/>
                  <a:pt x="19318" y="297"/>
                  <a:pt x="19315" y="293"/>
                </a:cubicBezTo>
                <a:cubicBezTo>
                  <a:pt x="19304" y="282"/>
                  <a:pt x="19304" y="265"/>
                  <a:pt x="19315" y="254"/>
                </a:cubicBezTo>
                <a:lnTo>
                  <a:pt x="19558" y="11"/>
                </a:lnTo>
                <a:cubicBezTo>
                  <a:pt x="19568" y="1"/>
                  <a:pt x="19586" y="1"/>
                  <a:pt x="19597" y="11"/>
                </a:cubicBezTo>
                <a:cubicBezTo>
                  <a:pt x="19607" y="22"/>
                  <a:pt x="19607" y="39"/>
                  <a:pt x="19597" y="50"/>
                </a:cubicBezTo>
                <a:lnTo>
                  <a:pt x="19354" y="293"/>
                </a:lnTo>
                <a:cubicBezTo>
                  <a:pt x="19346" y="297"/>
                  <a:pt x="19339" y="300"/>
                  <a:pt x="19332" y="300"/>
                </a:cubicBezTo>
                <a:close/>
                <a:moveTo>
                  <a:pt x="18850" y="300"/>
                </a:moveTo>
                <a:cubicBezTo>
                  <a:pt x="18843" y="300"/>
                  <a:pt x="18836" y="297"/>
                  <a:pt x="18832" y="293"/>
                </a:cubicBezTo>
                <a:cubicBezTo>
                  <a:pt x="18822" y="282"/>
                  <a:pt x="18822" y="265"/>
                  <a:pt x="18832" y="254"/>
                </a:cubicBezTo>
                <a:lnTo>
                  <a:pt x="19075" y="11"/>
                </a:lnTo>
                <a:cubicBezTo>
                  <a:pt x="19086" y="1"/>
                  <a:pt x="19103" y="1"/>
                  <a:pt x="19114" y="11"/>
                </a:cubicBezTo>
                <a:cubicBezTo>
                  <a:pt x="19125" y="22"/>
                  <a:pt x="19125" y="39"/>
                  <a:pt x="19114" y="50"/>
                </a:cubicBezTo>
                <a:lnTo>
                  <a:pt x="18874" y="293"/>
                </a:lnTo>
                <a:cubicBezTo>
                  <a:pt x="18864" y="297"/>
                  <a:pt x="18857" y="300"/>
                  <a:pt x="18850" y="300"/>
                </a:cubicBezTo>
                <a:close/>
                <a:moveTo>
                  <a:pt x="18367" y="300"/>
                </a:moveTo>
                <a:cubicBezTo>
                  <a:pt x="18360" y="300"/>
                  <a:pt x="18353" y="297"/>
                  <a:pt x="18350" y="293"/>
                </a:cubicBezTo>
                <a:cubicBezTo>
                  <a:pt x="18339" y="282"/>
                  <a:pt x="18339" y="265"/>
                  <a:pt x="18350" y="254"/>
                </a:cubicBezTo>
                <a:lnTo>
                  <a:pt x="18593" y="11"/>
                </a:lnTo>
                <a:cubicBezTo>
                  <a:pt x="18603" y="1"/>
                  <a:pt x="18621" y="1"/>
                  <a:pt x="18631" y="11"/>
                </a:cubicBezTo>
                <a:cubicBezTo>
                  <a:pt x="18642" y="22"/>
                  <a:pt x="18642" y="39"/>
                  <a:pt x="18631" y="50"/>
                </a:cubicBezTo>
                <a:lnTo>
                  <a:pt x="18388" y="293"/>
                </a:lnTo>
                <a:cubicBezTo>
                  <a:pt x="18381" y="297"/>
                  <a:pt x="18374" y="300"/>
                  <a:pt x="18367" y="300"/>
                </a:cubicBezTo>
                <a:close/>
                <a:moveTo>
                  <a:pt x="17884" y="300"/>
                </a:moveTo>
                <a:cubicBezTo>
                  <a:pt x="17877" y="300"/>
                  <a:pt x="17870" y="297"/>
                  <a:pt x="17867" y="293"/>
                </a:cubicBezTo>
                <a:cubicBezTo>
                  <a:pt x="17856" y="282"/>
                  <a:pt x="17856" y="265"/>
                  <a:pt x="17867" y="254"/>
                </a:cubicBezTo>
                <a:lnTo>
                  <a:pt x="18110" y="11"/>
                </a:lnTo>
                <a:cubicBezTo>
                  <a:pt x="18121" y="1"/>
                  <a:pt x="18138" y="1"/>
                  <a:pt x="18149" y="11"/>
                </a:cubicBezTo>
                <a:cubicBezTo>
                  <a:pt x="18159" y="22"/>
                  <a:pt x="18159" y="39"/>
                  <a:pt x="18149" y="50"/>
                </a:cubicBezTo>
                <a:lnTo>
                  <a:pt x="17906" y="289"/>
                </a:lnTo>
                <a:cubicBezTo>
                  <a:pt x="17899" y="297"/>
                  <a:pt x="17892" y="300"/>
                  <a:pt x="17884" y="300"/>
                </a:cubicBezTo>
                <a:close/>
                <a:moveTo>
                  <a:pt x="17402" y="300"/>
                </a:moveTo>
                <a:cubicBezTo>
                  <a:pt x="17395" y="300"/>
                  <a:pt x="17388" y="297"/>
                  <a:pt x="17384" y="293"/>
                </a:cubicBezTo>
                <a:cubicBezTo>
                  <a:pt x="17374" y="282"/>
                  <a:pt x="17374" y="265"/>
                  <a:pt x="17384" y="254"/>
                </a:cubicBezTo>
                <a:lnTo>
                  <a:pt x="17627" y="11"/>
                </a:lnTo>
                <a:cubicBezTo>
                  <a:pt x="17638" y="1"/>
                  <a:pt x="17655" y="1"/>
                  <a:pt x="17666" y="11"/>
                </a:cubicBezTo>
                <a:cubicBezTo>
                  <a:pt x="17677" y="22"/>
                  <a:pt x="17677" y="39"/>
                  <a:pt x="17666" y="50"/>
                </a:cubicBezTo>
                <a:lnTo>
                  <a:pt x="17423" y="293"/>
                </a:lnTo>
                <a:cubicBezTo>
                  <a:pt x="17416" y="297"/>
                  <a:pt x="17409" y="300"/>
                  <a:pt x="17402" y="300"/>
                </a:cubicBezTo>
                <a:close/>
                <a:moveTo>
                  <a:pt x="16919" y="300"/>
                </a:moveTo>
                <a:cubicBezTo>
                  <a:pt x="16912" y="300"/>
                  <a:pt x="16905" y="297"/>
                  <a:pt x="16902" y="293"/>
                </a:cubicBezTo>
                <a:cubicBezTo>
                  <a:pt x="16891" y="282"/>
                  <a:pt x="16891" y="265"/>
                  <a:pt x="16902" y="254"/>
                </a:cubicBezTo>
                <a:lnTo>
                  <a:pt x="17145" y="11"/>
                </a:lnTo>
                <a:cubicBezTo>
                  <a:pt x="17155" y="1"/>
                  <a:pt x="17173" y="1"/>
                  <a:pt x="17183" y="11"/>
                </a:cubicBezTo>
                <a:cubicBezTo>
                  <a:pt x="17194" y="22"/>
                  <a:pt x="17194" y="39"/>
                  <a:pt x="17183" y="50"/>
                </a:cubicBezTo>
                <a:lnTo>
                  <a:pt x="16940" y="289"/>
                </a:lnTo>
                <a:cubicBezTo>
                  <a:pt x="16933" y="297"/>
                  <a:pt x="16926" y="300"/>
                  <a:pt x="16919" y="300"/>
                </a:cubicBezTo>
                <a:close/>
                <a:moveTo>
                  <a:pt x="16437" y="300"/>
                </a:moveTo>
                <a:cubicBezTo>
                  <a:pt x="16430" y="300"/>
                  <a:pt x="16422" y="297"/>
                  <a:pt x="16419" y="293"/>
                </a:cubicBezTo>
                <a:cubicBezTo>
                  <a:pt x="16408" y="282"/>
                  <a:pt x="16408" y="265"/>
                  <a:pt x="16419" y="254"/>
                </a:cubicBezTo>
                <a:lnTo>
                  <a:pt x="16662" y="11"/>
                </a:lnTo>
                <a:cubicBezTo>
                  <a:pt x="16673" y="1"/>
                  <a:pt x="16691" y="0"/>
                  <a:pt x="16701" y="11"/>
                </a:cubicBezTo>
                <a:cubicBezTo>
                  <a:pt x="16712" y="21"/>
                  <a:pt x="16711" y="39"/>
                  <a:pt x="16701" y="50"/>
                </a:cubicBezTo>
                <a:lnTo>
                  <a:pt x="16458" y="293"/>
                </a:lnTo>
                <a:cubicBezTo>
                  <a:pt x="16451" y="297"/>
                  <a:pt x="16444" y="300"/>
                  <a:pt x="16437" y="300"/>
                </a:cubicBezTo>
                <a:close/>
                <a:moveTo>
                  <a:pt x="15954" y="300"/>
                </a:moveTo>
                <a:cubicBezTo>
                  <a:pt x="15947" y="300"/>
                  <a:pt x="15940" y="297"/>
                  <a:pt x="15936" y="293"/>
                </a:cubicBezTo>
                <a:cubicBezTo>
                  <a:pt x="15926" y="282"/>
                  <a:pt x="15926" y="265"/>
                  <a:pt x="15936" y="254"/>
                </a:cubicBezTo>
                <a:lnTo>
                  <a:pt x="16179" y="11"/>
                </a:lnTo>
                <a:cubicBezTo>
                  <a:pt x="16190" y="1"/>
                  <a:pt x="16208" y="0"/>
                  <a:pt x="16218" y="11"/>
                </a:cubicBezTo>
                <a:cubicBezTo>
                  <a:pt x="16229" y="21"/>
                  <a:pt x="16229" y="39"/>
                  <a:pt x="16218" y="50"/>
                </a:cubicBezTo>
                <a:lnTo>
                  <a:pt x="15975" y="289"/>
                </a:lnTo>
                <a:cubicBezTo>
                  <a:pt x="15968" y="297"/>
                  <a:pt x="15961" y="300"/>
                  <a:pt x="15954" y="300"/>
                </a:cubicBezTo>
                <a:close/>
                <a:moveTo>
                  <a:pt x="15471" y="300"/>
                </a:moveTo>
                <a:cubicBezTo>
                  <a:pt x="15464" y="300"/>
                  <a:pt x="15457" y="297"/>
                  <a:pt x="15454" y="293"/>
                </a:cubicBezTo>
                <a:cubicBezTo>
                  <a:pt x="15443" y="282"/>
                  <a:pt x="15443" y="265"/>
                  <a:pt x="15454" y="254"/>
                </a:cubicBezTo>
                <a:lnTo>
                  <a:pt x="15693" y="11"/>
                </a:lnTo>
                <a:cubicBezTo>
                  <a:pt x="15704" y="1"/>
                  <a:pt x="15721" y="0"/>
                  <a:pt x="15732" y="11"/>
                </a:cubicBezTo>
                <a:cubicBezTo>
                  <a:pt x="15743" y="21"/>
                  <a:pt x="15743" y="39"/>
                  <a:pt x="15732" y="50"/>
                </a:cubicBezTo>
                <a:lnTo>
                  <a:pt x="15489" y="293"/>
                </a:lnTo>
                <a:cubicBezTo>
                  <a:pt x="15485" y="297"/>
                  <a:pt x="15478" y="300"/>
                  <a:pt x="15471" y="300"/>
                </a:cubicBezTo>
                <a:close/>
                <a:moveTo>
                  <a:pt x="14989" y="300"/>
                </a:moveTo>
                <a:cubicBezTo>
                  <a:pt x="14982" y="300"/>
                  <a:pt x="14975" y="297"/>
                  <a:pt x="14971" y="293"/>
                </a:cubicBezTo>
                <a:cubicBezTo>
                  <a:pt x="14960" y="282"/>
                  <a:pt x="14960" y="265"/>
                  <a:pt x="14971" y="254"/>
                </a:cubicBezTo>
                <a:lnTo>
                  <a:pt x="15214" y="11"/>
                </a:lnTo>
                <a:cubicBezTo>
                  <a:pt x="15225" y="1"/>
                  <a:pt x="15243" y="0"/>
                  <a:pt x="15253" y="11"/>
                </a:cubicBezTo>
                <a:cubicBezTo>
                  <a:pt x="15264" y="21"/>
                  <a:pt x="15263" y="39"/>
                  <a:pt x="15253" y="50"/>
                </a:cubicBezTo>
                <a:lnTo>
                  <a:pt x="15010" y="293"/>
                </a:lnTo>
                <a:cubicBezTo>
                  <a:pt x="15003" y="297"/>
                  <a:pt x="14996" y="300"/>
                  <a:pt x="14989" y="300"/>
                </a:cubicBezTo>
                <a:close/>
                <a:moveTo>
                  <a:pt x="14506" y="300"/>
                </a:moveTo>
                <a:cubicBezTo>
                  <a:pt x="14499" y="300"/>
                  <a:pt x="14492" y="297"/>
                  <a:pt x="14488" y="293"/>
                </a:cubicBezTo>
                <a:cubicBezTo>
                  <a:pt x="14478" y="282"/>
                  <a:pt x="14478" y="265"/>
                  <a:pt x="14488" y="254"/>
                </a:cubicBezTo>
                <a:lnTo>
                  <a:pt x="14731" y="11"/>
                </a:lnTo>
                <a:cubicBezTo>
                  <a:pt x="14742" y="1"/>
                  <a:pt x="14760" y="0"/>
                  <a:pt x="14770" y="11"/>
                </a:cubicBezTo>
                <a:cubicBezTo>
                  <a:pt x="14781" y="21"/>
                  <a:pt x="14781" y="39"/>
                  <a:pt x="14770" y="50"/>
                </a:cubicBezTo>
                <a:lnTo>
                  <a:pt x="14531" y="293"/>
                </a:lnTo>
                <a:cubicBezTo>
                  <a:pt x="14520" y="297"/>
                  <a:pt x="14513" y="300"/>
                  <a:pt x="14506" y="300"/>
                </a:cubicBezTo>
                <a:close/>
                <a:moveTo>
                  <a:pt x="14023" y="300"/>
                </a:moveTo>
                <a:cubicBezTo>
                  <a:pt x="14016" y="300"/>
                  <a:pt x="14009" y="297"/>
                  <a:pt x="14006" y="293"/>
                </a:cubicBezTo>
                <a:cubicBezTo>
                  <a:pt x="13995" y="282"/>
                  <a:pt x="13995" y="265"/>
                  <a:pt x="14006" y="254"/>
                </a:cubicBezTo>
                <a:lnTo>
                  <a:pt x="14249" y="11"/>
                </a:lnTo>
                <a:cubicBezTo>
                  <a:pt x="14259" y="1"/>
                  <a:pt x="14278" y="0"/>
                  <a:pt x="14288" y="11"/>
                </a:cubicBezTo>
                <a:cubicBezTo>
                  <a:pt x="14299" y="21"/>
                  <a:pt x="14298" y="39"/>
                  <a:pt x="14288" y="50"/>
                </a:cubicBezTo>
                <a:lnTo>
                  <a:pt x="14045" y="293"/>
                </a:lnTo>
                <a:cubicBezTo>
                  <a:pt x="14037" y="297"/>
                  <a:pt x="14030" y="300"/>
                  <a:pt x="14023" y="300"/>
                </a:cubicBezTo>
                <a:close/>
                <a:moveTo>
                  <a:pt x="13541" y="300"/>
                </a:moveTo>
                <a:cubicBezTo>
                  <a:pt x="13534" y="300"/>
                  <a:pt x="13527" y="297"/>
                  <a:pt x="13523" y="293"/>
                </a:cubicBezTo>
                <a:cubicBezTo>
                  <a:pt x="13513" y="282"/>
                  <a:pt x="13513" y="265"/>
                  <a:pt x="13523" y="254"/>
                </a:cubicBezTo>
                <a:lnTo>
                  <a:pt x="13763" y="11"/>
                </a:lnTo>
                <a:cubicBezTo>
                  <a:pt x="13773" y="1"/>
                  <a:pt x="13791" y="0"/>
                  <a:pt x="13801" y="11"/>
                </a:cubicBezTo>
                <a:cubicBezTo>
                  <a:pt x="13812" y="21"/>
                  <a:pt x="13812" y="39"/>
                  <a:pt x="13801" y="50"/>
                </a:cubicBezTo>
                <a:lnTo>
                  <a:pt x="13558" y="293"/>
                </a:lnTo>
                <a:cubicBezTo>
                  <a:pt x="13555" y="297"/>
                  <a:pt x="13548" y="300"/>
                  <a:pt x="13541" y="300"/>
                </a:cubicBezTo>
                <a:close/>
                <a:moveTo>
                  <a:pt x="13058" y="300"/>
                </a:moveTo>
                <a:cubicBezTo>
                  <a:pt x="13051" y="300"/>
                  <a:pt x="13044" y="297"/>
                  <a:pt x="13041" y="293"/>
                </a:cubicBezTo>
                <a:cubicBezTo>
                  <a:pt x="13030" y="282"/>
                  <a:pt x="13030" y="265"/>
                  <a:pt x="13041" y="254"/>
                </a:cubicBezTo>
                <a:lnTo>
                  <a:pt x="13284" y="11"/>
                </a:lnTo>
                <a:cubicBezTo>
                  <a:pt x="13294" y="1"/>
                  <a:pt x="13312" y="0"/>
                  <a:pt x="13322" y="11"/>
                </a:cubicBezTo>
                <a:cubicBezTo>
                  <a:pt x="13333" y="21"/>
                  <a:pt x="13333" y="39"/>
                  <a:pt x="13322" y="50"/>
                </a:cubicBezTo>
                <a:lnTo>
                  <a:pt x="13079" y="293"/>
                </a:lnTo>
                <a:cubicBezTo>
                  <a:pt x="13072" y="297"/>
                  <a:pt x="13065" y="300"/>
                  <a:pt x="13058" y="300"/>
                </a:cubicBezTo>
                <a:close/>
                <a:moveTo>
                  <a:pt x="12575" y="300"/>
                </a:moveTo>
                <a:cubicBezTo>
                  <a:pt x="12568" y="300"/>
                  <a:pt x="12561" y="297"/>
                  <a:pt x="12558" y="293"/>
                </a:cubicBezTo>
                <a:cubicBezTo>
                  <a:pt x="12547" y="282"/>
                  <a:pt x="12547" y="265"/>
                  <a:pt x="12558" y="254"/>
                </a:cubicBezTo>
                <a:lnTo>
                  <a:pt x="12801" y="11"/>
                </a:lnTo>
                <a:cubicBezTo>
                  <a:pt x="12812" y="1"/>
                  <a:pt x="12830" y="0"/>
                  <a:pt x="12840" y="11"/>
                </a:cubicBezTo>
                <a:cubicBezTo>
                  <a:pt x="12851" y="21"/>
                  <a:pt x="12850" y="39"/>
                  <a:pt x="12840" y="50"/>
                </a:cubicBezTo>
                <a:lnTo>
                  <a:pt x="12597" y="289"/>
                </a:lnTo>
                <a:cubicBezTo>
                  <a:pt x="12590" y="297"/>
                  <a:pt x="12583" y="300"/>
                  <a:pt x="12575" y="300"/>
                </a:cubicBezTo>
                <a:close/>
                <a:moveTo>
                  <a:pt x="12093" y="300"/>
                </a:moveTo>
                <a:cubicBezTo>
                  <a:pt x="12086" y="300"/>
                  <a:pt x="12079" y="297"/>
                  <a:pt x="12075" y="293"/>
                </a:cubicBezTo>
                <a:cubicBezTo>
                  <a:pt x="12065" y="282"/>
                  <a:pt x="12065" y="265"/>
                  <a:pt x="12075" y="254"/>
                </a:cubicBezTo>
                <a:lnTo>
                  <a:pt x="12318" y="11"/>
                </a:lnTo>
                <a:cubicBezTo>
                  <a:pt x="12329" y="1"/>
                  <a:pt x="12347" y="0"/>
                  <a:pt x="12357" y="11"/>
                </a:cubicBezTo>
                <a:cubicBezTo>
                  <a:pt x="12368" y="21"/>
                  <a:pt x="12368" y="39"/>
                  <a:pt x="12357" y="50"/>
                </a:cubicBezTo>
                <a:lnTo>
                  <a:pt x="12114" y="293"/>
                </a:lnTo>
                <a:cubicBezTo>
                  <a:pt x="12107" y="297"/>
                  <a:pt x="12100" y="300"/>
                  <a:pt x="12093" y="300"/>
                </a:cubicBezTo>
                <a:close/>
                <a:moveTo>
                  <a:pt x="11611" y="300"/>
                </a:moveTo>
                <a:cubicBezTo>
                  <a:pt x="11604" y="300"/>
                  <a:pt x="11597" y="297"/>
                  <a:pt x="11594" y="293"/>
                </a:cubicBezTo>
                <a:cubicBezTo>
                  <a:pt x="11583" y="282"/>
                  <a:pt x="11583" y="265"/>
                  <a:pt x="11594" y="254"/>
                </a:cubicBezTo>
                <a:lnTo>
                  <a:pt x="11836" y="11"/>
                </a:lnTo>
                <a:cubicBezTo>
                  <a:pt x="11846" y="1"/>
                  <a:pt x="11864" y="0"/>
                  <a:pt x="11874" y="11"/>
                </a:cubicBezTo>
                <a:cubicBezTo>
                  <a:pt x="11885" y="21"/>
                  <a:pt x="11885" y="39"/>
                  <a:pt x="11874" y="50"/>
                </a:cubicBezTo>
                <a:lnTo>
                  <a:pt x="11632" y="289"/>
                </a:lnTo>
                <a:cubicBezTo>
                  <a:pt x="11625" y="297"/>
                  <a:pt x="11618" y="300"/>
                  <a:pt x="11611" y="300"/>
                </a:cubicBezTo>
                <a:close/>
                <a:moveTo>
                  <a:pt x="11129" y="300"/>
                </a:moveTo>
                <a:cubicBezTo>
                  <a:pt x="11122" y="300"/>
                  <a:pt x="11114" y="297"/>
                  <a:pt x="11111" y="293"/>
                </a:cubicBezTo>
                <a:cubicBezTo>
                  <a:pt x="11100" y="282"/>
                  <a:pt x="11100" y="265"/>
                  <a:pt x="11111" y="254"/>
                </a:cubicBezTo>
                <a:lnTo>
                  <a:pt x="11354" y="11"/>
                </a:lnTo>
                <a:cubicBezTo>
                  <a:pt x="11365" y="1"/>
                  <a:pt x="11382" y="0"/>
                  <a:pt x="11393" y="11"/>
                </a:cubicBezTo>
                <a:cubicBezTo>
                  <a:pt x="11403" y="21"/>
                  <a:pt x="11403" y="39"/>
                  <a:pt x="11393" y="50"/>
                </a:cubicBezTo>
                <a:lnTo>
                  <a:pt x="11150" y="293"/>
                </a:lnTo>
                <a:cubicBezTo>
                  <a:pt x="11143" y="297"/>
                  <a:pt x="11136" y="300"/>
                  <a:pt x="11129" y="300"/>
                </a:cubicBezTo>
                <a:close/>
                <a:moveTo>
                  <a:pt x="10646" y="300"/>
                </a:moveTo>
                <a:cubicBezTo>
                  <a:pt x="10639" y="300"/>
                  <a:pt x="10632" y="297"/>
                  <a:pt x="10628" y="293"/>
                </a:cubicBezTo>
                <a:cubicBezTo>
                  <a:pt x="10618" y="282"/>
                  <a:pt x="10618" y="265"/>
                  <a:pt x="10628" y="254"/>
                </a:cubicBezTo>
                <a:lnTo>
                  <a:pt x="10871" y="11"/>
                </a:lnTo>
                <a:cubicBezTo>
                  <a:pt x="10882" y="1"/>
                  <a:pt x="10899" y="0"/>
                  <a:pt x="10910" y="11"/>
                </a:cubicBezTo>
                <a:cubicBezTo>
                  <a:pt x="10920" y="21"/>
                  <a:pt x="10921" y="39"/>
                  <a:pt x="10910" y="50"/>
                </a:cubicBezTo>
                <a:lnTo>
                  <a:pt x="10667" y="289"/>
                </a:lnTo>
                <a:cubicBezTo>
                  <a:pt x="10660" y="297"/>
                  <a:pt x="10653" y="300"/>
                  <a:pt x="10646" y="300"/>
                </a:cubicBezTo>
                <a:close/>
                <a:moveTo>
                  <a:pt x="10163" y="300"/>
                </a:moveTo>
                <a:cubicBezTo>
                  <a:pt x="10156" y="300"/>
                  <a:pt x="10149" y="297"/>
                  <a:pt x="10146" y="293"/>
                </a:cubicBezTo>
                <a:cubicBezTo>
                  <a:pt x="10135" y="282"/>
                  <a:pt x="10135" y="265"/>
                  <a:pt x="10146" y="254"/>
                </a:cubicBezTo>
                <a:lnTo>
                  <a:pt x="10389" y="11"/>
                </a:lnTo>
                <a:cubicBezTo>
                  <a:pt x="10399" y="1"/>
                  <a:pt x="10417" y="0"/>
                  <a:pt x="10428" y="11"/>
                </a:cubicBezTo>
                <a:cubicBezTo>
                  <a:pt x="10438" y="21"/>
                  <a:pt x="10438" y="39"/>
                  <a:pt x="10428" y="50"/>
                </a:cubicBezTo>
                <a:lnTo>
                  <a:pt x="10184" y="293"/>
                </a:lnTo>
                <a:cubicBezTo>
                  <a:pt x="10177" y="297"/>
                  <a:pt x="10170" y="300"/>
                  <a:pt x="10163" y="300"/>
                </a:cubicBezTo>
                <a:close/>
                <a:moveTo>
                  <a:pt x="9681" y="300"/>
                </a:moveTo>
                <a:cubicBezTo>
                  <a:pt x="9674" y="300"/>
                  <a:pt x="9667" y="297"/>
                  <a:pt x="9663" y="293"/>
                </a:cubicBezTo>
                <a:cubicBezTo>
                  <a:pt x="9652" y="282"/>
                  <a:pt x="9652" y="265"/>
                  <a:pt x="9663" y="254"/>
                </a:cubicBezTo>
                <a:lnTo>
                  <a:pt x="9906" y="11"/>
                </a:lnTo>
                <a:cubicBezTo>
                  <a:pt x="9917" y="1"/>
                  <a:pt x="9934" y="0"/>
                  <a:pt x="9945" y="11"/>
                </a:cubicBezTo>
                <a:cubicBezTo>
                  <a:pt x="9955" y="21"/>
                  <a:pt x="9955" y="39"/>
                  <a:pt x="9945" y="50"/>
                </a:cubicBezTo>
                <a:lnTo>
                  <a:pt x="9702" y="293"/>
                </a:lnTo>
                <a:cubicBezTo>
                  <a:pt x="9695" y="297"/>
                  <a:pt x="9688" y="300"/>
                  <a:pt x="9681" y="300"/>
                </a:cubicBezTo>
                <a:close/>
                <a:moveTo>
                  <a:pt x="9198" y="300"/>
                </a:moveTo>
                <a:cubicBezTo>
                  <a:pt x="9191" y="300"/>
                  <a:pt x="9184" y="297"/>
                  <a:pt x="9180" y="293"/>
                </a:cubicBezTo>
                <a:cubicBezTo>
                  <a:pt x="9170" y="282"/>
                  <a:pt x="9170" y="265"/>
                  <a:pt x="9180" y="254"/>
                </a:cubicBezTo>
                <a:lnTo>
                  <a:pt x="9420" y="11"/>
                </a:lnTo>
                <a:cubicBezTo>
                  <a:pt x="9431" y="1"/>
                  <a:pt x="9448" y="0"/>
                  <a:pt x="9459" y="11"/>
                </a:cubicBezTo>
                <a:cubicBezTo>
                  <a:pt x="9469" y="21"/>
                  <a:pt x="9469" y="39"/>
                  <a:pt x="9459" y="50"/>
                </a:cubicBezTo>
                <a:lnTo>
                  <a:pt x="9216" y="293"/>
                </a:lnTo>
                <a:cubicBezTo>
                  <a:pt x="9212" y="297"/>
                  <a:pt x="9205" y="300"/>
                  <a:pt x="9198" y="300"/>
                </a:cubicBezTo>
                <a:close/>
                <a:moveTo>
                  <a:pt x="8715" y="300"/>
                </a:moveTo>
                <a:cubicBezTo>
                  <a:pt x="8708" y="300"/>
                  <a:pt x="8701" y="297"/>
                  <a:pt x="8698" y="293"/>
                </a:cubicBezTo>
                <a:cubicBezTo>
                  <a:pt x="8687" y="282"/>
                  <a:pt x="8687" y="265"/>
                  <a:pt x="8698" y="254"/>
                </a:cubicBezTo>
                <a:lnTo>
                  <a:pt x="8941" y="11"/>
                </a:lnTo>
                <a:cubicBezTo>
                  <a:pt x="8951" y="1"/>
                  <a:pt x="8969" y="0"/>
                  <a:pt x="8980" y="11"/>
                </a:cubicBezTo>
                <a:cubicBezTo>
                  <a:pt x="8990" y="21"/>
                  <a:pt x="8990" y="39"/>
                  <a:pt x="8980" y="50"/>
                </a:cubicBezTo>
                <a:lnTo>
                  <a:pt x="8737" y="293"/>
                </a:lnTo>
                <a:cubicBezTo>
                  <a:pt x="8730" y="297"/>
                  <a:pt x="8722" y="300"/>
                  <a:pt x="8715" y="300"/>
                </a:cubicBezTo>
                <a:close/>
                <a:moveTo>
                  <a:pt x="8233" y="300"/>
                </a:moveTo>
                <a:cubicBezTo>
                  <a:pt x="8226" y="300"/>
                  <a:pt x="8219" y="297"/>
                  <a:pt x="8215" y="293"/>
                </a:cubicBezTo>
                <a:cubicBezTo>
                  <a:pt x="8205" y="282"/>
                  <a:pt x="8205" y="265"/>
                  <a:pt x="8215" y="254"/>
                </a:cubicBezTo>
                <a:lnTo>
                  <a:pt x="8458" y="11"/>
                </a:lnTo>
                <a:cubicBezTo>
                  <a:pt x="8469" y="1"/>
                  <a:pt x="8486" y="0"/>
                  <a:pt x="8497" y="11"/>
                </a:cubicBezTo>
                <a:cubicBezTo>
                  <a:pt x="8508" y="21"/>
                  <a:pt x="8508" y="39"/>
                  <a:pt x="8497" y="50"/>
                </a:cubicBezTo>
                <a:lnTo>
                  <a:pt x="8257" y="293"/>
                </a:lnTo>
                <a:cubicBezTo>
                  <a:pt x="8247" y="297"/>
                  <a:pt x="8240" y="300"/>
                  <a:pt x="8233" y="300"/>
                </a:cubicBezTo>
                <a:close/>
                <a:moveTo>
                  <a:pt x="7750" y="300"/>
                </a:moveTo>
                <a:cubicBezTo>
                  <a:pt x="7743" y="300"/>
                  <a:pt x="7736" y="297"/>
                  <a:pt x="7733" y="293"/>
                </a:cubicBezTo>
                <a:cubicBezTo>
                  <a:pt x="7722" y="282"/>
                  <a:pt x="7722" y="265"/>
                  <a:pt x="7733" y="254"/>
                </a:cubicBezTo>
                <a:lnTo>
                  <a:pt x="7976" y="11"/>
                </a:lnTo>
                <a:cubicBezTo>
                  <a:pt x="7986" y="1"/>
                  <a:pt x="8004" y="1"/>
                  <a:pt x="8014" y="11"/>
                </a:cubicBezTo>
                <a:cubicBezTo>
                  <a:pt x="8025" y="22"/>
                  <a:pt x="8025" y="39"/>
                  <a:pt x="8014" y="50"/>
                </a:cubicBezTo>
                <a:lnTo>
                  <a:pt x="7771" y="293"/>
                </a:lnTo>
                <a:cubicBezTo>
                  <a:pt x="7764" y="297"/>
                  <a:pt x="7757" y="300"/>
                  <a:pt x="7750" y="300"/>
                </a:cubicBezTo>
                <a:close/>
                <a:moveTo>
                  <a:pt x="7268" y="300"/>
                </a:moveTo>
                <a:cubicBezTo>
                  <a:pt x="7260" y="300"/>
                  <a:pt x="7253" y="297"/>
                  <a:pt x="7250" y="293"/>
                </a:cubicBezTo>
                <a:cubicBezTo>
                  <a:pt x="7239" y="282"/>
                  <a:pt x="7239" y="265"/>
                  <a:pt x="7250" y="254"/>
                </a:cubicBezTo>
                <a:lnTo>
                  <a:pt x="7493" y="11"/>
                </a:lnTo>
                <a:cubicBezTo>
                  <a:pt x="7504" y="1"/>
                  <a:pt x="7521" y="1"/>
                  <a:pt x="7532" y="11"/>
                </a:cubicBezTo>
                <a:cubicBezTo>
                  <a:pt x="7542" y="22"/>
                  <a:pt x="7542" y="39"/>
                  <a:pt x="7532" y="50"/>
                </a:cubicBezTo>
                <a:lnTo>
                  <a:pt x="7289" y="289"/>
                </a:lnTo>
                <a:cubicBezTo>
                  <a:pt x="7282" y="297"/>
                  <a:pt x="7275" y="300"/>
                  <a:pt x="7268" y="300"/>
                </a:cubicBezTo>
                <a:close/>
                <a:moveTo>
                  <a:pt x="6785" y="300"/>
                </a:moveTo>
                <a:cubicBezTo>
                  <a:pt x="6778" y="300"/>
                  <a:pt x="6771" y="297"/>
                  <a:pt x="6767" y="293"/>
                </a:cubicBezTo>
                <a:cubicBezTo>
                  <a:pt x="6757" y="282"/>
                  <a:pt x="6757" y="265"/>
                  <a:pt x="6767" y="254"/>
                </a:cubicBezTo>
                <a:lnTo>
                  <a:pt x="7010" y="11"/>
                </a:lnTo>
                <a:cubicBezTo>
                  <a:pt x="7021" y="1"/>
                  <a:pt x="7039" y="1"/>
                  <a:pt x="7049" y="11"/>
                </a:cubicBezTo>
                <a:cubicBezTo>
                  <a:pt x="7060" y="22"/>
                  <a:pt x="7060" y="39"/>
                  <a:pt x="7049" y="50"/>
                </a:cubicBezTo>
                <a:lnTo>
                  <a:pt x="6806" y="293"/>
                </a:lnTo>
                <a:cubicBezTo>
                  <a:pt x="6799" y="297"/>
                  <a:pt x="6792" y="300"/>
                  <a:pt x="6785" y="300"/>
                </a:cubicBezTo>
                <a:close/>
                <a:moveTo>
                  <a:pt x="6302" y="300"/>
                </a:moveTo>
                <a:cubicBezTo>
                  <a:pt x="6295" y="300"/>
                  <a:pt x="6288" y="297"/>
                  <a:pt x="6285" y="293"/>
                </a:cubicBezTo>
                <a:cubicBezTo>
                  <a:pt x="6274" y="282"/>
                  <a:pt x="6274" y="265"/>
                  <a:pt x="6285" y="254"/>
                </a:cubicBezTo>
                <a:lnTo>
                  <a:pt x="6528" y="11"/>
                </a:lnTo>
                <a:cubicBezTo>
                  <a:pt x="6538" y="1"/>
                  <a:pt x="6556" y="1"/>
                  <a:pt x="6566" y="11"/>
                </a:cubicBezTo>
                <a:cubicBezTo>
                  <a:pt x="6577" y="22"/>
                  <a:pt x="6577" y="39"/>
                  <a:pt x="6566" y="50"/>
                </a:cubicBezTo>
                <a:lnTo>
                  <a:pt x="6323" y="293"/>
                </a:lnTo>
                <a:cubicBezTo>
                  <a:pt x="6316" y="297"/>
                  <a:pt x="6309" y="300"/>
                  <a:pt x="6302" y="300"/>
                </a:cubicBezTo>
                <a:close/>
                <a:moveTo>
                  <a:pt x="5820" y="300"/>
                </a:moveTo>
                <a:cubicBezTo>
                  <a:pt x="5813" y="300"/>
                  <a:pt x="5806" y="297"/>
                  <a:pt x="5802" y="293"/>
                </a:cubicBezTo>
                <a:cubicBezTo>
                  <a:pt x="5791" y="282"/>
                  <a:pt x="5791" y="265"/>
                  <a:pt x="5802" y="254"/>
                </a:cubicBezTo>
                <a:lnTo>
                  <a:pt x="6045" y="11"/>
                </a:lnTo>
                <a:cubicBezTo>
                  <a:pt x="6056" y="1"/>
                  <a:pt x="6073" y="1"/>
                  <a:pt x="6084" y="11"/>
                </a:cubicBezTo>
                <a:cubicBezTo>
                  <a:pt x="6094" y="22"/>
                  <a:pt x="6094" y="39"/>
                  <a:pt x="6084" y="50"/>
                </a:cubicBezTo>
                <a:lnTo>
                  <a:pt x="5841" y="293"/>
                </a:lnTo>
                <a:cubicBezTo>
                  <a:pt x="5834" y="297"/>
                  <a:pt x="5827" y="300"/>
                  <a:pt x="5820" y="300"/>
                </a:cubicBezTo>
                <a:close/>
                <a:moveTo>
                  <a:pt x="5337" y="300"/>
                </a:moveTo>
                <a:cubicBezTo>
                  <a:pt x="5330" y="300"/>
                  <a:pt x="5323" y="297"/>
                  <a:pt x="5319" y="293"/>
                </a:cubicBezTo>
                <a:cubicBezTo>
                  <a:pt x="5309" y="282"/>
                  <a:pt x="5309" y="265"/>
                  <a:pt x="5319" y="254"/>
                </a:cubicBezTo>
                <a:lnTo>
                  <a:pt x="5562" y="11"/>
                </a:lnTo>
                <a:cubicBezTo>
                  <a:pt x="5573" y="1"/>
                  <a:pt x="5591" y="1"/>
                  <a:pt x="5601" y="11"/>
                </a:cubicBezTo>
                <a:cubicBezTo>
                  <a:pt x="5612" y="22"/>
                  <a:pt x="5612" y="39"/>
                  <a:pt x="5601" y="50"/>
                </a:cubicBezTo>
                <a:lnTo>
                  <a:pt x="5358" y="293"/>
                </a:lnTo>
                <a:cubicBezTo>
                  <a:pt x="5351" y="297"/>
                  <a:pt x="5344" y="300"/>
                  <a:pt x="5337" y="300"/>
                </a:cubicBezTo>
                <a:close/>
                <a:moveTo>
                  <a:pt x="4854" y="300"/>
                </a:moveTo>
                <a:cubicBezTo>
                  <a:pt x="4847" y="300"/>
                  <a:pt x="4840" y="297"/>
                  <a:pt x="4837" y="293"/>
                </a:cubicBezTo>
                <a:cubicBezTo>
                  <a:pt x="4826" y="282"/>
                  <a:pt x="4826" y="265"/>
                  <a:pt x="4837" y="254"/>
                </a:cubicBezTo>
                <a:lnTo>
                  <a:pt x="5080" y="11"/>
                </a:lnTo>
                <a:cubicBezTo>
                  <a:pt x="5090" y="1"/>
                  <a:pt x="5108" y="1"/>
                  <a:pt x="5119" y="11"/>
                </a:cubicBezTo>
                <a:cubicBezTo>
                  <a:pt x="5129" y="22"/>
                  <a:pt x="5129" y="39"/>
                  <a:pt x="5119" y="50"/>
                </a:cubicBezTo>
                <a:lnTo>
                  <a:pt x="4875" y="293"/>
                </a:lnTo>
                <a:cubicBezTo>
                  <a:pt x="4865" y="297"/>
                  <a:pt x="4861" y="300"/>
                  <a:pt x="4854" y="300"/>
                </a:cubicBezTo>
                <a:close/>
                <a:moveTo>
                  <a:pt x="4372" y="300"/>
                </a:moveTo>
                <a:cubicBezTo>
                  <a:pt x="4365" y="300"/>
                  <a:pt x="4358" y="297"/>
                  <a:pt x="4354" y="293"/>
                </a:cubicBezTo>
                <a:cubicBezTo>
                  <a:pt x="4344" y="282"/>
                  <a:pt x="4344" y="265"/>
                  <a:pt x="4354" y="254"/>
                </a:cubicBezTo>
                <a:lnTo>
                  <a:pt x="4597" y="11"/>
                </a:lnTo>
                <a:cubicBezTo>
                  <a:pt x="4608" y="1"/>
                  <a:pt x="4625" y="1"/>
                  <a:pt x="4636" y="11"/>
                </a:cubicBezTo>
                <a:cubicBezTo>
                  <a:pt x="4646" y="22"/>
                  <a:pt x="4646" y="39"/>
                  <a:pt x="4636" y="50"/>
                </a:cubicBezTo>
                <a:lnTo>
                  <a:pt x="4393" y="293"/>
                </a:lnTo>
                <a:cubicBezTo>
                  <a:pt x="4382" y="297"/>
                  <a:pt x="4379" y="300"/>
                  <a:pt x="4372" y="300"/>
                </a:cubicBezTo>
                <a:close/>
                <a:moveTo>
                  <a:pt x="3889" y="300"/>
                </a:moveTo>
                <a:cubicBezTo>
                  <a:pt x="3882" y="300"/>
                  <a:pt x="3875" y="297"/>
                  <a:pt x="3871" y="293"/>
                </a:cubicBezTo>
                <a:cubicBezTo>
                  <a:pt x="3861" y="282"/>
                  <a:pt x="3861" y="265"/>
                  <a:pt x="3871" y="254"/>
                </a:cubicBezTo>
                <a:lnTo>
                  <a:pt x="4115" y="11"/>
                </a:lnTo>
                <a:cubicBezTo>
                  <a:pt x="4125" y="1"/>
                  <a:pt x="4143" y="1"/>
                  <a:pt x="4153" y="11"/>
                </a:cubicBezTo>
                <a:cubicBezTo>
                  <a:pt x="4164" y="22"/>
                  <a:pt x="4164" y="39"/>
                  <a:pt x="4153" y="50"/>
                </a:cubicBezTo>
                <a:lnTo>
                  <a:pt x="3910" y="293"/>
                </a:lnTo>
                <a:cubicBezTo>
                  <a:pt x="3900" y="297"/>
                  <a:pt x="3896" y="300"/>
                  <a:pt x="3889" y="300"/>
                </a:cubicBezTo>
                <a:close/>
                <a:moveTo>
                  <a:pt x="3406" y="300"/>
                </a:moveTo>
                <a:cubicBezTo>
                  <a:pt x="3399" y="300"/>
                  <a:pt x="3392" y="297"/>
                  <a:pt x="3389" y="293"/>
                </a:cubicBezTo>
                <a:cubicBezTo>
                  <a:pt x="3378" y="282"/>
                  <a:pt x="3378" y="265"/>
                  <a:pt x="3389" y="254"/>
                </a:cubicBezTo>
                <a:lnTo>
                  <a:pt x="3632" y="11"/>
                </a:lnTo>
                <a:cubicBezTo>
                  <a:pt x="3642" y="1"/>
                  <a:pt x="3660" y="1"/>
                  <a:pt x="3671" y="11"/>
                </a:cubicBezTo>
                <a:cubicBezTo>
                  <a:pt x="3681" y="22"/>
                  <a:pt x="3681" y="39"/>
                  <a:pt x="3671" y="50"/>
                </a:cubicBezTo>
                <a:lnTo>
                  <a:pt x="3428" y="293"/>
                </a:lnTo>
                <a:cubicBezTo>
                  <a:pt x="3417" y="297"/>
                  <a:pt x="3413" y="300"/>
                  <a:pt x="3406" y="300"/>
                </a:cubicBezTo>
                <a:close/>
                <a:moveTo>
                  <a:pt x="2924" y="300"/>
                </a:moveTo>
                <a:cubicBezTo>
                  <a:pt x="2917" y="300"/>
                  <a:pt x="2910" y="297"/>
                  <a:pt x="2906" y="293"/>
                </a:cubicBezTo>
                <a:cubicBezTo>
                  <a:pt x="2896" y="282"/>
                  <a:pt x="2896" y="265"/>
                  <a:pt x="2906" y="254"/>
                </a:cubicBezTo>
                <a:lnTo>
                  <a:pt x="3149" y="11"/>
                </a:lnTo>
                <a:cubicBezTo>
                  <a:pt x="3160" y="1"/>
                  <a:pt x="3177" y="0"/>
                  <a:pt x="3188" y="11"/>
                </a:cubicBezTo>
                <a:cubicBezTo>
                  <a:pt x="3199" y="21"/>
                  <a:pt x="3199" y="39"/>
                  <a:pt x="3188" y="50"/>
                </a:cubicBezTo>
                <a:lnTo>
                  <a:pt x="2945" y="293"/>
                </a:lnTo>
                <a:cubicBezTo>
                  <a:pt x="2934" y="297"/>
                  <a:pt x="2931" y="300"/>
                  <a:pt x="2924" y="300"/>
                </a:cubicBezTo>
                <a:close/>
                <a:moveTo>
                  <a:pt x="2441" y="300"/>
                </a:moveTo>
                <a:cubicBezTo>
                  <a:pt x="2434" y="300"/>
                  <a:pt x="2427" y="297"/>
                  <a:pt x="2424" y="293"/>
                </a:cubicBezTo>
                <a:cubicBezTo>
                  <a:pt x="2413" y="282"/>
                  <a:pt x="2413" y="265"/>
                  <a:pt x="2424" y="254"/>
                </a:cubicBezTo>
                <a:lnTo>
                  <a:pt x="2667" y="11"/>
                </a:lnTo>
                <a:cubicBezTo>
                  <a:pt x="2677" y="1"/>
                  <a:pt x="2694" y="0"/>
                  <a:pt x="2705" y="11"/>
                </a:cubicBezTo>
                <a:cubicBezTo>
                  <a:pt x="2715" y="21"/>
                  <a:pt x="2716" y="39"/>
                  <a:pt x="2705" y="50"/>
                </a:cubicBezTo>
                <a:lnTo>
                  <a:pt x="2462" y="293"/>
                </a:lnTo>
                <a:cubicBezTo>
                  <a:pt x="2452" y="297"/>
                  <a:pt x="2448" y="300"/>
                  <a:pt x="2441" y="300"/>
                </a:cubicBezTo>
                <a:close/>
                <a:moveTo>
                  <a:pt x="1959" y="300"/>
                </a:moveTo>
                <a:cubicBezTo>
                  <a:pt x="1951" y="300"/>
                  <a:pt x="1944" y="297"/>
                  <a:pt x="1941" y="293"/>
                </a:cubicBezTo>
                <a:cubicBezTo>
                  <a:pt x="1930" y="282"/>
                  <a:pt x="1930" y="265"/>
                  <a:pt x="1941" y="254"/>
                </a:cubicBezTo>
                <a:lnTo>
                  <a:pt x="2184" y="11"/>
                </a:lnTo>
                <a:cubicBezTo>
                  <a:pt x="2195" y="1"/>
                  <a:pt x="2212" y="0"/>
                  <a:pt x="2223" y="11"/>
                </a:cubicBezTo>
                <a:cubicBezTo>
                  <a:pt x="2233" y="21"/>
                  <a:pt x="2233" y="39"/>
                  <a:pt x="2223" y="50"/>
                </a:cubicBezTo>
                <a:lnTo>
                  <a:pt x="1980" y="293"/>
                </a:lnTo>
                <a:cubicBezTo>
                  <a:pt x="1969" y="297"/>
                  <a:pt x="1966" y="300"/>
                  <a:pt x="1959" y="300"/>
                </a:cubicBezTo>
                <a:close/>
                <a:moveTo>
                  <a:pt x="1476" y="300"/>
                </a:moveTo>
                <a:cubicBezTo>
                  <a:pt x="1469" y="300"/>
                  <a:pt x="1462" y="297"/>
                  <a:pt x="1458" y="293"/>
                </a:cubicBezTo>
                <a:cubicBezTo>
                  <a:pt x="1448" y="282"/>
                  <a:pt x="1448" y="265"/>
                  <a:pt x="1458" y="254"/>
                </a:cubicBezTo>
                <a:lnTo>
                  <a:pt x="1701" y="11"/>
                </a:lnTo>
                <a:cubicBezTo>
                  <a:pt x="1712" y="1"/>
                  <a:pt x="1729" y="0"/>
                  <a:pt x="1740" y="11"/>
                </a:cubicBezTo>
                <a:cubicBezTo>
                  <a:pt x="1750" y="21"/>
                  <a:pt x="1751" y="39"/>
                  <a:pt x="1740" y="50"/>
                </a:cubicBezTo>
                <a:lnTo>
                  <a:pt x="1497" y="293"/>
                </a:lnTo>
                <a:cubicBezTo>
                  <a:pt x="1486" y="297"/>
                  <a:pt x="1483" y="300"/>
                  <a:pt x="1476" y="300"/>
                </a:cubicBezTo>
                <a:close/>
                <a:moveTo>
                  <a:pt x="993" y="300"/>
                </a:moveTo>
                <a:cubicBezTo>
                  <a:pt x="986" y="300"/>
                  <a:pt x="979" y="297"/>
                  <a:pt x="976" y="293"/>
                </a:cubicBezTo>
                <a:cubicBezTo>
                  <a:pt x="965" y="282"/>
                  <a:pt x="965" y="265"/>
                  <a:pt x="976" y="254"/>
                </a:cubicBezTo>
                <a:lnTo>
                  <a:pt x="1219" y="11"/>
                </a:lnTo>
                <a:cubicBezTo>
                  <a:pt x="1229" y="1"/>
                  <a:pt x="1247" y="1"/>
                  <a:pt x="1257" y="11"/>
                </a:cubicBezTo>
                <a:cubicBezTo>
                  <a:pt x="1268" y="22"/>
                  <a:pt x="1268" y="39"/>
                  <a:pt x="1257" y="50"/>
                </a:cubicBezTo>
                <a:lnTo>
                  <a:pt x="1014" y="293"/>
                </a:lnTo>
                <a:cubicBezTo>
                  <a:pt x="1004" y="297"/>
                  <a:pt x="1000" y="300"/>
                  <a:pt x="993" y="300"/>
                </a:cubicBezTo>
                <a:close/>
                <a:moveTo>
                  <a:pt x="511" y="300"/>
                </a:moveTo>
                <a:cubicBezTo>
                  <a:pt x="504" y="300"/>
                  <a:pt x="497" y="297"/>
                  <a:pt x="493" y="293"/>
                </a:cubicBezTo>
                <a:cubicBezTo>
                  <a:pt x="482" y="282"/>
                  <a:pt x="482" y="265"/>
                  <a:pt x="493" y="254"/>
                </a:cubicBezTo>
                <a:lnTo>
                  <a:pt x="736" y="11"/>
                </a:lnTo>
                <a:cubicBezTo>
                  <a:pt x="747" y="1"/>
                  <a:pt x="764" y="1"/>
                  <a:pt x="775" y="11"/>
                </a:cubicBezTo>
                <a:cubicBezTo>
                  <a:pt x="785" y="22"/>
                  <a:pt x="785" y="39"/>
                  <a:pt x="775" y="50"/>
                </a:cubicBezTo>
                <a:lnTo>
                  <a:pt x="528" y="289"/>
                </a:lnTo>
                <a:cubicBezTo>
                  <a:pt x="521" y="297"/>
                  <a:pt x="514" y="300"/>
                  <a:pt x="511" y="300"/>
                </a:cubicBezTo>
                <a:close/>
                <a:moveTo>
                  <a:pt x="28" y="300"/>
                </a:moveTo>
                <a:cubicBezTo>
                  <a:pt x="21" y="300"/>
                  <a:pt x="14" y="297"/>
                  <a:pt x="10" y="293"/>
                </a:cubicBezTo>
                <a:cubicBezTo>
                  <a:pt x="0" y="282"/>
                  <a:pt x="0" y="265"/>
                  <a:pt x="10" y="254"/>
                </a:cubicBezTo>
                <a:lnTo>
                  <a:pt x="253" y="11"/>
                </a:lnTo>
                <a:cubicBezTo>
                  <a:pt x="264" y="1"/>
                  <a:pt x="282" y="1"/>
                  <a:pt x="292" y="11"/>
                </a:cubicBezTo>
                <a:cubicBezTo>
                  <a:pt x="303" y="22"/>
                  <a:pt x="303" y="39"/>
                  <a:pt x="292" y="50"/>
                </a:cubicBezTo>
                <a:lnTo>
                  <a:pt x="49" y="293"/>
                </a:lnTo>
                <a:cubicBezTo>
                  <a:pt x="39" y="297"/>
                  <a:pt x="31" y="300"/>
                  <a:pt x="28" y="300"/>
                </a:cubicBezTo>
                <a:close/>
              </a:path>
            </a:pathLst>
          </a:custGeom>
          <a:solidFill>
            <a:schemeClr val="tx2"/>
          </a:solidFill>
          <a:ln>
            <a:noFill/>
          </a:ln>
          <a:effectLst/>
        </p:spPr>
        <p:txBody>
          <a:bodyPr wrap="none" anchor="ctr"/>
          <a:lstStyle/>
          <a:p>
            <a:endParaRPr lang="en-US" sz="1800"/>
          </a:p>
        </p:txBody>
      </p:sp>
      <p:sp>
        <p:nvSpPr>
          <p:cNvPr id="10"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rgbClr val="00475D"/>
                </a:solidFill>
              </a:defRPr>
            </a:lvl1pPr>
          </a:lstStyle>
          <a:p>
            <a:endParaRPr lang="en-US" dirty="0"/>
          </a:p>
          <a:p>
            <a:endParaRPr lang="en-US" sz="900" dirty="0"/>
          </a:p>
          <a:p>
            <a:r>
              <a:rPr lang="en-US" sz="900" b="1" dirty="0">
                <a:latin typeface="Adient Sans Light" panose="020B0503040402060203" pitchFamily="34" charset="0"/>
              </a:rPr>
              <a:t>Adient - Confidential</a:t>
            </a:r>
          </a:p>
        </p:txBody>
      </p:sp>
      <p:sp>
        <p:nvSpPr>
          <p:cNvPr id="13"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rgbClr val="00475D"/>
                </a:solidFill>
                <a:latin typeface="Adient Sans Light" panose="020B0503040402060203" pitchFamily="34" charset="0"/>
              </a:defRPr>
            </a:lvl1pPr>
          </a:lstStyle>
          <a:p>
            <a:fld id="{295864D2-2B9F-40E2-998E-CC77F1ABC594}" type="slidenum">
              <a:rPr lang="en-US" smtClean="0"/>
              <a:pPr/>
              <a:t>‹#›</a:t>
            </a:fld>
            <a:endParaRPr lang="en-US" dirty="0"/>
          </a:p>
        </p:txBody>
      </p:sp>
    </p:spTree>
    <p:extLst>
      <p:ext uri="{BB962C8B-B14F-4D97-AF65-F5344CB8AC3E}">
        <p14:creationId xmlns:p14="http://schemas.microsoft.com/office/powerpoint/2010/main" val="42919773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816"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and image 1">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6324600" y="1600201"/>
            <a:ext cx="5410200" cy="4572000"/>
          </a:xfrm>
          <a:prstGeom prst="rect">
            <a:avLst/>
          </a:prstGeom>
          <a:pattFill prst="wdUpDiag">
            <a:fgClr>
              <a:schemeClr val="bg1">
                <a:lumMod val="75000"/>
              </a:schemeClr>
            </a:fgClr>
            <a:bgClr>
              <a:schemeClr val="bg1"/>
            </a:bgClr>
          </a:pattFill>
        </p:spPr>
        <p:txBody>
          <a:bodyPr/>
          <a:lstStyle/>
          <a:p>
            <a:r>
              <a:rPr lang="en-US"/>
              <a:t>Click icon to add picture</a:t>
            </a:r>
            <a:endParaRPr lang="en-US" dirty="0"/>
          </a:p>
        </p:txBody>
      </p:sp>
      <p:sp>
        <p:nvSpPr>
          <p:cNvPr id="9" name="Content Placeholder 2"/>
          <p:cNvSpPr>
            <a:spLocks noGrp="1"/>
          </p:cNvSpPr>
          <p:nvPr>
            <p:ph idx="1"/>
          </p:nvPr>
        </p:nvSpPr>
        <p:spPr>
          <a:xfrm>
            <a:off x="438912" y="1552233"/>
            <a:ext cx="5428488" cy="4619968"/>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latin typeface="Adient Sans Light" panose="020B0503040402060203" pitchFamily="34" charset="0"/>
            </a:endParaRPr>
          </a:p>
          <a:p>
            <a:r>
              <a:rPr lang="en-US" sz="900" dirty="0">
                <a:solidFill>
                  <a:srgbClr val="AAAAAA"/>
                </a:solidFill>
                <a:latin typeface="Adient Sans Light" panose="020B0503040402060203" pitchFamily="34" charset="0"/>
              </a:rPr>
              <a:t>Adient - Confidential</a:t>
            </a:r>
          </a:p>
        </p:txBody>
      </p:sp>
      <p:sp>
        <p:nvSpPr>
          <p:cNvPr id="18"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19"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20" name="Straight Connector 19"/>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4" name="Group 1"/>
          <p:cNvGrpSpPr>
            <a:grpSpLocks/>
          </p:cNvGrpSpPr>
          <p:nvPr userDrawn="1"/>
        </p:nvGrpSpPr>
        <p:grpSpPr bwMode="auto">
          <a:xfrm>
            <a:off x="9412224" y="320040"/>
            <a:ext cx="2316480" cy="694944"/>
            <a:chOff x="7132" y="352"/>
            <a:chExt cx="1725" cy="686"/>
          </a:xfrm>
        </p:grpSpPr>
        <p:sp>
          <p:nvSpPr>
            <p:cNvPr id="25"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6"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5983797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and image 2">
    <p:spTree>
      <p:nvGrpSpPr>
        <p:cNvPr id="1" name=""/>
        <p:cNvGrpSpPr/>
        <p:nvPr/>
      </p:nvGrpSpPr>
      <p:grpSpPr>
        <a:xfrm>
          <a:off x="0" y="0"/>
          <a:ext cx="0" cy="0"/>
          <a:chOff x="0" y="0"/>
          <a:chExt cx="0" cy="0"/>
        </a:xfrm>
      </p:grpSpPr>
      <p:sp>
        <p:nvSpPr>
          <p:cNvPr id="11" name="Picture Placeholder 7"/>
          <p:cNvSpPr>
            <a:spLocks noGrp="1"/>
          </p:cNvSpPr>
          <p:nvPr>
            <p:ph type="pic" sz="quarter" idx="14"/>
          </p:nvPr>
        </p:nvSpPr>
        <p:spPr>
          <a:xfrm>
            <a:off x="6324602" y="1602078"/>
            <a:ext cx="5410199" cy="2196807"/>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sp>
        <p:nvSpPr>
          <p:cNvPr id="12" name="Picture Placeholder 7"/>
          <p:cNvSpPr>
            <a:spLocks noGrp="1"/>
          </p:cNvSpPr>
          <p:nvPr>
            <p:ph type="pic" sz="quarter" idx="15"/>
          </p:nvPr>
        </p:nvSpPr>
        <p:spPr>
          <a:xfrm>
            <a:off x="6324600" y="3980933"/>
            <a:ext cx="5410200" cy="2191268"/>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sp>
        <p:nvSpPr>
          <p:cNvPr id="9" name="Content Placeholder 2"/>
          <p:cNvSpPr>
            <a:spLocks noGrp="1"/>
          </p:cNvSpPr>
          <p:nvPr>
            <p:ph idx="1"/>
          </p:nvPr>
        </p:nvSpPr>
        <p:spPr>
          <a:xfrm>
            <a:off x="438912" y="1552233"/>
            <a:ext cx="5428488" cy="4619968"/>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latin typeface="Adient Sans Light" panose="020B0503040402060203" pitchFamily="34" charset="0"/>
            </a:endParaRPr>
          </a:p>
          <a:p>
            <a:r>
              <a:rPr lang="en-US" sz="900" b="1" dirty="0">
                <a:solidFill>
                  <a:srgbClr val="AAAAAA"/>
                </a:solidFill>
                <a:latin typeface="Adient Sans Light" panose="020B0503040402060203" pitchFamily="34" charset="0"/>
              </a:rPr>
              <a:t>Adient - Confidential</a:t>
            </a:r>
          </a:p>
        </p:txBody>
      </p:sp>
      <p:sp>
        <p:nvSpPr>
          <p:cNvPr id="20"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21"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22" name="Straight Connector 21"/>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3" name="Group 1"/>
          <p:cNvGrpSpPr>
            <a:grpSpLocks/>
          </p:cNvGrpSpPr>
          <p:nvPr userDrawn="1"/>
        </p:nvGrpSpPr>
        <p:grpSpPr bwMode="auto">
          <a:xfrm>
            <a:off x="9412224" y="320040"/>
            <a:ext cx="2316480" cy="694944"/>
            <a:chOff x="7132" y="352"/>
            <a:chExt cx="1725" cy="686"/>
          </a:xfrm>
        </p:grpSpPr>
        <p:sp>
          <p:nvSpPr>
            <p:cNvPr id="24"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5"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3145412798"/>
      </p:ext>
    </p:extLst>
  </p:cSld>
  <p:clrMapOvr>
    <a:masterClrMapping/>
  </p:clrMapOvr>
  <p:extLst>
    <p:ext uri="{DCECCB84-F9BA-43D5-87BE-67443E8EF086}">
      <p15:sldGuideLst xmlns:p15="http://schemas.microsoft.com/office/powerpoint/2012/main">
        <p15:guide id="1" orient="horz" pos="2472"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8" name="Content Placeholder 2"/>
          <p:cNvSpPr>
            <a:spLocks noGrp="1"/>
          </p:cNvSpPr>
          <p:nvPr>
            <p:ph idx="1"/>
          </p:nvPr>
        </p:nvSpPr>
        <p:spPr>
          <a:xfrm>
            <a:off x="438912" y="1551304"/>
            <a:ext cx="5428488" cy="4620895"/>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p:cNvSpPr>
            <a:spLocks noGrp="1"/>
          </p:cNvSpPr>
          <p:nvPr>
            <p:ph idx="13"/>
          </p:nvPr>
        </p:nvSpPr>
        <p:spPr>
          <a:xfrm>
            <a:off x="6324599" y="1551304"/>
            <a:ext cx="5409436" cy="4620895"/>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3"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14"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15" name="Straight Connector 14"/>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Group 1"/>
          <p:cNvGrpSpPr>
            <a:grpSpLocks/>
          </p:cNvGrpSpPr>
          <p:nvPr userDrawn="1"/>
        </p:nvGrpSpPr>
        <p:grpSpPr bwMode="auto">
          <a:xfrm>
            <a:off x="9412224" y="320040"/>
            <a:ext cx="2316480" cy="694944"/>
            <a:chOff x="7132" y="352"/>
            <a:chExt cx="1725" cy="686"/>
          </a:xfrm>
        </p:grpSpPr>
        <p:sp>
          <p:nvSpPr>
            <p:cNvPr id="17"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0"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16149952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Content Placeholder 2"/>
          <p:cNvSpPr>
            <a:spLocks noGrp="1"/>
          </p:cNvSpPr>
          <p:nvPr>
            <p:ph idx="1"/>
          </p:nvPr>
        </p:nvSpPr>
        <p:spPr>
          <a:xfrm>
            <a:off x="438912" y="1554480"/>
            <a:ext cx="3462528" cy="461772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8270288" y="1554480"/>
            <a:ext cx="3462528" cy="461772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4"/>
          </p:nvPr>
        </p:nvSpPr>
        <p:spPr>
          <a:xfrm>
            <a:off x="4364960" y="1554480"/>
            <a:ext cx="3462528" cy="461772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6"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17"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18" name="Straight Connector 17"/>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Group 1"/>
          <p:cNvGrpSpPr>
            <a:grpSpLocks/>
          </p:cNvGrpSpPr>
          <p:nvPr userDrawn="1"/>
        </p:nvGrpSpPr>
        <p:grpSpPr bwMode="auto">
          <a:xfrm>
            <a:off x="9412224" y="320040"/>
            <a:ext cx="2316480" cy="694944"/>
            <a:chOff x="7132" y="352"/>
            <a:chExt cx="1725" cy="686"/>
          </a:xfrm>
        </p:grpSpPr>
        <p:sp>
          <p:nvSpPr>
            <p:cNvPr id="20"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1"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3736752516"/>
      </p:ext>
    </p:extLst>
  </p:cSld>
  <p:clrMapOvr>
    <a:masterClrMapping/>
  </p:clrMapOvr>
  <p:extLst>
    <p:ext uri="{DCECCB84-F9BA-43D5-87BE-67443E8EF086}">
      <p15:sldGuideLst xmlns:p15="http://schemas.microsoft.com/office/powerpoint/2012/main">
        <p15:guide id="2" pos="656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Content 1">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457200" y="1601963"/>
            <a:ext cx="5410200" cy="22479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endParaRPr lang="en-US" dirty="0"/>
          </a:p>
        </p:txBody>
      </p:sp>
      <p:sp>
        <p:nvSpPr>
          <p:cNvPr id="10" name="Picture Placeholder 9"/>
          <p:cNvSpPr>
            <a:spLocks noGrp="1"/>
          </p:cNvSpPr>
          <p:nvPr>
            <p:ph type="pic" sz="quarter" idx="14"/>
          </p:nvPr>
        </p:nvSpPr>
        <p:spPr>
          <a:xfrm>
            <a:off x="6324600" y="1601963"/>
            <a:ext cx="5410200" cy="22479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p>
        </p:txBody>
      </p:sp>
      <p:sp>
        <p:nvSpPr>
          <p:cNvPr id="9" name="Content Placeholder 2"/>
          <p:cNvSpPr>
            <a:spLocks noGrp="1"/>
          </p:cNvSpPr>
          <p:nvPr>
            <p:ph idx="1"/>
          </p:nvPr>
        </p:nvSpPr>
        <p:spPr>
          <a:xfrm>
            <a:off x="438912" y="4143370"/>
            <a:ext cx="5428488" cy="202883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5"/>
          </p:nvPr>
        </p:nvSpPr>
        <p:spPr>
          <a:xfrm>
            <a:off x="6324600" y="4143370"/>
            <a:ext cx="5410200" cy="202883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17"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18"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19" name="Straight Connector 18"/>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0" name="Group 1"/>
          <p:cNvGrpSpPr>
            <a:grpSpLocks/>
          </p:cNvGrpSpPr>
          <p:nvPr userDrawn="1"/>
        </p:nvGrpSpPr>
        <p:grpSpPr bwMode="auto">
          <a:xfrm>
            <a:off x="9412224" y="320040"/>
            <a:ext cx="2316480" cy="694944"/>
            <a:chOff x="7132" y="352"/>
            <a:chExt cx="1725" cy="686"/>
          </a:xfrm>
        </p:grpSpPr>
        <p:sp>
          <p:nvSpPr>
            <p:cNvPr id="21"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2"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16558138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496" userDrawn="1">
          <p15:clr>
            <a:srgbClr val="FBAE40"/>
          </p15:clr>
        </p15:guide>
        <p15:guide id="3" orient="horz" pos="26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Content 2">
    <p:spTree>
      <p:nvGrpSpPr>
        <p:cNvPr id="1" name=""/>
        <p:cNvGrpSpPr/>
        <p:nvPr/>
      </p:nvGrpSpPr>
      <p:grpSpPr>
        <a:xfrm>
          <a:off x="0" y="0"/>
          <a:ext cx="0" cy="0"/>
          <a:chOff x="0" y="0"/>
          <a:chExt cx="0" cy="0"/>
        </a:xfrm>
      </p:grpSpPr>
      <p:sp>
        <p:nvSpPr>
          <p:cNvPr id="10" name="Content Placeholder 2"/>
          <p:cNvSpPr>
            <a:spLocks noGrp="1"/>
          </p:cNvSpPr>
          <p:nvPr>
            <p:ph idx="1"/>
          </p:nvPr>
        </p:nvSpPr>
        <p:spPr>
          <a:xfrm>
            <a:off x="443331" y="1549832"/>
            <a:ext cx="2609088" cy="4622369"/>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3"/>
          </p:nvPr>
        </p:nvSpPr>
        <p:spPr>
          <a:xfrm>
            <a:off x="3334512" y="1549832"/>
            <a:ext cx="2609088" cy="4622369"/>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4"/>
          </p:nvPr>
        </p:nvSpPr>
        <p:spPr>
          <a:xfrm>
            <a:off x="6230112" y="1549832"/>
            <a:ext cx="2609088" cy="4622369"/>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5"/>
          </p:nvPr>
        </p:nvSpPr>
        <p:spPr>
          <a:xfrm>
            <a:off x="9125712" y="1549832"/>
            <a:ext cx="2609088" cy="4622369"/>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r>
              <a:rPr lang="en-US" sz="900" dirty="0">
                <a:solidFill>
                  <a:srgbClr val="AAAAAA"/>
                </a:solidFill>
                <a:latin typeface="Adient Sans Light" panose="020B0503040402060203" pitchFamily="34" charset="0"/>
              </a:rPr>
              <a:t>Adient </a:t>
            </a:r>
            <a:r>
              <a:rPr lang="en-US" sz="900" b="1" dirty="0">
                <a:solidFill>
                  <a:srgbClr val="AAAAAA"/>
                </a:solidFill>
                <a:latin typeface="Adient Sans Light" panose="020B0503040402060203" pitchFamily="34" charset="0"/>
              </a:rPr>
              <a:t>- </a:t>
            </a:r>
            <a:r>
              <a:rPr lang="en-US" sz="900" dirty="0">
                <a:solidFill>
                  <a:srgbClr val="AAAAAA"/>
                </a:solidFill>
                <a:latin typeface="Adient Sans Light" panose="020B0503040402060203" pitchFamily="34" charset="0"/>
              </a:rPr>
              <a:t>Confidential</a:t>
            </a:r>
          </a:p>
        </p:txBody>
      </p:sp>
      <p:sp>
        <p:nvSpPr>
          <p:cNvPr id="19"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20"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21" name="Straight Connector 20"/>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2" name="Group 1"/>
          <p:cNvGrpSpPr>
            <a:grpSpLocks/>
          </p:cNvGrpSpPr>
          <p:nvPr userDrawn="1"/>
        </p:nvGrpSpPr>
        <p:grpSpPr bwMode="auto">
          <a:xfrm>
            <a:off x="9412224" y="320040"/>
            <a:ext cx="2316480" cy="694944"/>
            <a:chOff x="7132" y="352"/>
            <a:chExt cx="1725" cy="686"/>
          </a:xfrm>
        </p:grpSpPr>
        <p:sp>
          <p:nvSpPr>
            <p:cNvPr id="23"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4"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4981214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1" name="Picture Placeholder 10"/>
          <p:cNvSpPr>
            <a:spLocks noGrp="1"/>
          </p:cNvSpPr>
          <p:nvPr>
            <p:ph type="pic" sz="quarter" idx="15"/>
          </p:nvPr>
        </p:nvSpPr>
        <p:spPr>
          <a:xfrm>
            <a:off x="457202" y="3962400"/>
            <a:ext cx="2633663" cy="22098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p>
        </p:txBody>
      </p:sp>
      <p:sp>
        <p:nvSpPr>
          <p:cNvPr id="12" name="Picture Placeholder 10"/>
          <p:cNvSpPr>
            <a:spLocks noGrp="1"/>
          </p:cNvSpPr>
          <p:nvPr>
            <p:ph type="pic" sz="quarter" idx="16"/>
          </p:nvPr>
        </p:nvSpPr>
        <p:spPr>
          <a:xfrm>
            <a:off x="3342846" y="3964845"/>
            <a:ext cx="2633663" cy="22098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p>
        </p:txBody>
      </p:sp>
      <p:sp>
        <p:nvSpPr>
          <p:cNvPr id="13" name="Picture Placeholder 10"/>
          <p:cNvSpPr>
            <a:spLocks noGrp="1"/>
          </p:cNvSpPr>
          <p:nvPr>
            <p:ph type="pic" sz="quarter" idx="17"/>
          </p:nvPr>
        </p:nvSpPr>
        <p:spPr>
          <a:xfrm>
            <a:off x="6228587" y="3962400"/>
            <a:ext cx="2633663" cy="22098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p>
        </p:txBody>
      </p:sp>
      <p:sp>
        <p:nvSpPr>
          <p:cNvPr id="14" name="Picture Placeholder 10"/>
          <p:cNvSpPr>
            <a:spLocks noGrp="1"/>
          </p:cNvSpPr>
          <p:nvPr>
            <p:ph type="pic" sz="quarter" idx="18"/>
          </p:nvPr>
        </p:nvSpPr>
        <p:spPr>
          <a:xfrm>
            <a:off x="9101719" y="3962400"/>
            <a:ext cx="2633663" cy="22098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p>
        </p:txBody>
      </p:sp>
      <p:sp>
        <p:nvSpPr>
          <p:cNvPr id="3" name="Content Placeholder 2"/>
          <p:cNvSpPr>
            <a:spLocks noGrp="1"/>
          </p:cNvSpPr>
          <p:nvPr>
            <p:ph sz="half" idx="1"/>
          </p:nvPr>
        </p:nvSpPr>
        <p:spPr>
          <a:xfrm>
            <a:off x="438912" y="1549785"/>
            <a:ext cx="11295888" cy="2229200"/>
          </a:xfrm>
          <a:prstGeom prst="rect">
            <a:avLst/>
          </a:prstGeom>
        </p:spPr>
        <p:txBody>
          <a:bodyPr/>
          <a:lstStyle>
            <a:lvl1pPr>
              <a:defRPr sz="1600"/>
            </a:lvl1pPr>
            <a:lvl2pPr>
              <a:defRPr sz="1400"/>
            </a:lvl2pPr>
            <a:lvl3pPr>
              <a:defRPr sz="14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latin typeface="Adient Sans Light" panose="020B0503040402060203" pitchFamily="34" charset="0"/>
            </a:endParaRPr>
          </a:p>
          <a:p>
            <a:r>
              <a:rPr lang="en-US" sz="900" dirty="0">
                <a:solidFill>
                  <a:srgbClr val="AAAAAA"/>
                </a:solidFill>
                <a:latin typeface="Adient Sans Light" panose="020B0503040402060203" pitchFamily="34" charset="0"/>
              </a:rPr>
              <a:t>Adient - Confidential</a:t>
            </a:r>
          </a:p>
        </p:txBody>
      </p:sp>
      <p:sp>
        <p:nvSpPr>
          <p:cNvPr id="17"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19"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22" name="Straight Connector 21"/>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3" name="Group 1"/>
          <p:cNvGrpSpPr>
            <a:grpSpLocks/>
          </p:cNvGrpSpPr>
          <p:nvPr userDrawn="1"/>
        </p:nvGrpSpPr>
        <p:grpSpPr bwMode="auto">
          <a:xfrm>
            <a:off x="9412224" y="320040"/>
            <a:ext cx="2316480" cy="694944"/>
            <a:chOff x="7132" y="352"/>
            <a:chExt cx="1725" cy="686"/>
          </a:xfrm>
        </p:grpSpPr>
        <p:sp>
          <p:nvSpPr>
            <p:cNvPr id="24"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5"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1179487364"/>
      </p:ext>
    </p:extLst>
  </p:cSld>
  <p:clrMapOvr>
    <a:masterClrMapping/>
  </p:clrMapOvr>
  <p:extLst>
    <p:ext uri="{DCECCB84-F9BA-43D5-87BE-67443E8EF086}">
      <p15:sldGuideLst xmlns:p15="http://schemas.microsoft.com/office/powerpoint/2012/main">
        <p15:guide id="1" orient="horz" pos="2496" userDrawn="1">
          <p15:clr>
            <a:srgbClr val="FBAE40"/>
          </p15:clr>
        </p15:guide>
        <p15:guide id="2" orient="horz" pos="26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9" name="Picture Placeholder 8"/>
          <p:cNvSpPr>
            <a:spLocks noGrp="1"/>
          </p:cNvSpPr>
          <p:nvPr>
            <p:ph type="pic" sz="quarter" idx="14"/>
          </p:nvPr>
        </p:nvSpPr>
        <p:spPr>
          <a:xfrm>
            <a:off x="457200" y="1604606"/>
            <a:ext cx="3450336" cy="2239962"/>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sp>
        <p:nvSpPr>
          <p:cNvPr id="12" name="Picture Placeholder 11"/>
          <p:cNvSpPr>
            <a:spLocks noGrp="1"/>
          </p:cNvSpPr>
          <p:nvPr>
            <p:ph type="pic" sz="quarter" idx="15"/>
          </p:nvPr>
        </p:nvSpPr>
        <p:spPr>
          <a:xfrm>
            <a:off x="4373563" y="1601963"/>
            <a:ext cx="3450336" cy="22479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sp>
        <p:nvSpPr>
          <p:cNvPr id="14" name="Picture Placeholder 13"/>
          <p:cNvSpPr>
            <a:spLocks noGrp="1"/>
          </p:cNvSpPr>
          <p:nvPr>
            <p:ph type="pic" sz="quarter" idx="16"/>
          </p:nvPr>
        </p:nvSpPr>
        <p:spPr>
          <a:xfrm>
            <a:off x="8283667" y="1601962"/>
            <a:ext cx="3450336" cy="224790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dirty="0"/>
            </a:lvl1pPr>
          </a:lstStyle>
          <a:p>
            <a:pPr lvl="0"/>
            <a:r>
              <a:rPr lang="en-US"/>
              <a:t>Click icon to add picture</a:t>
            </a:r>
            <a:endParaRPr lang="en-US" dirty="0"/>
          </a:p>
        </p:txBody>
      </p:sp>
      <p:sp>
        <p:nvSpPr>
          <p:cNvPr id="11" name="Content Placeholder 2"/>
          <p:cNvSpPr>
            <a:spLocks noGrp="1"/>
          </p:cNvSpPr>
          <p:nvPr>
            <p:ph idx="1"/>
          </p:nvPr>
        </p:nvSpPr>
        <p:spPr>
          <a:xfrm>
            <a:off x="438912" y="4038994"/>
            <a:ext cx="3475683" cy="2133206"/>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3"/>
          </p:nvPr>
        </p:nvSpPr>
        <p:spPr>
          <a:xfrm>
            <a:off x="8282867" y="4038994"/>
            <a:ext cx="3450869" cy="2133206"/>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7"/>
          </p:nvPr>
        </p:nvSpPr>
        <p:spPr>
          <a:xfrm>
            <a:off x="4373563" y="4038994"/>
            <a:ext cx="3450336" cy="2133206"/>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dirty="0">
                <a:solidFill>
                  <a:srgbClr val="AAAAAA"/>
                </a:solidFill>
                <a:latin typeface="Adient Sans Light" panose="020B0503040402060203" pitchFamily="34" charset="0"/>
              </a:rPr>
              <a:t>Adient - Confidential</a:t>
            </a:r>
          </a:p>
        </p:txBody>
      </p:sp>
      <p:sp>
        <p:nvSpPr>
          <p:cNvPr id="21"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22"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23" name="Straight Connector 22"/>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4" name="Group 1"/>
          <p:cNvGrpSpPr>
            <a:grpSpLocks/>
          </p:cNvGrpSpPr>
          <p:nvPr userDrawn="1"/>
        </p:nvGrpSpPr>
        <p:grpSpPr bwMode="auto">
          <a:xfrm>
            <a:off x="9412224" y="320040"/>
            <a:ext cx="2316480" cy="694944"/>
            <a:chOff x="7132" y="352"/>
            <a:chExt cx="1725" cy="686"/>
          </a:xfrm>
        </p:grpSpPr>
        <p:sp>
          <p:nvSpPr>
            <p:cNvPr id="25"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6"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651525755"/>
      </p:ext>
    </p:extLst>
  </p:cSld>
  <p:clrMapOvr>
    <a:masterClrMapping/>
  </p:clrMapOvr>
  <p:extLst>
    <p:ext uri="{DCECCB84-F9BA-43D5-87BE-67443E8EF086}">
      <p15:sldGuideLst xmlns:p15="http://schemas.microsoft.com/office/powerpoint/2012/main">
        <p15:guide id="2" pos="6560" userDrawn="1">
          <p15:clr>
            <a:srgbClr val="FBAE40"/>
          </p15:clr>
        </p15:guide>
        <p15:guide id="3" orient="horz" pos="2160" userDrawn="1">
          <p15:clr>
            <a:srgbClr val="FBAE40"/>
          </p15:clr>
        </p15:guide>
        <p15:guide id="4" orient="horz" pos="2496" userDrawn="1">
          <p15:clr>
            <a:srgbClr val="FBAE40"/>
          </p15:clr>
        </p15:guide>
        <p15:guide id="5" orient="horz" pos="26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11" name="Picture Placeholder 10"/>
          <p:cNvSpPr>
            <a:spLocks noGrp="1"/>
          </p:cNvSpPr>
          <p:nvPr>
            <p:ph type="pic" sz="quarter" idx="15"/>
          </p:nvPr>
        </p:nvSpPr>
        <p:spPr>
          <a:xfrm>
            <a:off x="457202" y="1600200"/>
            <a:ext cx="2633663" cy="235045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endParaRPr lang="en-US" dirty="0"/>
          </a:p>
        </p:txBody>
      </p:sp>
      <p:sp>
        <p:nvSpPr>
          <p:cNvPr id="12" name="Picture Placeholder 10"/>
          <p:cNvSpPr>
            <a:spLocks noGrp="1"/>
          </p:cNvSpPr>
          <p:nvPr>
            <p:ph type="pic" sz="quarter" idx="16"/>
          </p:nvPr>
        </p:nvSpPr>
        <p:spPr>
          <a:xfrm>
            <a:off x="3342846" y="1602645"/>
            <a:ext cx="2633663" cy="235045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endParaRPr lang="en-US" dirty="0"/>
          </a:p>
        </p:txBody>
      </p:sp>
      <p:sp>
        <p:nvSpPr>
          <p:cNvPr id="13" name="Picture Placeholder 10"/>
          <p:cNvSpPr>
            <a:spLocks noGrp="1"/>
          </p:cNvSpPr>
          <p:nvPr>
            <p:ph type="pic" sz="quarter" idx="17"/>
          </p:nvPr>
        </p:nvSpPr>
        <p:spPr>
          <a:xfrm>
            <a:off x="6228587" y="1600200"/>
            <a:ext cx="2633663" cy="235045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endParaRPr lang="en-US" dirty="0"/>
          </a:p>
        </p:txBody>
      </p:sp>
      <p:sp>
        <p:nvSpPr>
          <p:cNvPr id="14" name="Picture Placeholder 10"/>
          <p:cNvSpPr>
            <a:spLocks noGrp="1"/>
          </p:cNvSpPr>
          <p:nvPr>
            <p:ph type="pic" sz="quarter" idx="18"/>
          </p:nvPr>
        </p:nvSpPr>
        <p:spPr>
          <a:xfrm>
            <a:off x="9114424" y="1600200"/>
            <a:ext cx="2620377" cy="2350450"/>
          </a:xfrm>
          <a:prstGeom prst="rect">
            <a:avLst/>
          </a:prstGeom>
          <a:pattFill prst="wdUpDiag">
            <a:fgClr>
              <a:schemeClr val="bg1">
                <a:lumMod val="75000"/>
              </a:schemeClr>
            </a:fgClr>
            <a:bgClr>
              <a:schemeClr val="bg1"/>
            </a:bgClr>
          </a:pattFill>
        </p:spPr>
        <p:txBody>
          <a:bodyPr vert="horz" wrap="square" lIns="0" tIns="0" rIns="0" bIns="0" rtlCol="0">
            <a:noAutofit/>
          </a:bodyPr>
          <a:lstStyle>
            <a:lvl1pPr>
              <a:defRPr lang="en-US"/>
            </a:lvl1pPr>
          </a:lstStyle>
          <a:p>
            <a:pPr lvl="0"/>
            <a:r>
              <a:rPr lang="en-US"/>
              <a:t>Click icon to add picture</a:t>
            </a:r>
            <a:endParaRPr lang="en-US" dirty="0"/>
          </a:p>
        </p:txBody>
      </p:sp>
      <p:sp>
        <p:nvSpPr>
          <p:cNvPr id="15" name="Content Placeholder 2"/>
          <p:cNvSpPr>
            <a:spLocks noGrp="1"/>
          </p:cNvSpPr>
          <p:nvPr>
            <p:ph idx="1"/>
          </p:nvPr>
        </p:nvSpPr>
        <p:spPr>
          <a:xfrm>
            <a:off x="438912" y="4143370"/>
            <a:ext cx="2651952" cy="202883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3"/>
          </p:nvPr>
        </p:nvSpPr>
        <p:spPr>
          <a:xfrm>
            <a:off x="3342846" y="4143370"/>
            <a:ext cx="2633661" cy="202883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p:cNvSpPr>
            <a:spLocks noGrp="1"/>
          </p:cNvSpPr>
          <p:nvPr>
            <p:ph idx="14"/>
          </p:nvPr>
        </p:nvSpPr>
        <p:spPr>
          <a:xfrm>
            <a:off x="6230112" y="4143370"/>
            <a:ext cx="2609088" cy="202883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2"/>
          <p:cNvSpPr>
            <a:spLocks noGrp="1"/>
          </p:cNvSpPr>
          <p:nvPr>
            <p:ph idx="19"/>
          </p:nvPr>
        </p:nvSpPr>
        <p:spPr>
          <a:xfrm>
            <a:off x="9119616" y="4143370"/>
            <a:ext cx="2615184" cy="2028830"/>
          </a:xfrm>
          <a:prstGeom prst="rect">
            <a:avLst/>
          </a:prstGeom>
        </p:spPr>
        <p:txBody>
          <a:bodyPr/>
          <a:lstStyle>
            <a:lvl1pPr>
              <a:defRPr sz="1600"/>
            </a:lvl1pPr>
            <a:lvl2pPr>
              <a:defRPr sz="1400" baseline="0"/>
            </a:lvl2pPr>
            <a:lvl3pPr>
              <a:defRPr sz="1400" baseline="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900" baseline="0">
                <a:solidFill>
                  <a:schemeClr val="tx2"/>
                </a:solidFill>
                <a:latin typeface="Adient Sans Light" panose="020B0503040402060203" pitchFamily="34" charset="0"/>
              </a:defRPr>
            </a:lvl1pPr>
          </a:lstStyle>
          <a:p>
            <a:endParaRPr lang="en-US" dirty="0"/>
          </a:p>
          <a:p>
            <a:r>
              <a:rPr lang="en-US" dirty="0">
                <a:solidFill>
                  <a:srgbClr val="AAAAAA"/>
                </a:solidFill>
              </a:rPr>
              <a:t>Adient - Confidential</a:t>
            </a:r>
          </a:p>
        </p:txBody>
      </p:sp>
      <p:sp>
        <p:nvSpPr>
          <p:cNvPr id="24"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25"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26" name="Straight Connector 25"/>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7" name="Group 1"/>
          <p:cNvGrpSpPr>
            <a:grpSpLocks/>
          </p:cNvGrpSpPr>
          <p:nvPr userDrawn="1"/>
        </p:nvGrpSpPr>
        <p:grpSpPr bwMode="auto">
          <a:xfrm>
            <a:off x="9412224" y="320040"/>
            <a:ext cx="2316480" cy="694944"/>
            <a:chOff x="7132" y="352"/>
            <a:chExt cx="1725" cy="686"/>
          </a:xfrm>
        </p:grpSpPr>
        <p:sp>
          <p:nvSpPr>
            <p:cNvPr id="28"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29"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3857269346"/>
      </p:ext>
    </p:extLst>
  </p:cSld>
  <p:clrMapOvr>
    <a:masterClrMapping/>
  </p:clrMapOvr>
  <p:extLst>
    <p:ext uri="{DCECCB84-F9BA-43D5-87BE-67443E8EF086}">
      <p15:sldGuideLst xmlns:p15="http://schemas.microsoft.com/office/powerpoint/2012/main">
        <p15:guide id="1" orient="horz" pos="2496" userDrawn="1">
          <p15:clr>
            <a:srgbClr val="FBAE40"/>
          </p15:clr>
        </p15:guide>
        <p15:guide id="2" orient="horz" pos="26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200" y="1600200"/>
            <a:ext cx="11277600" cy="4572000"/>
          </a:xfrm>
          <a:prstGeom prst="rect">
            <a:avLst/>
          </a:prstGeom>
          <a:pattFill prst="wdUpDiag">
            <a:fgClr>
              <a:schemeClr val="bg1">
                <a:lumMod val="75000"/>
              </a:schemeClr>
            </a:fgClr>
            <a:bgClr>
              <a:schemeClr val="bg1"/>
            </a:bgClr>
          </a:pattFill>
        </p:spPr>
        <p:txBody>
          <a:bodyPr/>
          <a:lstStyle/>
          <a:p>
            <a:r>
              <a:rPr lang="en-US"/>
              <a:t>Click icon to add picture</a:t>
            </a:r>
            <a:endParaRPr lang="en-US" dirty="0"/>
          </a:p>
        </p:txBody>
      </p:sp>
      <p:sp>
        <p:nvSpPr>
          <p:cNvPr id="9"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b="1" dirty="0">
              <a:solidFill>
                <a:srgbClr val="AAAAAA"/>
              </a:solidFill>
            </a:endParaRPr>
          </a:p>
          <a:p>
            <a:r>
              <a:rPr lang="en-US" sz="900" dirty="0">
                <a:solidFill>
                  <a:srgbClr val="AAAAAA"/>
                </a:solidFill>
                <a:latin typeface="Adient Sans Light" panose="020B0503040402060203" pitchFamily="34" charset="0"/>
              </a:rPr>
              <a:t>Adient - Confidential</a:t>
            </a:r>
          </a:p>
        </p:txBody>
      </p:sp>
      <p:sp>
        <p:nvSpPr>
          <p:cNvPr id="12"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13" name="Title 3"/>
          <p:cNvSpPr>
            <a:spLocks noGrp="1"/>
          </p:cNvSpPr>
          <p:nvPr>
            <p:ph type="title"/>
          </p:nvPr>
        </p:nvSpPr>
        <p:spPr>
          <a:xfrm>
            <a:off x="438913" y="461963"/>
            <a:ext cx="8557943" cy="760346"/>
          </a:xfrm>
        </p:spPr>
        <p:txBody>
          <a:bodyPr/>
          <a:lstStyle/>
          <a:p>
            <a:r>
              <a:rPr lang="en-US" dirty="0"/>
              <a:t>Click to edit Master title style</a:t>
            </a:r>
          </a:p>
        </p:txBody>
      </p:sp>
      <p:cxnSp>
        <p:nvCxnSpPr>
          <p:cNvPr id="14" name="Straight Connector 13"/>
          <p:cNvCxnSpPr/>
          <p:nvPr userDrawn="1"/>
        </p:nvCxnSpPr>
        <p:spPr>
          <a:xfrm>
            <a:off x="426079" y="1226297"/>
            <a:ext cx="112776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
          <p:cNvGrpSpPr>
            <a:grpSpLocks/>
          </p:cNvGrpSpPr>
          <p:nvPr userDrawn="1"/>
        </p:nvGrpSpPr>
        <p:grpSpPr bwMode="auto">
          <a:xfrm>
            <a:off x="9412224" y="320040"/>
            <a:ext cx="2316480" cy="694944"/>
            <a:chOff x="7132" y="352"/>
            <a:chExt cx="1725" cy="686"/>
          </a:xfrm>
        </p:grpSpPr>
        <p:sp>
          <p:nvSpPr>
            <p:cNvPr id="16" name="Freeform 2"/>
            <p:cNvSpPr>
              <a:spLocks noChangeArrowheads="1"/>
            </p:cNvSpPr>
            <p:nvPr/>
          </p:nvSpPr>
          <p:spPr bwMode="auto">
            <a:xfrm>
              <a:off x="7344" y="579"/>
              <a:ext cx="1512" cy="239"/>
            </a:xfrm>
            <a:custGeom>
              <a:avLst/>
              <a:gdLst>
                <a:gd name="T0" fmla="*/ 6673 w 6674"/>
                <a:gd name="T1" fmla="*/ 110 h 1057"/>
                <a:gd name="T2" fmla="*/ 6263 w 6674"/>
                <a:gd name="T3" fmla="*/ 206 h 1057"/>
                <a:gd name="T4" fmla="*/ 6153 w 6674"/>
                <a:gd name="T5" fmla="*/ 1054 h 1057"/>
                <a:gd name="T6" fmla="*/ 6039 w 6674"/>
                <a:gd name="T7" fmla="*/ 958 h 1057"/>
                <a:gd name="T8" fmla="*/ 5722 w 6674"/>
                <a:gd name="T9" fmla="*/ 206 h 1057"/>
                <a:gd name="T10" fmla="*/ 5629 w 6674"/>
                <a:gd name="T11" fmla="*/ 96 h 1057"/>
                <a:gd name="T12" fmla="*/ 6582 w 6674"/>
                <a:gd name="T13" fmla="*/ 0 h 1057"/>
                <a:gd name="T14" fmla="*/ 4633 w 6674"/>
                <a:gd name="T15" fmla="*/ 370 h 1057"/>
                <a:gd name="T16" fmla="*/ 4523 w 6674"/>
                <a:gd name="T17" fmla="*/ 1054 h 1057"/>
                <a:gd name="T18" fmla="*/ 4409 w 6674"/>
                <a:gd name="T19" fmla="*/ 958 h 1057"/>
                <a:gd name="T20" fmla="*/ 4519 w 6674"/>
                <a:gd name="T21" fmla="*/ 0 h 1057"/>
                <a:gd name="T22" fmla="*/ 4605 w 6674"/>
                <a:gd name="T23" fmla="*/ 43 h 1057"/>
                <a:gd name="T24" fmla="*/ 5212 w 6674"/>
                <a:gd name="T25" fmla="*/ 96 h 1057"/>
                <a:gd name="T26" fmla="*/ 5326 w 6674"/>
                <a:gd name="T27" fmla="*/ 0 h 1057"/>
                <a:gd name="T28" fmla="*/ 5436 w 6674"/>
                <a:gd name="T29" fmla="*/ 958 h 1057"/>
                <a:gd name="T30" fmla="*/ 5322 w 6674"/>
                <a:gd name="T31" fmla="*/ 1054 h 1057"/>
                <a:gd name="T32" fmla="*/ 4633 w 6674"/>
                <a:gd name="T33" fmla="*/ 370 h 1057"/>
                <a:gd name="T34" fmla="*/ 4045 w 6674"/>
                <a:gd name="T35" fmla="*/ 848 h 1057"/>
                <a:gd name="T36" fmla="*/ 4138 w 6674"/>
                <a:gd name="T37" fmla="*/ 958 h 1057"/>
                <a:gd name="T38" fmla="*/ 3383 w 6674"/>
                <a:gd name="T39" fmla="*/ 1054 h 1057"/>
                <a:gd name="T40" fmla="*/ 3273 w 6674"/>
                <a:gd name="T41" fmla="*/ 96 h 1057"/>
                <a:gd name="T42" fmla="*/ 4045 w 6674"/>
                <a:gd name="T43" fmla="*/ 0 h 1057"/>
                <a:gd name="T44" fmla="*/ 4138 w 6674"/>
                <a:gd name="T45" fmla="*/ 110 h 1057"/>
                <a:gd name="T46" fmla="*/ 3497 w 6674"/>
                <a:gd name="T47" fmla="*/ 206 h 1057"/>
                <a:gd name="T48" fmla="*/ 3916 w 6674"/>
                <a:gd name="T49" fmla="*/ 415 h 1057"/>
                <a:gd name="T50" fmla="*/ 4009 w 6674"/>
                <a:gd name="T51" fmla="*/ 525 h 1057"/>
                <a:gd name="T52" fmla="*/ 3497 w 6674"/>
                <a:gd name="T53" fmla="*/ 620 h 1057"/>
                <a:gd name="T54" fmla="*/ 2939 w 6674"/>
                <a:gd name="T55" fmla="*/ 958 h 1057"/>
                <a:gd name="T56" fmla="*/ 2825 w 6674"/>
                <a:gd name="T57" fmla="*/ 1054 h 1057"/>
                <a:gd name="T58" fmla="*/ 2715 w 6674"/>
                <a:gd name="T59" fmla="*/ 96 h 1057"/>
                <a:gd name="T60" fmla="*/ 2829 w 6674"/>
                <a:gd name="T61" fmla="*/ 0 h 1057"/>
                <a:gd name="T62" fmla="*/ 2939 w 6674"/>
                <a:gd name="T63" fmla="*/ 958 h 1057"/>
                <a:gd name="T64" fmla="*/ 1621 w 6674"/>
                <a:gd name="T65" fmla="*/ 0 h 1057"/>
                <a:gd name="T66" fmla="*/ 1512 w 6674"/>
                <a:gd name="T67" fmla="*/ 958 h 1057"/>
                <a:gd name="T68" fmla="*/ 1924 w 6674"/>
                <a:gd name="T69" fmla="*/ 1054 h 1057"/>
                <a:gd name="T70" fmla="*/ 1924 w 6674"/>
                <a:gd name="T71" fmla="*/ 0 h 1057"/>
                <a:gd name="T72" fmla="*/ 1734 w 6674"/>
                <a:gd name="T73" fmla="*/ 851 h 1057"/>
                <a:gd name="T74" fmla="*/ 1915 w 6674"/>
                <a:gd name="T75" fmla="*/ 203 h 1057"/>
                <a:gd name="T76" fmla="*/ 1915 w 6674"/>
                <a:gd name="T77" fmla="*/ 851 h 1057"/>
                <a:gd name="T78" fmla="*/ 1025 w 6674"/>
                <a:gd name="T79" fmla="*/ 0 h 1057"/>
                <a:gd name="T80" fmla="*/ 42 w 6674"/>
                <a:gd name="T81" fmla="*/ 901 h 1057"/>
                <a:gd name="T82" fmla="*/ 105 w 6674"/>
                <a:gd name="T83" fmla="*/ 1054 h 1057"/>
                <a:gd name="T84" fmla="*/ 367 w 6674"/>
                <a:gd name="T85" fmla="*/ 863 h 1057"/>
                <a:gd name="T86" fmla="*/ 936 w 6674"/>
                <a:gd name="T87" fmla="*/ 960 h 1057"/>
                <a:gd name="T88" fmla="*/ 1051 w 6674"/>
                <a:gd name="T89" fmla="*/ 1056 h 1057"/>
                <a:gd name="T90" fmla="*/ 1160 w 6674"/>
                <a:gd name="T91" fmla="*/ 98 h 1057"/>
                <a:gd name="T92" fmla="*/ 551 w 6674"/>
                <a:gd name="T93" fmla="*/ 681 h 1057"/>
                <a:gd name="T94" fmla="*/ 941 w 6674"/>
                <a:gd name="T95" fmla="*/ 68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74" h="1057">
                  <a:moveTo>
                    <a:pt x="6673" y="96"/>
                  </a:moveTo>
                  <a:lnTo>
                    <a:pt x="6673" y="110"/>
                  </a:lnTo>
                  <a:cubicBezTo>
                    <a:pt x="6671" y="161"/>
                    <a:pt x="6654" y="206"/>
                    <a:pt x="6580" y="206"/>
                  </a:cubicBezTo>
                  <a:lnTo>
                    <a:pt x="6263" y="206"/>
                  </a:lnTo>
                  <a:lnTo>
                    <a:pt x="6263" y="958"/>
                  </a:lnTo>
                  <a:cubicBezTo>
                    <a:pt x="6263" y="1041"/>
                    <a:pt x="6210" y="1054"/>
                    <a:pt x="6153" y="1054"/>
                  </a:cubicBezTo>
                  <a:lnTo>
                    <a:pt x="6149" y="1054"/>
                  </a:lnTo>
                  <a:cubicBezTo>
                    <a:pt x="6092" y="1054"/>
                    <a:pt x="6039" y="1043"/>
                    <a:pt x="6039" y="958"/>
                  </a:cubicBezTo>
                  <a:lnTo>
                    <a:pt x="6039" y="206"/>
                  </a:lnTo>
                  <a:lnTo>
                    <a:pt x="5722" y="206"/>
                  </a:lnTo>
                  <a:cubicBezTo>
                    <a:pt x="5648" y="206"/>
                    <a:pt x="5631" y="161"/>
                    <a:pt x="5629" y="110"/>
                  </a:cubicBezTo>
                  <a:lnTo>
                    <a:pt x="5629" y="96"/>
                  </a:lnTo>
                  <a:cubicBezTo>
                    <a:pt x="5631" y="45"/>
                    <a:pt x="5648" y="0"/>
                    <a:pt x="5722" y="0"/>
                  </a:cubicBezTo>
                  <a:lnTo>
                    <a:pt x="6582" y="0"/>
                  </a:lnTo>
                  <a:cubicBezTo>
                    <a:pt x="6654" y="0"/>
                    <a:pt x="6671" y="45"/>
                    <a:pt x="6673" y="96"/>
                  </a:cubicBezTo>
                  <a:close/>
                  <a:moveTo>
                    <a:pt x="4633" y="370"/>
                  </a:moveTo>
                  <a:lnTo>
                    <a:pt x="4633" y="958"/>
                  </a:lnTo>
                  <a:cubicBezTo>
                    <a:pt x="4633" y="1041"/>
                    <a:pt x="4580" y="1054"/>
                    <a:pt x="4523" y="1054"/>
                  </a:cubicBezTo>
                  <a:lnTo>
                    <a:pt x="4519" y="1054"/>
                  </a:lnTo>
                  <a:cubicBezTo>
                    <a:pt x="4461" y="1054"/>
                    <a:pt x="4409" y="1043"/>
                    <a:pt x="4409" y="958"/>
                  </a:cubicBezTo>
                  <a:lnTo>
                    <a:pt x="4409" y="96"/>
                  </a:lnTo>
                  <a:cubicBezTo>
                    <a:pt x="4409" y="13"/>
                    <a:pt x="4461" y="0"/>
                    <a:pt x="4519" y="0"/>
                  </a:cubicBezTo>
                  <a:lnTo>
                    <a:pt x="4523" y="0"/>
                  </a:lnTo>
                  <a:cubicBezTo>
                    <a:pt x="4569" y="0"/>
                    <a:pt x="4605" y="43"/>
                    <a:pt x="4605" y="43"/>
                  </a:cubicBezTo>
                  <a:lnTo>
                    <a:pt x="5212" y="683"/>
                  </a:lnTo>
                  <a:lnTo>
                    <a:pt x="5212" y="96"/>
                  </a:lnTo>
                  <a:cubicBezTo>
                    <a:pt x="5212" y="13"/>
                    <a:pt x="5265" y="0"/>
                    <a:pt x="5322" y="0"/>
                  </a:cubicBezTo>
                  <a:lnTo>
                    <a:pt x="5326" y="0"/>
                  </a:lnTo>
                  <a:cubicBezTo>
                    <a:pt x="5383" y="0"/>
                    <a:pt x="5436" y="11"/>
                    <a:pt x="5436" y="96"/>
                  </a:cubicBezTo>
                  <a:lnTo>
                    <a:pt x="5436" y="958"/>
                  </a:lnTo>
                  <a:cubicBezTo>
                    <a:pt x="5436" y="1041"/>
                    <a:pt x="5383" y="1054"/>
                    <a:pt x="5326" y="1054"/>
                  </a:cubicBezTo>
                  <a:lnTo>
                    <a:pt x="5322" y="1054"/>
                  </a:lnTo>
                  <a:cubicBezTo>
                    <a:pt x="5276" y="1054"/>
                    <a:pt x="5240" y="1011"/>
                    <a:pt x="5240" y="1011"/>
                  </a:cubicBezTo>
                  <a:lnTo>
                    <a:pt x="4633" y="370"/>
                  </a:lnTo>
                  <a:close/>
                  <a:moveTo>
                    <a:pt x="3497" y="848"/>
                  </a:moveTo>
                  <a:lnTo>
                    <a:pt x="4045" y="848"/>
                  </a:lnTo>
                  <a:cubicBezTo>
                    <a:pt x="4119" y="848"/>
                    <a:pt x="4136" y="893"/>
                    <a:pt x="4138" y="944"/>
                  </a:cubicBezTo>
                  <a:lnTo>
                    <a:pt x="4138" y="958"/>
                  </a:lnTo>
                  <a:cubicBezTo>
                    <a:pt x="4136" y="1009"/>
                    <a:pt x="4119" y="1054"/>
                    <a:pt x="4045" y="1054"/>
                  </a:cubicBezTo>
                  <a:lnTo>
                    <a:pt x="3383" y="1054"/>
                  </a:lnTo>
                  <a:cubicBezTo>
                    <a:pt x="3326" y="1054"/>
                    <a:pt x="3273" y="1043"/>
                    <a:pt x="3273" y="958"/>
                  </a:cubicBezTo>
                  <a:lnTo>
                    <a:pt x="3273" y="96"/>
                  </a:lnTo>
                  <a:cubicBezTo>
                    <a:pt x="3273" y="13"/>
                    <a:pt x="3326" y="0"/>
                    <a:pt x="3383" y="0"/>
                  </a:cubicBezTo>
                  <a:lnTo>
                    <a:pt x="4045" y="0"/>
                  </a:lnTo>
                  <a:cubicBezTo>
                    <a:pt x="4119" y="0"/>
                    <a:pt x="4136" y="45"/>
                    <a:pt x="4138" y="96"/>
                  </a:cubicBezTo>
                  <a:lnTo>
                    <a:pt x="4138" y="110"/>
                  </a:lnTo>
                  <a:cubicBezTo>
                    <a:pt x="4136" y="161"/>
                    <a:pt x="4119" y="206"/>
                    <a:pt x="4045" y="206"/>
                  </a:cubicBezTo>
                  <a:lnTo>
                    <a:pt x="3497" y="206"/>
                  </a:lnTo>
                  <a:lnTo>
                    <a:pt x="3497" y="415"/>
                  </a:lnTo>
                  <a:lnTo>
                    <a:pt x="3916" y="415"/>
                  </a:lnTo>
                  <a:cubicBezTo>
                    <a:pt x="3990" y="415"/>
                    <a:pt x="4007" y="459"/>
                    <a:pt x="4009" y="510"/>
                  </a:cubicBezTo>
                  <a:lnTo>
                    <a:pt x="4009" y="525"/>
                  </a:lnTo>
                  <a:cubicBezTo>
                    <a:pt x="4007" y="576"/>
                    <a:pt x="3990" y="620"/>
                    <a:pt x="3916" y="620"/>
                  </a:cubicBezTo>
                  <a:lnTo>
                    <a:pt x="3497" y="620"/>
                  </a:lnTo>
                  <a:lnTo>
                    <a:pt x="3497" y="848"/>
                  </a:lnTo>
                  <a:close/>
                  <a:moveTo>
                    <a:pt x="2939" y="958"/>
                  </a:moveTo>
                  <a:cubicBezTo>
                    <a:pt x="2939" y="1041"/>
                    <a:pt x="2886" y="1054"/>
                    <a:pt x="2829" y="1054"/>
                  </a:cubicBezTo>
                  <a:lnTo>
                    <a:pt x="2825" y="1054"/>
                  </a:lnTo>
                  <a:cubicBezTo>
                    <a:pt x="2768" y="1054"/>
                    <a:pt x="2715" y="1043"/>
                    <a:pt x="2715" y="958"/>
                  </a:cubicBezTo>
                  <a:lnTo>
                    <a:pt x="2715" y="96"/>
                  </a:lnTo>
                  <a:cubicBezTo>
                    <a:pt x="2715" y="13"/>
                    <a:pt x="2768" y="0"/>
                    <a:pt x="2825" y="0"/>
                  </a:cubicBezTo>
                  <a:lnTo>
                    <a:pt x="2829" y="0"/>
                  </a:lnTo>
                  <a:cubicBezTo>
                    <a:pt x="2886" y="0"/>
                    <a:pt x="2939" y="11"/>
                    <a:pt x="2939" y="96"/>
                  </a:cubicBezTo>
                  <a:lnTo>
                    <a:pt x="2939" y="958"/>
                  </a:lnTo>
                  <a:close/>
                  <a:moveTo>
                    <a:pt x="1924" y="0"/>
                  </a:moveTo>
                  <a:lnTo>
                    <a:pt x="1621" y="0"/>
                  </a:lnTo>
                  <a:cubicBezTo>
                    <a:pt x="1564" y="0"/>
                    <a:pt x="1512" y="11"/>
                    <a:pt x="1512" y="96"/>
                  </a:cubicBezTo>
                  <a:lnTo>
                    <a:pt x="1512" y="958"/>
                  </a:lnTo>
                  <a:cubicBezTo>
                    <a:pt x="1512" y="1041"/>
                    <a:pt x="1564" y="1054"/>
                    <a:pt x="1621" y="1054"/>
                  </a:cubicBezTo>
                  <a:lnTo>
                    <a:pt x="1924" y="1054"/>
                  </a:lnTo>
                  <a:cubicBezTo>
                    <a:pt x="2218" y="1054"/>
                    <a:pt x="2446" y="812"/>
                    <a:pt x="2446" y="527"/>
                  </a:cubicBezTo>
                  <a:cubicBezTo>
                    <a:pt x="2446" y="241"/>
                    <a:pt x="2218" y="0"/>
                    <a:pt x="1924" y="0"/>
                  </a:cubicBezTo>
                  <a:close/>
                  <a:moveTo>
                    <a:pt x="1915" y="851"/>
                  </a:moveTo>
                  <a:lnTo>
                    <a:pt x="1734" y="851"/>
                  </a:lnTo>
                  <a:lnTo>
                    <a:pt x="1734" y="203"/>
                  </a:lnTo>
                  <a:lnTo>
                    <a:pt x="1915" y="203"/>
                  </a:lnTo>
                  <a:cubicBezTo>
                    <a:pt x="2095" y="203"/>
                    <a:pt x="2226" y="358"/>
                    <a:pt x="2226" y="527"/>
                  </a:cubicBezTo>
                  <a:cubicBezTo>
                    <a:pt x="2226" y="694"/>
                    <a:pt x="2095" y="851"/>
                    <a:pt x="1915" y="851"/>
                  </a:cubicBezTo>
                  <a:close/>
                  <a:moveTo>
                    <a:pt x="1053" y="0"/>
                  </a:moveTo>
                  <a:lnTo>
                    <a:pt x="1025" y="0"/>
                  </a:lnTo>
                  <a:cubicBezTo>
                    <a:pt x="972" y="3"/>
                    <a:pt x="936" y="13"/>
                    <a:pt x="862" y="81"/>
                  </a:cubicBezTo>
                  <a:lnTo>
                    <a:pt x="42" y="901"/>
                  </a:lnTo>
                  <a:cubicBezTo>
                    <a:pt x="0" y="944"/>
                    <a:pt x="2" y="973"/>
                    <a:pt x="10" y="996"/>
                  </a:cubicBezTo>
                  <a:cubicBezTo>
                    <a:pt x="12" y="1001"/>
                    <a:pt x="27" y="1047"/>
                    <a:pt x="105" y="1054"/>
                  </a:cubicBezTo>
                  <a:cubicBezTo>
                    <a:pt x="148" y="1056"/>
                    <a:pt x="186" y="1045"/>
                    <a:pt x="232" y="999"/>
                  </a:cubicBezTo>
                  <a:lnTo>
                    <a:pt x="367" y="863"/>
                  </a:lnTo>
                  <a:lnTo>
                    <a:pt x="936" y="863"/>
                  </a:lnTo>
                  <a:lnTo>
                    <a:pt x="936" y="960"/>
                  </a:lnTo>
                  <a:cubicBezTo>
                    <a:pt x="936" y="1043"/>
                    <a:pt x="989" y="1056"/>
                    <a:pt x="1046" y="1056"/>
                  </a:cubicBezTo>
                  <a:lnTo>
                    <a:pt x="1051" y="1056"/>
                  </a:lnTo>
                  <a:cubicBezTo>
                    <a:pt x="1108" y="1056"/>
                    <a:pt x="1160" y="1045"/>
                    <a:pt x="1160" y="960"/>
                  </a:cubicBezTo>
                  <a:lnTo>
                    <a:pt x="1160" y="98"/>
                  </a:lnTo>
                  <a:cubicBezTo>
                    <a:pt x="1165" y="13"/>
                    <a:pt x="1110" y="0"/>
                    <a:pt x="1053" y="0"/>
                  </a:cubicBezTo>
                  <a:close/>
                  <a:moveTo>
                    <a:pt x="551" y="681"/>
                  </a:moveTo>
                  <a:lnTo>
                    <a:pt x="941" y="292"/>
                  </a:lnTo>
                  <a:lnTo>
                    <a:pt x="941" y="681"/>
                  </a:lnTo>
                  <a:lnTo>
                    <a:pt x="551" y="681"/>
                  </a:lnTo>
                  <a:close/>
                </a:path>
              </a:pathLst>
            </a:custGeom>
            <a:solidFill>
              <a:srgbClr val="00465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17" name="Freeform 3"/>
            <p:cNvSpPr>
              <a:spLocks noChangeArrowheads="1"/>
            </p:cNvSpPr>
            <p:nvPr/>
          </p:nvSpPr>
          <p:spPr bwMode="auto">
            <a:xfrm>
              <a:off x="7127" y="348"/>
              <a:ext cx="695" cy="695"/>
            </a:xfrm>
            <a:custGeom>
              <a:avLst/>
              <a:gdLst>
                <a:gd name="T0" fmla="*/ 196 w 3069"/>
                <a:gd name="T1" fmla="*/ 3016 h 3069"/>
                <a:gd name="T2" fmla="*/ 63 w 3069"/>
                <a:gd name="T3" fmla="*/ 3016 h 3069"/>
                <a:gd name="T4" fmla="*/ 52 w 3069"/>
                <a:gd name="T5" fmla="*/ 3005 h 3069"/>
                <a:gd name="T6" fmla="*/ 52 w 3069"/>
                <a:gd name="T7" fmla="*/ 2872 h 3069"/>
                <a:gd name="T8" fmla="*/ 757 w 3069"/>
                <a:gd name="T9" fmla="*/ 2168 h 3069"/>
                <a:gd name="T10" fmla="*/ 890 w 3069"/>
                <a:gd name="T11" fmla="*/ 2168 h 3069"/>
                <a:gd name="T12" fmla="*/ 900 w 3069"/>
                <a:gd name="T13" fmla="*/ 2178 h 3069"/>
                <a:gd name="T14" fmla="*/ 900 w 3069"/>
                <a:gd name="T15" fmla="*/ 2311 h 3069"/>
                <a:gd name="T16" fmla="*/ 196 w 3069"/>
                <a:gd name="T17" fmla="*/ 3016 h 3069"/>
                <a:gd name="T18" fmla="*/ 2311 w 3069"/>
                <a:gd name="T19" fmla="*/ 901 h 3069"/>
                <a:gd name="T20" fmla="*/ 2178 w 3069"/>
                <a:gd name="T21" fmla="*/ 901 h 3069"/>
                <a:gd name="T22" fmla="*/ 2167 w 3069"/>
                <a:gd name="T23" fmla="*/ 890 h 3069"/>
                <a:gd name="T24" fmla="*/ 2167 w 3069"/>
                <a:gd name="T25" fmla="*/ 757 h 3069"/>
                <a:gd name="T26" fmla="*/ 2871 w 3069"/>
                <a:gd name="T27" fmla="*/ 53 h 3069"/>
                <a:gd name="T28" fmla="*/ 3005 w 3069"/>
                <a:gd name="T29" fmla="*/ 53 h 3069"/>
                <a:gd name="T30" fmla="*/ 3015 w 3069"/>
                <a:gd name="T31" fmla="*/ 64 h 3069"/>
                <a:gd name="T32" fmla="*/ 3015 w 3069"/>
                <a:gd name="T33" fmla="*/ 197 h 3069"/>
                <a:gd name="T34" fmla="*/ 2311 w 3069"/>
                <a:gd name="T35" fmla="*/ 901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9" h="3069">
                  <a:moveTo>
                    <a:pt x="196" y="3016"/>
                  </a:moveTo>
                  <a:cubicBezTo>
                    <a:pt x="143" y="3068"/>
                    <a:pt x="101" y="3049"/>
                    <a:pt x="63" y="3016"/>
                  </a:cubicBezTo>
                  <a:lnTo>
                    <a:pt x="52" y="3005"/>
                  </a:lnTo>
                  <a:cubicBezTo>
                    <a:pt x="19" y="2967"/>
                    <a:pt x="0" y="2925"/>
                    <a:pt x="52" y="2872"/>
                  </a:cubicBezTo>
                  <a:lnTo>
                    <a:pt x="757" y="2168"/>
                  </a:lnTo>
                  <a:cubicBezTo>
                    <a:pt x="810" y="2115"/>
                    <a:pt x="852" y="2134"/>
                    <a:pt x="890" y="2168"/>
                  </a:cubicBezTo>
                  <a:lnTo>
                    <a:pt x="900" y="2178"/>
                  </a:lnTo>
                  <a:cubicBezTo>
                    <a:pt x="934" y="2216"/>
                    <a:pt x="953" y="2258"/>
                    <a:pt x="900" y="2311"/>
                  </a:cubicBezTo>
                  <a:lnTo>
                    <a:pt x="196" y="3016"/>
                  </a:lnTo>
                  <a:close/>
                  <a:moveTo>
                    <a:pt x="2311" y="901"/>
                  </a:moveTo>
                  <a:cubicBezTo>
                    <a:pt x="2258" y="954"/>
                    <a:pt x="2216" y="935"/>
                    <a:pt x="2178" y="901"/>
                  </a:cubicBezTo>
                  <a:lnTo>
                    <a:pt x="2167" y="890"/>
                  </a:lnTo>
                  <a:cubicBezTo>
                    <a:pt x="2133" y="852"/>
                    <a:pt x="2114" y="810"/>
                    <a:pt x="2167" y="757"/>
                  </a:cubicBezTo>
                  <a:lnTo>
                    <a:pt x="2871" y="53"/>
                  </a:lnTo>
                  <a:cubicBezTo>
                    <a:pt x="2924" y="0"/>
                    <a:pt x="2966" y="19"/>
                    <a:pt x="3005" y="53"/>
                  </a:cubicBezTo>
                  <a:lnTo>
                    <a:pt x="3015" y="64"/>
                  </a:lnTo>
                  <a:cubicBezTo>
                    <a:pt x="3049" y="102"/>
                    <a:pt x="3068" y="144"/>
                    <a:pt x="3015" y="197"/>
                  </a:cubicBezTo>
                  <a:lnTo>
                    <a:pt x="2311" y="901"/>
                  </a:lnTo>
                  <a:close/>
                </a:path>
              </a:pathLst>
            </a:custGeom>
            <a:solidFill>
              <a:srgbClr val="BFD3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Tree>
    <p:extLst>
      <p:ext uri="{BB962C8B-B14F-4D97-AF65-F5344CB8AC3E}">
        <p14:creationId xmlns:p14="http://schemas.microsoft.com/office/powerpoint/2010/main" val="21031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12" y="461963"/>
            <a:ext cx="11295888" cy="760346"/>
          </a:xfrm>
          <a:prstGeom prst="rect">
            <a:avLst/>
          </a:prstGeom>
        </p:spPr>
        <p:txBody>
          <a:bodyPr vert="horz" wrap="square" lIns="0" tIns="0" rIns="0" bIns="0" rtlCol="0" anchor="b">
            <a:noAutofit/>
          </a:bodyPr>
          <a:lstStyle/>
          <a:p>
            <a:r>
              <a:rPr lang="en-US" dirty="0"/>
              <a:t>Click to edit Master title style</a:t>
            </a:r>
          </a:p>
        </p:txBody>
      </p:sp>
      <p:sp>
        <p:nvSpPr>
          <p:cNvPr id="5" name="Footer Placeholder 4"/>
          <p:cNvSpPr>
            <a:spLocks noGrp="1"/>
          </p:cNvSpPr>
          <p:nvPr>
            <p:ph type="ftr" sz="quarter" idx="3"/>
          </p:nvPr>
        </p:nvSpPr>
        <p:spPr>
          <a:xfrm>
            <a:off x="952943" y="6319636"/>
            <a:ext cx="4059131" cy="365125"/>
          </a:xfrm>
          <a:prstGeom prst="rect">
            <a:avLst/>
          </a:prstGeom>
        </p:spPr>
        <p:txBody>
          <a:bodyPr vert="horz" wrap="square" lIns="0" tIns="0" rIns="0" bIns="0" rtlCol="0" anchor="b">
            <a:noAutofit/>
          </a:bodyPr>
          <a:lstStyle>
            <a:lvl1pPr algn="l">
              <a:defRPr sz="1000" baseline="0">
                <a:solidFill>
                  <a:schemeClr val="tx2"/>
                </a:solidFill>
              </a:defRPr>
            </a:lvl1p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6" name="Slide Number Placeholder 5"/>
          <p:cNvSpPr>
            <a:spLocks noGrp="1"/>
          </p:cNvSpPr>
          <p:nvPr>
            <p:ph type="sldNum" sz="quarter" idx="4"/>
          </p:nvPr>
        </p:nvSpPr>
        <p:spPr>
          <a:xfrm>
            <a:off x="438913" y="6319637"/>
            <a:ext cx="514031" cy="365125"/>
          </a:xfrm>
          <a:prstGeom prst="rect">
            <a:avLst/>
          </a:prstGeom>
        </p:spPr>
        <p:txBody>
          <a:bodyPr vert="horz" wrap="square" lIns="0" tIns="0" rIns="0" bIns="0" rtlCol="0" anchor="b">
            <a:noAutofit/>
          </a:bodyPr>
          <a:lstStyle>
            <a:lvl1pPr algn="l">
              <a:defRPr sz="1000" i="0" baseline="0">
                <a:solidFill>
                  <a:schemeClr val="tx2"/>
                </a:solidFill>
                <a:latin typeface="Adient Sans Light" panose="020B0503040402060203" pitchFamily="34" charset="0"/>
              </a:defRPr>
            </a:lvl1pPr>
          </a:lstStyle>
          <a:p>
            <a:fld id="{295864D2-2B9F-40E2-998E-CC77F1ABC594}" type="slidenum">
              <a:rPr lang="en-US" smtClean="0"/>
              <a:pPr/>
              <a:t>‹#›</a:t>
            </a:fld>
            <a:endParaRPr lang="en-US" dirty="0"/>
          </a:p>
        </p:txBody>
      </p:sp>
      <p:sp>
        <p:nvSpPr>
          <p:cNvPr id="9" name="Text Placeholder 2"/>
          <p:cNvSpPr>
            <a:spLocks noGrp="1"/>
          </p:cNvSpPr>
          <p:nvPr>
            <p:ph type="body" idx="1"/>
          </p:nvPr>
        </p:nvSpPr>
        <p:spPr>
          <a:xfrm>
            <a:off x="444078" y="1550720"/>
            <a:ext cx="11290721" cy="4623068"/>
          </a:xfrm>
          <a:prstGeom prst="rect">
            <a:avLst/>
          </a:prstGeom>
        </p:spPr>
        <p:txBody>
          <a:bodyPr vert="horz" wrap="square"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0635108"/>
      </p:ext>
    </p:extLst>
  </p:cSld>
  <p:clrMap bg1="lt1" tx1="dk1" bg2="lt2" tx2="dk2" accent1="accent1" accent2="accent2" accent3="accent3" accent4="accent4" accent5="accent5" accent6="accent6" hlink="hlink" folHlink="folHlink"/>
  <p:sldLayoutIdLst>
    <p:sldLayoutId id="2147483740" r:id="rId1"/>
    <p:sldLayoutId id="2147483720" r:id="rId2"/>
    <p:sldLayoutId id="2147483739" r:id="rId3"/>
    <p:sldLayoutId id="2147483745" r:id="rId4"/>
    <p:sldLayoutId id="2147483742" r:id="rId5"/>
    <p:sldLayoutId id="2147483746" r:id="rId6"/>
    <p:sldLayoutId id="2147483743" r:id="rId7"/>
    <p:sldLayoutId id="2147483744" r:id="rId8"/>
    <p:sldLayoutId id="2147483714" r:id="rId9"/>
    <p:sldLayoutId id="2147483747" r:id="rId10"/>
    <p:sldLayoutId id="2147483715" r:id="rId11"/>
    <p:sldLayoutId id="2147483716" r:id="rId12"/>
    <p:sldLayoutId id="2147483717" r:id="rId13"/>
    <p:sldLayoutId id="2147483718" r:id="rId14"/>
    <p:sldLayoutId id="2147483719"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Lst>
  <p:hf hdr="0" dt="0"/>
  <p:txStyles>
    <p:titleStyle>
      <a:lvl1pPr algn="l" defTabSz="685800" rtl="0" eaLnBrk="1" latinLnBrk="0" hangingPunct="1">
        <a:lnSpc>
          <a:spcPct val="100000"/>
        </a:lnSpc>
        <a:spcBef>
          <a:spcPct val="0"/>
        </a:spcBef>
        <a:buNone/>
        <a:defRPr sz="2600" b="1" kern="1200" baseline="0">
          <a:solidFill>
            <a:schemeClr val="tx2"/>
          </a:solidFill>
          <a:latin typeface="Adient Sans" panose="020B0503040402060203" pitchFamily="34" charset="0"/>
          <a:ea typeface="+mj-ea"/>
          <a:cs typeface="+mj-cs"/>
        </a:defRPr>
      </a:lvl1pPr>
    </p:titleStyle>
    <p:bodyStyle>
      <a:lvl1pPr marL="0" indent="0" algn="l" defTabSz="685800" rtl="0" eaLnBrk="1" latinLnBrk="0" hangingPunct="1">
        <a:lnSpc>
          <a:spcPct val="100000"/>
        </a:lnSpc>
        <a:spcBef>
          <a:spcPts val="0"/>
        </a:spcBef>
        <a:spcAft>
          <a:spcPts val="450"/>
        </a:spcAft>
        <a:buFont typeface="Arial" panose="020B0604020202020204" pitchFamily="34" charset="0"/>
        <a:buNone/>
        <a:defRPr sz="1600" b="1" kern="1200">
          <a:solidFill>
            <a:schemeClr val="tx2"/>
          </a:solidFill>
          <a:latin typeface="Adient Sans" panose="020B0503040402060203" pitchFamily="34" charset="0"/>
          <a:ea typeface="+mn-ea"/>
          <a:cs typeface="+mn-cs"/>
        </a:defRPr>
      </a:lvl1pPr>
      <a:lvl2pPr marL="0" indent="0" algn="l" defTabSz="685800" rtl="0" eaLnBrk="1" latinLnBrk="0" hangingPunct="1">
        <a:lnSpc>
          <a:spcPct val="100000"/>
        </a:lnSpc>
        <a:spcBef>
          <a:spcPts val="0"/>
        </a:spcBef>
        <a:spcAft>
          <a:spcPts val="450"/>
        </a:spcAft>
        <a:buFont typeface="Arial" panose="020B0604020202020204" pitchFamily="34" charset="0"/>
        <a:buNone/>
        <a:defRPr sz="1400" kern="1200">
          <a:solidFill>
            <a:schemeClr val="tx1"/>
          </a:solidFill>
          <a:latin typeface="Adient Sans" panose="020B0503040402060203" pitchFamily="34" charset="0"/>
          <a:ea typeface="+mn-ea"/>
          <a:cs typeface="+mn-cs"/>
        </a:defRPr>
      </a:lvl2pPr>
      <a:lvl3pPr marL="171450" indent="-171450" algn="l" defTabSz="685800" rtl="0" eaLnBrk="1" latinLnBrk="0" hangingPunct="1">
        <a:lnSpc>
          <a:spcPct val="100000"/>
        </a:lnSpc>
        <a:spcBef>
          <a:spcPts val="0"/>
        </a:spcBef>
        <a:spcAft>
          <a:spcPts val="450"/>
        </a:spcAft>
        <a:buFont typeface="Arial" panose="020B0604020202020204" pitchFamily="34" charset="0"/>
        <a:buChar char="&gt;"/>
        <a:defRPr sz="1400" kern="1200">
          <a:solidFill>
            <a:schemeClr val="tx1"/>
          </a:solidFill>
          <a:latin typeface="Adient Sans" panose="020B0503040402060203" pitchFamily="34" charset="0"/>
          <a:ea typeface="+mn-ea"/>
          <a:cs typeface="+mn-cs"/>
        </a:defRPr>
      </a:lvl3pPr>
      <a:lvl4pPr marL="344091" indent="-171450" algn="l" defTabSz="685800" rtl="0" eaLnBrk="1" latinLnBrk="0" hangingPunct="1">
        <a:lnSpc>
          <a:spcPct val="100000"/>
        </a:lnSpc>
        <a:spcBef>
          <a:spcPts val="0"/>
        </a:spcBef>
        <a:spcAft>
          <a:spcPts val="450"/>
        </a:spcAft>
        <a:buFont typeface="Arial" panose="020B0604020202020204" pitchFamily="34" charset="0"/>
        <a:buChar char="‒"/>
        <a:defRPr sz="1200" kern="1200">
          <a:solidFill>
            <a:schemeClr val="tx1"/>
          </a:solidFill>
          <a:latin typeface="Adient Sans" panose="020B0503040402060203" pitchFamily="34" charset="0"/>
          <a:ea typeface="+mn-ea"/>
          <a:cs typeface="+mn-cs"/>
        </a:defRPr>
      </a:lvl4pPr>
      <a:lvl5pPr marL="514350" indent="-171450" algn="l" defTabSz="685800" rtl="0" eaLnBrk="1" latinLnBrk="0" hangingPunct="1">
        <a:lnSpc>
          <a:spcPct val="100000"/>
        </a:lnSpc>
        <a:spcBef>
          <a:spcPts val="0"/>
        </a:spcBef>
        <a:spcAft>
          <a:spcPts val="450"/>
        </a:spcAft>
        <a:buFont typeface="Arial" panose="020B0604020202020204" pitchFamily="34" charset="0"/>
        <a:buChar char="‒"/>
        <a:defRPr sz="1200" kern="1200">
          <a:solidFill>
            <a:schemeClr val="tx1"/>
          </a:solidFill>
          <a:latin typeface="Adient Sans" panose="020B0503040402060203"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20" userDrawn="1">
          <p15:clr>
            <a:srgbClr val="F26B43"/>
          </p15:clr>
        </p15:guide>
        <p15:guide id="3" pos="4928" userDrawn="1">
          <p15:clr>
            <a:srgbClr val="F26B43"/>
          </p15:clr>
        </p15:guide>
        <p15:guide id="5" pos="9856" userDrawn="1">
          <p15:clr>
            <a:srgbClr val="F26B43"/>
          </p15:clr>
        </p15:guide>
        <p15:guide id="12" pos="10240" userDrawn="1">
          <p15:clr>
            <a:srgbClr val="F26B43"/>
          </p15:clr>
        </p15:guide>
        <p15:guide id="17" pos="5312" userDrawn="1">
          <p15:clr>
            <a:srgbClr val="F26B43"/>
          </p15:clr>
        </p15:guide>
        <p15:guide id="18" pos="1920" userDrawn="1">
          <p15:clr>
            <a:srgbClr val="F26B43"/>
          </p15:clr>
        </p15:guide>
        <p15:guide id="19" pos="3840" userDrawn="1">
          <p15:clr>
            <a:srgbClr val="F26B43"/>
          </p15:clr>
        </p15:guide>
        <p15:guide id="20" orient="horz" pos="2160" userDrawn="1">
          <p15:clr>
            <a:srgbClr val="F26B43"/>
          </p15:clr>
        </p15:guide>
        <p15:guide id="21" pos="3696" userDrawn="1">
          <p15:clr>
            <a:srgbClr val="F26B43"/>
          </p15:clr>
        </p15:guide>
        <p15:guide id="22" orient="horz" pos="291" userDrawn="1">
          <p15:clr>
            <a:srgbClr val="F26B43"/>
          </p15:clr>
        </p15:guide>
        <p15:guide id="23" pos="7392" userDrawn="1">
          <p15:clr>
            <a:srgbClr val="F26B43"/>
          </p15:clr>
        </p15:guide>
        <p15:guide id="24" orient="horz" pos="722" userDrawn="1">
          <p15:clr>
            <a:srgbClr val="F26B43"/>
          </p15:clr>
        </p15:guide>
        <p15:guide id="26" orient="horz" pos="2400" userDrawn="1">
          <p15:clr>
            <a:srgbClr val="F26B43"/>
          </p15:clr>
        </p15:guide>
        <p15:guide id="27" orient="horz" userDrawn="1">
          <p15:clr>
            <a:srgbClr val="F26B43"/>
          </p15:clr>
        </p15:guide>
        <p15:guide id="28" userDrawn="1">
          <p15:clr>
            <a:srgbClr val="F26B43"/>
          </p15:clr>
        </p15:guide>
        <p15:guide id="29" pos="7680" userDrawn="1">
          <p15:clr>
            <a:srgbClr val="F26B43"/>
          </p15:clr>
        </p15:guide>
        <p15:guide id="30" orient="horz" pos="3888" userDrawn="1">
          <p15:clr>
            <a:srgbClr val="F26B43"/>
          </p15:clr>
        </p15:guide>
        <p15:guide id="31" orient="horz" pos="4320" userDrawn="1">
          <p15:clr>
            <a:srgbClr val="F26B43"/>
          </p15:clr>
        </p15:guide>
        <p15:guide id="32" orient="horz" pos="4176" userDrawn="1">
          <p15:clr>
            <a:srgbClr val="F26B43"/>
          </p15:clr>
        </p15:guide>
        <p15:guide id="33" pos="288" userDrawn="1">
          <p15:clr>
            <a:srgbClr val="F26B43"/>
          </p15:clr>
        </p15:guide>
        <p15:guide id="34" pos="3984" userDrawn="1">
          <p15:clr>
            <a:srgbClr val="F26B43"/>
          </p15:clr>
        </p15:guide>
        <p15:guide id="35" pos="1440" userDrawn="1">
          <p15:clr>
            <a:srgbClr val="F26B43"/>
          </p15:clr>
        </p15:guide>
        <p15:guide id="36" orient="horz" pos="100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6.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6.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sz="quarter"/>
          </p:nvPr>
        </p:nvSpPr>
        <p:spPr>
          <a:xfrm>
            <a:off x="0" y="0"/>
            <a:ext cx="12192000" cy="5567680"/>
          </a:xfrm>
        </p:spPr>
        <p:txBody>
          <a:bodyPr/>
          <a:lstStyle/>
          <a:p>
            <a:r>
              <a:rPr lang="en-US" sz="7200" dirty="0">
                <a:solidFill>
                  <a:schemeClr val="bg2">
                    <a:lumMod val="75000"/>
                  </a:schemeClr>
                </a:solidFill>
              </a:rPr>
              <a:t>Inventory accuracy</a:t>
            </a:r>
            <a:br>
              <a:rPr lang="en-US" sz="7200" dirty="0">
                <a:solidFill>
                  <a:schemeClr val="bg2">
                    <a:lumMod val="75000"/>
                  </a:schemeClr>
                </a:solidFill>
              </a:rPr>
            </a:br>
            <a:r>
              <a:rPr lang="en-US" sz="7200" dirty="0">
                <a:solidFill>
                  <a:schemeClr val="bg2">
                    <a:lumMod val="75000"/>
                  </a:schemeClr>
                </a:solidFill>
              </a:rPr>
              <a:t>Cycle Count and PI</a:t>
            </a:r>
            <a:br>
              <a:rPr lang="en-US" sz="7200" dirty="0">
                <a:solidFill>
                  <a:schemeClr val="bg2">
                    <a:lumMod val="75000"/>
                  </a:schemeClr>
                </a:solidFill>
              </a:rPr>
            </a:br>
            <a:br>
              <a:rPr lang="en-US" sz="7200" dirty="0">
                <a:solidFill>
                  <a:schemeClr val="bg2">
                    <a:lumMod val="75000"/>
                  </a:schemeClr>
                </a:solidFill>
              </a:rPr>
            </a:br>
            <a:r>
              <a:rPr lang="en-US" sz="3200" dirty="0">
                <a:solidFill>
                  <a:schemeClr val="bg2">
                    <a:lumMod val="75000"/>
                  </a:schemeClr>
                </a:solidFill>
              </a:rPr>
              <a:t>								</a:t>
            </a:r>
          </a:p>
        </p:txBody>
      </p:sp>
    </p:spTree>
    <p:extLst>
      <p:ext uri="{BB962C8B-B14F-4D97-AF65-F5344CB8AC3E}">
        <p14:creationId xmlns:p14="http://schemas.microsoft.com/office/powerpoint/2010/main" val="1784442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 Cycle Counting</a:t>
            </a:r>
          </a:p>
        </p:txBody>
      </p:sp>
      <p:sp>
        <p:nvSpPr>
          <p:cNvPr id="8" name="Content Placeholder 7"/>
          <p:cNvSpPr>
            <a:spLocks noGrp="1"/>
          </p:cNvSpPr>
          <p:nvPr>
            <p:ph idx="1"/>
          </p:nvPr>
        </p:nvSpPr>
        <p:spPr/>
        <p:txBody>
          <a:bodyPr/>
          <a:lstStyle/>
          <a:p>
            <a:r>
              <a:rPr lang="en-US" dirty="0"/>
              <a:t>Item ABC classification</a:t>
            </a:r>
          </a:p>
          <a:p>
            <a:pPr lvl="2"/>
            <a:r>
              <a:rPr lang="en-US" sz="2400" b="1" dirty="0">
                <a:solidFill>
                  <a:schemeClr val="bg1"/>
                </a:solidFill>
              </a:rPr>
              <a:t> Print Cycle count worksheet</a:t>
            </a:r>
          </a:p>
          <a:p>
            <a:pPr lvl="2"/>
            <a:r>
              <a:rPr lang="en-US" sz="2400" b="1" dirty="0">
                <a:solidFill>
                  <a:schemeClr val="bg1"/>
                </a:solidFill>
              </a:rPr>
              <a:t> Cycle count results entry</a:t>
            </a:r>
          </a:p>
          <a:p>
            <a:pPr lvl="2"/>
            <a:r>
              <a:rPr lang="en-US" sz="2400" b="1" dirty="0">
                <a:solidFill>
                  <a:schemeClr val="bg1"/>
                </a:solidFill>
              </a:rPr>
              <a:t> Cycle count results entry (Recount)</a:t>
            </a:r>
          </a:p>
          <a:p>
            <a:endParaRPr lang="en-US" dirty="0"/>
          </a:p>
          <a:p>
            <a:pPr marL="0" indent="0">
              <a:buNone/>
            </a:pPr>
            <a:endParaRPr lang="en-US" dirty="0"/>
          </a:p>
        </p:txBody>
      </p:sp>
      <p:sp>
        <p:nvSpPr>
          <p:cNvPr id="5" name="Footer Placeholder 4"/>
          <p:cNvSpPr>
            <a:spLocks noGrp="1"/>
          </p:cNvSpPr>
          <p:nvPr>
            <p:ph type="ftr" sz="quarter" idx="3"/>
          </p:nvPr>
        </p:nvSpPr>
        <p:spPr/>
        <p:txBody>
          <a:body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6" name="Slide Number Placeholder 5"/>
          <p:cNvSpPr>
            <a:spLocks noGrp="1"/>
          </p:cNvSpPr>
          <p:nvPr>
            <p:ph type="sldNum" sz="quarter" idx="4"/>
          </p:nvPr>
        </p:nvSpPr>
        <p:spPr/>
        <p:txBody>
          <a:bodyPr/>
          <a:lstStyle/>
          <a:p>
            <a:fld id="{295864D2-2B9F-40E2-998E-CC77F1ABC594}" type="slidenum">
              <a:rPr lang="en-US" smtClean="0"/>
              <a:pPr/>
              <a:t>2</a:t>
            </a:fld>
            <a:endParaRPr lang="en-US" dirty="0"/>
          </a:p>
        </p:txBody>
      </p:sp>
    </p:spTree>
    <p:extLst>
      <p:ext uri="{BB962C8B-B14F-4D97-AF65-F5344CB8AC3E}">
        <p14:creationId xmlns:p14="http://schemas.microsoft.com/office/powerpoint/2010/main" val="4189702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Learning objectives</a:t>
            </a:r>
          </a:p>
        </p:txBody>
      </p:sp>
      <p:sp>
        <p:nvSpPr>
          <p:cNvPr id="9" name="Text Placeholder 8"/>
          <p:cNvSpPr>
            <a:spLocks noGrp="1"/>
          </p:cNvSpPr>
          <p:nvPr>
            <p:ph type="body" sz="quarter" idx="13"/>
          </p:nvPr>
        </p:nvSpPr>
        <p:spPr>
          <a:xfrm>
            <a:off x="438911" y="2200276"/>
            <a:ext cx="5393717" cy="2522644"/>
          </a:xfrm>
        </p:spPr>
        <p:txBody>
          <a:bodyPr/>
          <a:lstStyle/>
          <a:p>
            <a:r>
              <a:rPr lang="en-US" sz="2000" dirty="0"/>
              <a:t>Upon completion of this course, you should be able to:</a:t>
            </a:r>
          </a:p>
          <a:p>
            <a:endParaRPr lang="en-US" sz="2000" dirty="0"/>
          </a:p>
          <a:p>
            <a:pPr lvl="2"/>
            <a:r>
              <a:rPr lang="en-US" dirty="0"/>
              <a:t>Understand ABC classification </a:t>
            </a:r>
          </a:p>
          <a:p>
            <a:pPr lvl="2"/>
            <a:r>
              <a:rPr lang="en-US" dirty="0"/>
              <a:t>Print Cycle count worksheet</a:t>
            </a:r>
          </a:p>
          <a:p>
            <a:pPr lvl="2"/>
            <a:r>
              <a:rPr lang="en-US" dirty="0"/>
              <a:t>Cycle count results entry</a:t>
            </a:r>
          </a:p>
          <a:p>
            <a:pPr lvl="2"/>
            <a:r>
              <a:rPr lang="en-US" dirty="0"/>
              <a:t>Cycle count results entry (Recount)</a:t>
            </a:r>
          </a:p>
          <a:p>
            <a:pPr marL="0" lvl="2" indent="0">
              <a:buNone/>
            </a:pPr>
            <a:endParaRPr lang="en-US" dirty="0"/>
          </a:p>
        </p:txBody>
      </p:sp>
      <p:pic>
        <p:nvPicPr>
          <p:cNvPr id="11" name="Picture Placeholder 10"/>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3262" r="3262"/>
          <a:stretch>
            <a:fillRect/>
          </a:stretch>
        </p:blipFill>
        <p:spPr/>
      </p:pic>
      <p:sp>
        <p:nvSpPr>
          <p:cNvPr id="4" name="Footer Placeholder 3"/>
          <p:cNvSpPr>
            <a:spLocks noGrp="1"/>
          </p:cNvSpPr>
          <p:nvPr>
            <p:ph type="ftr" sz="quarter" idx="3"/>
          </p:nvPr>
        </p:nvSpPr>
        <p:spPr/>
        <p:txBody>
          <a:bodyPr/>
          <a:lstStyle/>
          <a:p>
            <a:endParaRPr lang="en-US" dirty="0"/>
          </a:p>
          <a:p>
            <a:endParaRPr lang="en-US" dirty="0">
              <a:solidFill>
                <a:srgbClr val="AAAAAA"/>
              </a:solidFill>
            </a:endParaRPr>
          </a:p>
          <a:p>
            <a:r>
              <a:rPr lang="en-US" b="1" dirty="0">
                <a:solidFill>
                  <a:srgbClr val="AAAAAA"/>
                </a:solidFill>
              </a:rPr>
              <a:t>Adient -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3</a:t>
            </a:fld>
            <a:endParaRPr lang="en-US" dirty="0"/>
          </a:p>
        </p:txBody>
      </p:sp>
    </p:spTree>
    <p:extLst>
      <p:ext uri="{BB962C8B-B14F-4D97-AF65-F5344CB8AC3E}">
        <p14:creationId xmlns:p14="http://schemas.microsoft.com/office/powerpoint/2010/main" val="2391620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 Cycle Counting</a:t>
            </a:r>
          </a:p>
        </p:txBody>
      </p:sp>
      <p:sp>
        <p:nvSpPr>
          <p:cNvPr id="8" name="Content Placeholder 7"/>
          <p:cNvSpPr>
            <a:spLocks noGrp="1"/>
          </p:cNvSpPr>
          <p:nvPr>
            <p:ph idx="1"/>
          </p:nvPr>
        </p:nvSpPr>
        <p:spPr>
          <a:xfrm>
            <a:off x="438912" y="1524000"/>
            <a:ext cx="8509779" cy="3385351"/>
          </a:xfrm>
        </p:spPr>
        <p:txBody>
          <a:bodyPr/>
          <a:lstStyle/>
          <a:p>
            <a:r>
              <a:rPr lang="en-US" dirty="0"/>
              <a:t>Item ABC classification</a:t>
            </a:r>
          </a:p>
          <a:p>
            <a:pPr lvl="2"/>
            <a:r>
              <a:rPr lang="en-US" sz="2400" b="1" dirty="0">
                <a:solidFill>
                  <a:schemeClr val="bg1"/>
                </a:solidFill>
              </a:rPr>
              <a:t>Print Cycle count worksheet</a:t>
            </a:r>
          </a:p>
          <a:p>
            <a:pPr lvl="2"/>
            <a:r>
              <a:rPr lang="en-US" sz="2400" b="1" dirty="0">
                <a:solidFill>
                  <a:schemeClr val="bg1"/>
                </a:solidFill>
              </a:rPr>
              <a:t>Cycle count results entry</a:t>
            </a:r>
          </a:p>
          <a:p>
            <a:pPr lvl="2"/>
            <a:r>
              <a:rPr lang="en-US" sz="2400" b="1" dirty="0">
                <a:solidFill>
                  <a:schemeClr val="bg1"/>
                </a:solidFill>
              </a:rPr>
              <a:t>Cycle count results entry (Recount)</a:t>
            </a:r>
          </a:p>
          <a:p>
            <a:endParaRPr lang="en-US" dirty="0"/>
          </a:p>
          <a:p>
            <a:pPr marL="0" indent="0">
              <a:buNone/>
            </a:pPr>
            <a:endParaRPr lang="en-US" dirty="0"/>
          </a:p>
        </p:txBody>
      </p:sp>
      <p:sp>
        <p:nvSpPr>
          <p:cNvPr id="5" name="Footer Placeholder 4"/>
          <p:cNvSpPr>
            <a:spLocks noGrp="1"/>
          </p:cNvSpPr>
          <p:nvPr>
            <p:ph type="ftr" sz="quarter" idx="3"/>
          </p:nvPr>
        </p:nvSpPr>
        <p:spPr/>
        <p:txBody>
          <a:body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6" name="Slide Number Placeholder 5"/>
          <p:cNvSpPr>
            <a:spLocks noGrp="1"/>
          </p:cNvSpPr>
          <p:nvPr>
            <p:ph type="sldNum" sz="quarter" idx="4"/>
          </p:nvPr>
        </p:nvSpPr>
        <p:spPr/>
        <p:txBody>
          <a:bodyPr/>
          <a:lstStyle/>
          <a:p>
            <a:fld id="{295864D2-2B9F-40E2-998E-CC77F1ABC594}" type="slidenum">
              <a:rPr lang="en-US" smtClean="0"/>
              <a:pPr/>
              <a:t>4</a:t>
            </a:fld>
            <a:endParaRPr lang="en-US" dirty="0"/>
          </a:p>
        </p:txBody>
      </p:sp>
    </p:spTree>
    <p:extLst>
      <p:ext uri="{BB962C8B-B14F-4D97-AF65-F5344CB8AC3E}">
        <p14:creationId xmlns:p14="http://schemas.microsoft.com/office/powerpoint/2010/main" val="1157889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912" y="1203327"/>
            <a:ext cx="5657088" cy="914510"/>
          </a:xfrm>
        </p:spPr>
        <p:txBody>
          <a:bodyPr/>
          <a:lstStyle/>
          <a:p>
            <a:r>
              <a:rPr lang="en-US" dirty="0"/>
              <a:t>Cycle counting</a:t>
            </a:r>
            <a:br>
              <a:rPr lang="en-US" dirty="0"/>
            </a:br>
            <a:endParaRPr lang="en-US" dirty="0"/>
          </a:p>
        </p:txBody>
      </p:sp>
      <p:sp>
        <p:nvSpPr>
          <p:cNvPr id="3" name="Text Placeholder 2"/>
          <p:cNvSpPr>
            <a:spLocks noGrp="1"/>
          </p:cNvSpPr>
          <p:nvPr>
            <p:ph type="body" sz="quarter" idx="13"/>
          </p:nvPr>
        </p:nvSpPr>
        <p:spPr>
          <a:xfrm>
            <a:off x="438912" y="2049777"/>
            <a:ext cx="5657088" cy="2799911"/>
          </a:xfrm>
        </p:spPr>
        <p:txBody>
          <a:bodyPr/>
          <a:lstStyle/>
          <a:p>
            <a:pPr lvl="2"/>
            <a:r>
              <a:rPr lang="en-US" sz="2400" dirty="0"/>
              <a:t>1.5.9 Item ABC Status Report/Update</a:t>
            </a:r>
            <a:endParaRPr lang="en-US" sz="2200" b="1" dirty="0"/>
          </a:p>
          <a:p>
            <a:pPr lvl="2"/>
            <a:r>
              <a:rPr lang="en-US" sz="2200" b="1" dirty="0"/>
              <a:t>3.13.1 Print Cycle count worksheet</a:t>
            </a:r>
          </a:p>
          <a:p>
            <a:pPr lvl="2"/>
            <a:r>
              <a:rPr lang="en-US" sz="2200" b="1" dirty="0"/>
              <a:t>3.13.2 Cycle count results entry (Initial)</a:t>
            </a:r>
          </a:p>
          <a:p>
            <a:pPr lvl="2"/>
            <a:r>
              <a:rPr lang="en-US" sz="2200" b="1" dirty="0"/>
              <a:t>3.13.2 Cycle count results entry (Recount)</a:t>
            </a:r>
          </a:p>
          <a:p>
            <a:pPr marL="342900" indent="-342900">
              <a:buFont typeface="Arial" panose="020B0604020202020204" pitchFamily="34" charset="0"/>
              <a:buChar char="&gt;"/>
            </a:pPr>
            <a:endParaRPr lang="en-US" dirty="0"/>
          </a:p>
          <a:p>
            <a:pPr marL="342900" indent="-342900">
              <a:buFont typeface="Arial" panose="020B0604020202020204" pitchFamily="34" charset="0"/>
              <a:buChar char="&gt;"/>
            </a:pPr>
            <a:endParaRPr lang="en-US" dirty="0"/>
          </a:p>
        </p:txBody>
      </p:sp>
      <p:sp>
        <p:nvSpPr>
          <p:cNvPr id="5" name="Footer Placeholder 4"/>
          <p:cNvSpPr>
            <a:spLocks noGrp="1"/>
          </p:cNvSpPr>
          <p:nvPr>
            <p:ph type="ftr" sz="quarter" idx="3"/>
          </p:nvPr>
        </p:nvSpPr>
        <p:spPr/>
        <p:txBody>
          <a:bodyPr/>
          <a:lstStyle/>
          <a:p>
            <a:endParaRPr lang="en-US" dirty="0"/>
          </a:p>
          <a:p>
            <a:endParaRPr lang="en-US" dirty="0">
              <a:solidFill>
                <a:srgbClr val="AAAAAA"/>
              </a:solidFill>
            </a:endParaRPr>
          </a:p>
          <a:p>
            <a:r>
              <a:rPr lang="en-US" b="1" dirty="0">
                <a:solidFill>
                  <a:srgbClr val="AAAAAA"/>
                </a:solidFill>
              </a:rPr>
              <a:t>Adient - Confidential</a:t>
            </a:r>
          </a:p>
        </p:txBody>
      </p:sp>
      <p:sp>
        <p:nvSpPr>
          <p:cNvPr id="6" name="Slide Number Placeholder 5"/>
          <p:cNvSpPr>
            <a:spLocks noGrp="1"/>
          </p:cNvSpPr>
          <p:nvPr>
            <p:ph type="sldNum" sz="quarter" idx="4"/>
          </p:nvPr>
        </p:nvSpPr>
        <p:spPr/>
        <p:txBody>
          <a:bodyPr/>
          <a:lstStyle/>
          <a:p>
            <a:fld id="{295864D2-2B9F-40E2-998E-CC77F1ABC594}" type="slidenum">
              <a:rPr lang="en-US" smtClean="0"/>
              <a:pPr/>
              <a:t>5</a:t>
            </a:fld>
            <a:endParaRPr lang="en-US" dirty="0"/>
          </a:p>
        </p:txBody>
      </p:sp>
      <p:pic>
        <p:nvPicPr>
          <p:cNvPr id="10" name="Picture Placeholder 9"/>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3074" r="13074"/>
          <a:stretch>
            <a:fillRect/>
          </a:stretch>
        </p:blipFill>
        <p:spPr/>
      </p:pic>
    </p:spTree>
    <p:extLst>
      <p:ext uri="{BB962C8B-B14F-4D97-AF65-F5344CB8AC3E}">
        <p14:creationId xmlns:p14="http://schemas.microsoft.com/office/powerpoint/2010/main" val="931860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Process Flow – Cycle Counting</a:t>
            </a:r>
          </a:p>
        </p:txBody>
      </p:sp>
      <p:sp>
        <p:nvSpPr>
          <p:cNvPr id="4" name="Footer Placeholder 3"/>
          <p:cNvSpPr>
            <a:spLocks noGrp="1"/>
          </p:cNvSpPr>
          <p:nvPr>
            <p:ph type="ftr" sz="quarter" idx="3"/>
          </p:nvPr>
        </p:nvSpPr>
        <p:spPr/>
        <p:txBody>
          <a:body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6</a:t>
            </a:fld>
            <a:endParaRPr lang="en-US" dirty="0"/>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438913" y="1649895"/>
            <a:ext cx="11150113" cy="4055165"/>
          </a:xfrm>
          <a:prstGeom prst="rect">
            <a:avLst/>
          </a:prstGeom>
          <a:noFill/>
          <a:ln>
            <a:noFill/>
          </a:ln>
        </p:spPr>
      </p:pic>
    </p:spTree>
    <p:extLst>
      <p:ext uri="{BB962C8B-B14F-4D97-AF65-F5344CB8AC3E}">
        <p14:creationId xmlns:p14="http://schemas.microsoft.com/office/powerpoint/2010/main" val="3715959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b="0" dirty="0"/>
              <a:t>In order to let the system automatically create worklist for usage in the cycle count process, the ABCDE classification needs to be maintained in Item Inventory Data maintenance screen</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7</a:t>
            </a:fld>
            <a:endParaRPr lang="en-US" dirty="0"/>
          </a:p>
        </p:txBody>
      </p:sp>
      <p:sp>
        <p:nvSpPr>
          <p:cNvPr id="3" name="Title 2"/>
          <p:cNvSpPr>
            <a:spLocks noGrp="1"/>
          </p:cNvSpPr>
          <p:nvPr>
            <p:ph type="title"/>
          </p:nvPr>
        </p:nvSpPr>
        <p:spPr/>
        <p:txBody>
          <a:bodyPr/>
          <a:lstStyle/>
          <a:p>
            <a:r>
              <a:rPr lang="en-US" sz="2800" dirty="0"/>
              <a:t>Item ABC Status Report/Update</a:t>
            </a:r>
            <a:endParaRPr lang="en-US" dirty="0"/>
          </a:p>
        </p:txBody>
      </p:sp>
      <p:pic>
        <p:nvPicPr>
          <p:cNvPr id="9" name="Picture 8"/>
          <p:cNvPicPr>
            <a:picLocks noChangeAspect="1"/>
          </p:cNvPicPr>
          <p:nvPr/>
        </p:nvPicPr>
        <p:blipFill>
          <a:blip r:embed="rId3"/>
          <a:stretch>
            <a:fillRect/>
          </a:stretch>
        </p:blipFill>
        <p:spPr>
          <a:xfrm>
            <a:off x="6329856" y="1551304"/>
            <a:ext cx="5334000" cy="4095750"/>
          </a:xfrm>
          <a:prstGeom prst="rect">
            <a:avLst/>
          </a:prstGeom>
        </p:spPr>
      </p:pic>
    </p:spTree>
    <p:extLst>
      <p:ext uri="{BB962C8B-B14F-4D97-AF65-F5344CB8AC3E}">
        <p14:creationId xmlns:p14="http://schemas.microsoft.com/office/powerpoint/2010/main" val="1161774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b="0" dirty="0"/>
              <a:t>This program can be used to print out worksheet where results can be easily signed in. It is possible to set up what items should be counted by many different parameters as needed.</a:t>
            </a:r>
            <a:endParaRPr lang="en-GB" b="0" dirty="0"/>
          </a:p>
          <a:p>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8</a:t>
            </a:fld>
            <a:endParaRPr lang="en-US" dirty="0"/>
          </a:p>
        </p:txBody>
      </p:sp>
      <p:sp>
        <p:nvSpPr>
          <p:cNvPr id="3" name="Title 2"/>
          <p:cNvSpPr>
            <a:spLocks noGrp="1"/>
          </p:cNvSpPr>
          <p:nvPr>
            <p:ph type="title"/>
          </p:nvPr>
        </p:nvSpPr>
        <p:spPr/>
        <p:txBody>
          <a:bodyPr/>
          <a:lstStyle/>
          <a:p>
            <a:r>
              <a:rPr lang="en-US" sz="2800" dirty="0"/>
              <a:t>Cycle count worksheet print</a:t>
            </a:r>
            <a:endParaRPr lang="en-US" dirty="0"/>
          </a:p>
        </p:txBody>
      </p:sp>
      <p:pic>
        <p:nvPicPr>
          <p:cNvPr id="2" name="Picture 1"/>
          <p:cNvPicPr>
            <a:picLocks noChangeAspect="1"/>
          </p:cNvPicPr>
          <p:nvPr/>
        </p:nvPicPr>
        <p:blipFill>
          <a:blip r:embed="rId3"/>
          <a:stretch>
            <a:fillRect/>
          </a:stretch>
        </p:blipFill>
        <p:spPr>
          <a:xfrm>
            <a:off x="5867400" y="1551304"/>
            <a:ext cx="5943600" cy="3790950"/>
          </a:xfrm>
          <a:prstGeom prst="rect">
            <a:avLst/>
          </a:prstGeom>
        </p:spPr>
      </p:pic>
    </p:spTree>
    <p:extLst>
      <p:ext uri="{BB962C8B-B14F-4D97-AF65-F5344CB8AC3E}">
        <p14:creationId xmlns:p14="http://schemas.microsoft.com/office/powerpoint/2010/main" val="694804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b="0" dirty="0"/>
              <a:t>You can enter the results as an “Initial” or a “Recount”. The default is Initial. If the cycle count type is Initial, the </a:t>
            </a:r>
            <a:r>
              <a:rPr lang="en-US" b="0" dirty="0" err="1"/>
              <a:t>qty</a:t>
            </a:r>
            <a:r>
              <a:rPr lang="en-US" b="0" dirty="0"/>
              <a:t> on hand is compared to the count quantity. If the difference is WITHIN the allowed error tolerance, the item quantity on hand is UPDATED to the count value.</a:t>
            </a:r>
            <a:endParaRPr lang="en-GB" b="0" dirty="0"/>
          </a:p>
          <a:p>
            <a:r>
              <a:rPr lang="en-US" dirty="0"/>
              <a:t>.</a:t>
            </a:r>
            <a:endParaRPr lang="en-GB"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9</a:t>
            </a:fld>
            <a:endParaRPr lang="en-US" dirty="0"/>
          </a:p>
        </p:txBody>
      </p:sp>
      <p:sp>
        <p:nvSpPr>
          <p:cNvPr id="3" name="Title 2"/>
          <p:cNvSpPr>
            <a:spLocks noGrp="1"/>
          </p:cNvSpPr>
          <p:nvPr>
            <p:ph type="title"/>
          </p:nvPr>
        </p:nvSpPr>
        <p:spPr/>
        <p:txBody>
          <a:bodyPr/>
          <a:lstStyle/>
          <a:p>
            <a:r>
              <a:rPr lang="en-US" sz="2800" dirty="0"/>
              <a:t>Cycle count results entry (Initial)</a:t>
            </a:r>
            <a:endParaRPr lang="en-US" dirty="0"/>
          </a:p>
        </p:txBody>
      </p:sp>
      <p:pic>
        <p:nvPicPr>
          <p:cNvPr id="2" name="Picture 1"/>
          <p:cNvPicPr>
            <a:picLocks noChangeAspect="1"/>
          </p:cNvPicPr>
          <p:nvPr/>
        </p:nvPicPr>
        <p:blipFill>
          <a:blip r:embed="rId3"/>
          <a:stretch>
            <a:fillRect/>
          </a:stretch>
        </p:blipFill>
        <p:spPr>
          <a:xfrm>
            <a:off x="5867400" y="1403866"/>
            <a:ext cx="6029325" cy="3867150"/>
          </a:xfrm>
          <a:prstGeom prst="rect">
            <a:avLst/>
          </a:prstGeom>
        </p:spPr>
      </p:pic>
    </p:spTree>
    <p:extLst>
      <p:ext uri="{BB962C8B-B14F-4D97-AF65-F5344CB8AC3E}">
        <p14:creationId xmlns:p14="http://schemas.microsoft.com/office/powerpoint/2010/main" val="447990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b="0" dirty="0"/>
              <a:t>In order to enter the “Recount”, the default value needs to be changed to “Recount”. When we post the recounted quantity on hand, it is NOT compared to the count quantity. Regardless of the difference of quantity on hand compared to the item quantity on hand is updated to the count value. A message will be displayed as well (WARNING: Count is out of tolerance.)</a:t>
            </a:r>
          </a:p>
          <a:p>
            <a:endParaRPr lang="en-GB" dirty="0"/>
          </a:p>
          <a:p>
            <a:r>
              <a:rPr lang="en-US" dirty="0"/>
              <a:t>Imp Fields: </a:t>
            </a:r>
            <a:endParaRPr lang="en-GB" dirty="0"/>
          </a:p>
          <a:p>
            <a:r>
              <a:rPr lang="en-US" dirty="0"/>
              <a:t>Cycle Count Type: </a:t>
            </a:r>
            <a:r>
              <a:rPr lang="en-US" b="0" dirty="0"/>
              <a:t>State whether this is an Initial or a Recount</a:t>
            </a:r>
            <a:endParaRPr lang="en-GB" b="0" dirty="0"/>
          </a:p>
          <a:p>
            <a:r>
              <a:rPr lang="en-US" dirty="0"/>
              <a:t>Item Number: </a:t>
            </a:r>
            <a:r>
              <a:rPr lang="en-US" b="0" dirty="0"/>
              <a:t>Item counted</a:t>
            </a:r>
            <a:endParaRPr lang="en-GB" b="0" dirty="0"/>
          </a:p>
          <a:p>
            <a:r>
              <a:rPr lang="en-US" dirty="0"/>
              <a:t>Site: </a:t>
            </a:r>
            <a:r>
              <a:rPr lang="en-US" b="0" dirty="0"/>
              <a:t>This is the SITE where you counted the part.</a:t>
            </a:r>
            <a:endParaRPr lang="en-GB" b="0" dirty="0"/>
          </a:p>
          <a:p>
            <a:r>
              <a:rPr lang="en-US" dirty="0"/>
              <a:t>Location</a:t>
            </a:r>
            <a:r>
              <a:rPr lang="en-US" b="0" dirty="0"/>
              <a:t>: This is the LOCATION in which you counted the part.</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10</a:t>
            </a:fld>
            <a:endParaRPr lang="en-US" dirty="0"/>
          </a:p>
        </p:txBody>
      </p:sp>
      <p:sp>
        <p:nvSpPr>
          <p:cNvPr id="3" name="Title 2"/>
          <p:cNvSpPr>
            <a:spLocks noGrp="1"/>
          </p:cNvSpPr>
          <p:nvPr>
            <p:ph type="title"/>
          </p:nvPr>
        </p:nvSpPr>
        <p:spPr/>
        <p:txBody>
          <a:bodyPr/>
          <a:lstStyle/>
          <a:p>
            <a:r>
              <a:rPr lang="en-US" sz="2800" dirty="0"/>
              <a:t>Cycle count results entry (Recount)</a:t>
            </a:r>
            <a:endParaRPr lang="en-US" dirty="0"/>
          </a:p>
        </p:txBody>
      </p:sp>
      <p:pic>
        <p:nvPicPr>
          <p:cNvPr id="8" name="Picture 7"/>
          <p:cNvPicPr>
            <a:picLocks noChangeAspect="1"/>
          </p:cNvPicPr>
          <p:nvPr/>
        </p:nvPicPr>
        <p:blipFill>
          <a:blip r:embed="rId3"/>
          <a:stretch>
            <a:fillRect/>
          </a:stretch>
        </p:blipFill>
        <p:spPr>
          <a:xfrm>
            <a:off x="5867400" y="1551304"/>
            <a:ext cx="5638800" cy="4114800"/>
          </a:xfrm>
          <a:prstGeom prst="rect">
            <a:avLst/>
          </a:prstGeom>
        </p:spPr>
      </p:pic>
    </p:spTree>
    <p:extLst>
      <p:ext uri="{BB962C8B-B14F-4D97-AF65-F5344CB8AC3E}">
        <p14:creationId xmlns:p14="http://schemas.microsoft.com/office/powerpoint/2010/main" val="1955879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 Physical Inventory</a:t>
            </a:r>
          </a:p>
        </p:txBody>
      </p:sp>
      <p:sp>
        <p:nvSpPr>
          <p:cNvPr id="8" name="Content Placeholder 7"/>
          <p:cNvSpPr>
            <a:spLocks noGrp="1"/>
          </p:cNvSpPr>
          <p:nvPr>
            <p:ph idx="1"/>
          </p:nvPr>
        </p:nvSpPr>
        <p:spPr>
          <a:xfrm>
            <a:off x="438912" y="1523999"/>
            <a:ext cx="11295888" cy="5160761"/>
          </a:xfrm>
        </p:spPr>
        <p:txBody>
          <a:bodyPr/>
          <a:lstStyle/>
          <a:p>
            <a:pPr lvl="2"/>
            <a:r>
              <a:rPr lang="en-US" sz="2400" b="1" dirty="0">
                <a:solidFill>
                  <a:schemeClr val="bg1"/>
                </a:solidFill>
              </a:rPr>
              <a:t> Delete old Tags	</a:t>
            </a:r>
          </a:p>
          <a:p>
            <a:pPr lvl="2"/>
            <a:r>
              <a:rPr lang="en-US" sz="2400" b="1" dirty="0">
                <a:solidFill>
                  <a:schemeClr val="bg1"/>
                </a:solidFill>
              </a:rPr>
              <a:t> Delete/Archive  Zero Balance 	</a:t>
            </a:r>
          </a:p>
          <a:p>
            <a:pPr lvl="2"/>
            <a:r>
              <a:rPr lang="en-US" sz="2400" b="1" dirty="0">
                <a:solidFill>
                  <a:schemeClr val="bg1"/>
                </a:solidFill>
              </a:rPr>
              <a:t> Freeze Inventory Balance </a:t>
            </a:r>
          </a:p>
          <a:p>
            <a:pPr lvl="2"/>
            <a:r>
              <a:rPr lang="en-US" sz="2400" b="1" dirty="0">
                <a:solidFill>
                  <a:schemeClr val="bg1"/>
                </a:solidFill>
              </a:rPr>
              <a:t> Feed stock count details back to system</a:t>
            </a:r>
          </a:p>
          <a:p>
            <a:pPr lvl="2"/>
            <a:r>
              <a:rPr lang="en-US" sz="2400" b="1" dirty="0">
                <a:solidFill>
                  <a:schemeClr val="bg1"/>
                </a:solidFill>
              </a:rPr>
              <a:t> Verify Inventory Variance</a:t>
            </a:r>
          </a:p>
          <a:p>
            <a:pPr lvl="2"/>
            <a:r>
              <a:rPr lang="en-US" sz="2400" b="1" dirty="0">
                <a:solidFill>
                  <a:schemeClr val="bg1"/>
                </a:solidFill>
              </a:rPr>
              <a:t> Update Inventory Balance </a:t>
            </a:r>
          </a:p>
          <a:p>
            <a:endParaRPr lang="en-US" dirty="0"/>
          </a:p>
          <a:p>
            <a:pPr marL="0" indent="0">
              <a:buNone/>
            </a:pPr>
            <a:endParaRPr lang="en-US" dirty="0"/>
          </a:p>
        </p:txBody>
      </p:sp>
      <p:sp>
        <p:nvSpPr>
          <p:cNvPr id="5" name="Footer Placeholder 4"/>
          <p:cNvSpPr>
            <a:spLocks noGrp="1"/>
          </p:cNvSpPr>
          <p:nvPr>
            <p:ph type="ftr" sz="quarter" idx="3"/>
          </p:nvPr>
        </p:nvSpPr>
        <p:spPr/>
        <p:txBody>
          <a:body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6" name="Slide Number Placeholder 5"/>
          <p:cNvSpPr>
            <a:spLocks noGrp="1"/>
          </p:cNvSpPr>
          <p:nvPr>
            <p:ph type="sldNum" sz="quarter" idx="4"/>
          </p:nvPr>
        </p:nvSpPr>
        <p:spPr/>
        <p:txBody>
          <a:bodyPr/>
          <a:lstStyle/>
          <a:p>
            <a:fld id="{295864D2-2B9F-40E2-998E-CC77F1ABC594}" type="slidenum">
              <a:rPr lang="en-US" smtClean="0"/>
              <a:pPr/>
              <a:t>11</a:t>
            </a:fld>
            <a:endParaRPr lang="en-US" dirty="0"/>
          </a:p>
        </p:txBody>
      </p:sp>
    </p:spTree>
    <p:extLst>
      <p:ext uri="{BB962C8B-B14F-4D97-AF65-F5344CB8AC3E}">
        <p14:creationId xmlns:p14="http://schemas.microsoft.com/office/powerpoint/2010/main" val="2017137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912" y="762692"/>
            <a:ext cx="5657088" cy="532708"/>
          </a:xfrm>
        </p:spPr>
        <p:txBody>
          <a:bodyPr/>
          <a:lstStyle/>
          <a:p>
            <a:r>
              <a:rPr lang="en-US" dirty="0"/>
              <a:t>Physical Inventory</a:t>
            </a:r>
            <a:br>
              <a:rPr lang="en-US" dirty="0"/>
            </a:br>
            <a:endParaRPr lang="en-US" dirty="0"/>
          </a:p>
        </p:txBody>
      </p:sp>
      <p:sp>
        <p:nvSpPr>
          <p:cNvPr id="3" name="Text Placeholder 2"/>
          <p:cNvSpPr>
            <a:spLocks noGrp="1"/>
          </p:cNvSpPr>
          <p:nvPr>
            <p:ph type="body" sz="quarter" idx="13"/>
          </p:nvPr>
        </p:nvSpPr>
        <p:spPr>
          <a:xfrm>
            <a:off x="438912" y="1563974"/>
            <a:ext cx="5657088" cy="4206254"/>
          </a:xfrm>
        </p:spPr>
        <p:txBody>
          <a:bodyPr/>
          <a:lstStyle/>
          <a:p>
            <a:pPr lvl="2"/>
            <a:r>
              <a:rPr lang="en-US" sz="2000" b="1" dirty="0"/>
              <a:t>3.16.23: Tag Delete/Archive	</a:t>
            </a:r>
          </a:p>
          <a:p>
            <a:pPr lvl="2"/>
            <a:r>
              <a:rPr lang="en-US" sz="2000" b="1" dirty="0"/>
              <a:t>3.23: Zero Balance Delete/Archive	</a:t>
            </a:r>
          </a:p>
          <a:p>
            <a:pPr lvl="2"/>
            <a:r>
              <a:rPr lang="en-US" sz="2000" b="1" dirty="0"/>
              <a:t>3.16.4: Inventory Balance Freeze	</a:t>
            </a:r>
          </a:p>
          <a:p>
            <a:pPr lvl="2"/>
            <a:r>
              <a:rPr lang="en-US" sz="2000" b="1" dirty="0"/>
              <a:t>3.16.1; 3.16.2; 3.16.6: Create and Print Tags	</a:t>
            </a:r>
          </a:p>
          <a:p>
            <a:pPr lvl="2"/>
            <a:r>
              <a:rPr lang="en-US" sz="2000" b="1" dirty="0"/>
              <a:t>3.16.11: Item Tag Count Entry:	</a:t>
            </a:r>
          </a:p>
          <a:p>
            <a:pPr lvl="2"/>
            <a:r>
              <a:rPr lang="en-US" sz="2000" b="1" dirty="0"/>
              <a:t>3.16.14: Counted Tag Report	</a:t>
            </a:r>
          </a:p>
          <a:p>
            <a:pPr lvl="2"/>
            <a:r>
              <a:rPr lang="en-US" sz="2000" b="1" dirty="0"/>
              <a:t>3.16.15: Uncounted Tag Report	</a:t>
            </a:r>
          </a:p>
          <a:p>
            <a:pPr lvl="2"/>
            <a:r>
              <a:rPr lang="en-US" sz="2000" b="1" dirty="0"/>
              <a:t>3.16.7: Tag Void Status Update	</a:t>
            </a:r>
          </a:p>
          <a:p>
            <a:pPr lvl="2"/>
            <a:r>
              <a:rPr lang="en-US" sz="2000" b="1" dirty="0"/>
              <a:t>3.16.18: Print Inventory Variance Report:	</a:t>
            </a:r>
          </a:p>
          <a:p>
            <a:pPr lvl="2"/>
            <a:r>
              <a:rPr lang="en-US" sz="2000" b="1" dirty="0"/>
              <a:t>3.16.12: Item Tag Recount Entry</a:t>
            </a:r>
          </a:p>
          <a:p>
            <a:pPr lvl="2"/>
            <a:r>
              <a:rPr lang="en-US" sz="2000" b="1" dirty="0"/>
              <a:t>3.16.21: Inventory Balance Update 	</a:t>
            </a:r>
            <a:endParaRPr lang="en-US" sz="2000" dirty="0"/>
          </a:p>
          <a:p>
            <a:pPr marL="342900" indent="-342900">
              <a:buFont typeface="Arial" panose="020B0604020202020204" pitchFamily="34" charset="0"/>
              <a:buChar char="&gt;"/>
            </a:pPr>
            <a:endParaRPr lang="en-US" sz="2000" dirty="0"/>
          </a:p>
        </p:txBody>
      </p:sp>
      <p:sp>
        <p:nvSpPr>
          <p:cNvPr id="5" name="Footer Placeholder 4"/>
          <p:cNvSpPr>
            <a:spLocks noGrp="1"/>
          </p:cNvSpPr>
          <p:nvPr>
            <p:ph type="ftr" sz="quarter" idx="3"/>
          </p:nvPr>
        </p:nvSpPr>
        <p:spPr/>
        <p:txBody>
          <a:bodyPr/>
          <a:lstStyle/>
          <a:p>
            <a:endParaRPr lang="en-US" dirty="0"/>
          </a:p>
          <a:p>
            <a:endParaRPr lang="en-US" dirty="0">
              <a:solidFill>
                <a:srgbClr val="AAAAAA"/>
              </a:solidFill>
            </a:endParaRPr>
          </a:p>
          <a:p>
            <a:r>
              <a:rPr lang="en-US" b="1" dirty="0">
                <a:solidFill>
                  <a:srgbClr val="AAAAAA"/>
                </a:solidFill>
              </a:rPr>
              <a:t>Adient - Confidential</a:t>
            </a:r>
          </a:p>
        </p:txBody>
      </p:sp>
      <p:sp>
        <p:nvSpPr>
          <p:cNvPr id="6" name="Slide Number Placeholder 5"/>
          <p:cNvSpPr>
            <a:spLocks noGrp="1"/>
          </p:cNvSpPr>
          <p:nvPr>
            <p:ph type="sldNum" sz="quarter" idx="4"/>
          </p:nvPr>
        </p:nvSpPr>
        <p:spPr/>
        <p:txBody>
          <a:bodyPr/>
          <a:lstStyle/>
          <a:p>
            <a:fld id="{295864D2-2B9F-40E2-998E-CC77F1ABC594}" type="slidenum">
              <a:rPr lang="en-US" smtClean="0"/>
              <a:pPr/>
              <a:t>12</a:t>
            </a:fld>
            <a:endParaRPr lang="en-US" dirty="0"/>
          </a:p>
        </p:txBody>
      </p:sp>
      <p:pic>
        <p:nvPicPr>
          <p:cNvPr id="10" name="Picture Placeholder 9"/>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3074" r="13074"/>
          <a:stretch>
            <a:fillRect/>
          </a:stretch>
        </p:blipFill>
        <p:spPr/>
      </p:pic>
    </p:spTree>
    <p:extLst>
      <p:ext uri="{BB962C8B-B14F-4D97-AF65-F5344CB8AC3E}">
        <p14:creationId xmlns:p14="http://schemas.microsoft.com/office/powerpoint/2010/main" val="4108309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Process Flow –  Physical Inventory</a:t>
            </a:r>
          </a:p>
        </p:txBody>
      </p:sp>
      <p:sp>
        <p:nvSpPr>
          <p:cNvPr id="4" name="Footer Placeholder 3"/>
          <p:cNvSpPr>
            <a:spLocks noGrp="1"/>
          </p:cNvSpPr>
          <p:nvPr>
            <p:ph type="ftr" sz="quarter" idx="3"/>
          </p:nvPr>
        </p:nvSpPr>
        <p:spPr/>
        <p:txBody>
          <a:bodyPr/>
          <a:lstStyle/>
          <a:p>
            <a:endParaRPr lang="en-US" dirty="0"/>
          </a:p>
          <a:p>
            <a:endParaRPr lang="en-US" sz="900" dirty="0">
              <a:solidFill>
                <a:srgbClr val="AAAAAA"/>
              </a:solidFill>
            </a:endParaRPr>
          </a:p>
          <a:p>
            <a:r>
              <a:rPr lang="en-US" sz="900" b="1" dirty="0">
                <a:solidFill>
                  <a:srgbClr val="AAAAAA"/>
                </a:solidFill>
                <a:latin typeface="Adient Sans Light" panose="020B0503040402060203" pitchFamily="34" charset="0"/>
              </a:rPr>
              <a:t>Adient -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13</a:t>
            </a:fld>
            <a:endParaRPr lang="en-US" dirty="0"/>
          </a:p>
        </p:txBody>
      </p:sp>
      <p:pic>
        <p:nvPicPr>
          <p:cNvPr id="10" name="Picture 9"/>
          <p:cNvPicPr>
            <a:picLocks noChangeAspect="1"/>
          </p:cNvPicPr>
          <p:nvPr/>
        </p:nvPicPr>
        <p:blipFill>
          <a:blip r:embed="rId3"/>
          <a:stretch>
            <a:fillRect/>
          </a:stretch>
        </p:blipFill>
        <p:spPr>
          <a:xfrm>
            <a:off x="409575" y="1360416"/>
            <a:ext cx="11318599" cy="2290578"/>
          </a:xfrm>
          <a:prstGeom prst="rect">
            <a:avLst/>
          </a:prstGeom>
        </p:spPr>
      </p:pic>
      <p:pic>
        <p:nvPicPr>
          <p:cNvPr id="12" name="Picture 11"/>
          <p:cNvPicPr>
            <a:picLocks noChangeAspect="1"/>
          </p:cNvPicPr>
          <p:nvPr/>
        </p:nvPicPr>
        <p:blipFill>
          <a:blip r:embed="rId4"/>
          <a:stretch>
            <a:fillRect/>
          </a:stretch>
        </p:blipFill>
        <p:spPr>
          <a:xfrm>
            <a:off x="438912" y="3650994"/>
            <a:ext cx="11289261" cy="2895580"/>
          </a:xfrm>
          <a:prstGeom prst="rect">
            <a:avLst/>
          </a:prstGeom>
        </p:spPr>
      </p:pic>
    </p:spTree>
    <p:extLst>
      <p:ext uri="{BB962C8B-B14F-4D97-AF65-F5344CB8AC3E}">
        <p14:creationId xmlns:p14="http://schemas.microsoft.com/office/powerpoint/2010/main" val="171148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2" y="1551304"/>
            <a:ext cx="5286027" cy="4620895"/>
          </a:xfrm>
        </p:spPr>
        <p:txBody>
          <a:bodyPr/>
          <a:lstStyle/>
          <a:p>
            <a:r>
              <a:rPr lang="en-US" b="0" dirty="0"/>
              <a:t>Tag Delete/Archive is the first step in the physical inventory process.  Use Tag Delete/Archive to delete and archive physical inventory tags, usually ones from the last count that are no longer needed.</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14</a:t>
            </a:fld>
            <a:endParaRPr lang="en-US" dirty="0"/>
          </a:p>
        </p:txBody>
      </p:sp>
      <p:sp>
        <p:nvSpPr>
          <p:cNvPr id="3" name="Title 2"/>
          <p:cNvSpPr>
            <a:spLocks noGrp="1"/>
          </p:cNvSpPr>
          <p:nvPr>
            <p:ph type="title"/>
          </p:nvPr>
        </p:nvSpPr>
        <p:spPr/>
        <p:txBody>
          <a:bodyPr/>
          <a:lstStyle/>
          <a:p>
            <a:r>
              <a:rPr lang="en-US" sz="2800" dirty="0"/>
              <a:t>Tag Delete / Archive  </a:t>
            </a:r>
            <a:endParaRPr lang="en-US" dirty="0"/>
          </a:p>
        </p:txBody>
      </p:sp>
      <p:pic>
        <p:nvPicPr>
          <p:cNvPr id="2" name="Picture 1"/>
          <p:cNvPicPr>
            <a:picLocks noChangeAspect="1"/>
          </p:cNvPicPr>
          <p:nvPr/>
        </p:nvPicPr>
        <p:blipFill>
          <a:blip r:embed="rId3"/>
          <a:stretch>
            <a:fillRect/>
          </a:stretch>
        </p:blipFill>
        <p:spPr>
          <a:xfrm>
            <a:off x="5885000" y="1551304"/>
            <a:ext cx="5457825" cy="4400550"/>
          </a:xfrm>
          <a:prstGeom prst="rect">
            <a:avLst/>
          </a:prstGeom>
        </p:spPr>
      </p:pic>
    </p:spTree>
    <p:extLst>
      <p:ext uri="{BB962C8B-B14F-4D97-AF65-F5344CB8AC3E}">
        <p14:creationId xmlns:p14="http://schemas.microsoft.com/office/powerpoint/2010/main" val="3785678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15</a:t>
            </a:fld>
            <a:endParaRPr lang="en-US" dirty="0"/>
          </a:p>
        </p:txBody>
      </p:sp>
      <p:sp>
        <p:nvSpPr>
          <p:cNvPr id="3" name="Title 2"/>
          <p:cNvSpPr>
            <a:spLocks noGrp="1"/>
          </p:cNvSpPr>
          <p:nvPr>
            <p:ph type="title"/>
          </p:nvPr>
        </p:nvSpPr>
        <p:spPr/>
        <p:txBody>
          <a:bodyPr/>
          <a:lstStyle/>
          <a:p>
            <a:r>
              <a:rPr lang="en-US" sz="2800" dirty="0"/>
              <a:t>Tag Delete / Archive  </a:t>
            </a:r>
            <a:endParaRPr lang="en-US" dirty="0"/>
          </a:p>
        </p:txBody>
      </p:sp>
      <p:pic>
        <p:nvPicPr>
          <p:cNvPr id="8" name="Picture 7"/>
          <p:cNvPicPr/>
          <p:nvPr/>
        </p:nvPicPr>
        <p:blipFill>
          <a:blip r:embed="rId3"/>
          <a:stretch>
            <a:fillRect/>
          </a:stretch>
        </p:blipFill>
        <p:spPr>
          <a:xfrm>
            <a:off x="438913" y="1643270"/>
            <a:ext cx="11289261" cy="2358500"/>
          </a:xfrm>
          <a:prstGeom prst="rect">
            <a:avLst/>
          </a:prstGeom>
        </p:spPr>
      </p:pic>
    </p:spTree>
    <p:extLst>
      <p:ext uri="{BB962C8B-B14F-4D97-AF65-F5344CB8AC3E}">
        <p14:creationId xmlns:p14="http://schemas.microsoft.com/office/powerpoint/2010/main" val="3073150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2" y="1551304"/>
            <a:ext cx="5286027" cy="4620895"/>
          </a:xfrm>
        </p:spPr>
        <p:txBody>
          <a:bodyPr/>
          <a:lstStyle/>
          <a:p>
            <a:r>
              <a:rPr lang="en-US" b="0" dirty="0"/>
              <a:t>Use Zero Balance Delete/Archive to remove the inventory detail information for any item, site, location, lot/serial, and lot reference combination with zero quantity currently on hand. </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16</a:t>
            </a:fld>
            <a:endParaRPr lang="en-US" dirty="0"/>
          </a:p>
        </p:txBody>
      </p:sp>
      <p:sp>
        <p:nvSpPr>
          <p:cNvPr id="3" name="Title 2"/>
          <p:cNvSpPr>
            <a:spLocks noGrp="1"/>
          </p:cNvSpPr>
          <p:nvPr>
            <p:ph type="title"/>
          </p:nvPr>
        </p:nvSpPr>
        <p:spPr/>
        <p:txBody>
          <a:bodyPr/>
          <a:lstStyle/>
          <a:p>
            <a:r>
              <a:rPr lang="en-US" sz="2800" dirty="0"/>
              <a:t>Delete Zero Balance Report  </a:t>
            </a:r>
            <a:endParaRPr lang="en-US" dirty="0"/>
          </a:p>
        </p:txBody>
      </p:sp>
      <p:pic>
        <p:nvPicPr>
          <p:cNvPr id="7" name="Picture 6"/>
          <p:cNvPicPr>
            <a:picLocks noChangeAspect="1"/>
          </p:cNvPicPr>
          <p:nvPr/>
        </p:nvPicPr>
        <p:blipFill>
          <a:blip r:embed="rId3"/>
          <a:stretch>
            <a:fillRect/>
          </a:stretch>
        </p:blipFill>
        <p:spPr>
          <a:xfrm>
            <a:off x="5724939" y="1403866"/>
            <a:ext cx="6001785" cy="4562475"/>
          </a:xfrm>
          <a:prstGeom prst="rect">
            <a:avLst/>
          </a:prstGeom>
        </p:spPr>
      </p:pic>
    </p:spTree>
    <p:extLst>
      <p:ext uri="{BB962C8B-B14F-4D97-AF65-F5344CB8AC3E}">
        <p14:creationId xmlns:p14="http://schemas.microsoft.com/office/powerpoint/2010/main" val="1255024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2" y="1551304"/>
            <a:ext cx="5286027" cy="4620895"/>
          </a:xfrm>
        </p:spPr>
        <p:txBody>
          <a:bodyPr/>
          <a:lstStyle/>
          <a:p>
            <a:r>
              <a:rPr lang="en-US" b="0" dirty="0"/>
              <a:t>Use the Inventory Balance Freeze to freeze the existing inventory quantities that will be used in the calculations for inventory adjustments from the physical inventory</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17</a:t>
            </a:fld>
            <a:endParaRPr lang="en-US" dirty="0"/>
          </a:p>
        </p:txBody>
      </p:sp>
      <p:sp>
        <p:nvSpPr>
          <p:cNvPr id="3" name="Title 2"/>
          <p:cNvSpPr>
            <a:spLocks noGrp="1"/>
          </p:cNvSpPr>
          <p:nvPr>
            <p:ph type="title"/>
          </p:nvPr>
        </p:nvSpPr>
        <p:spPr/>
        <p:txBody>
          <a:bodyPr/>
          <a:lstStyle/>
          <a:p>
            <a:r>
              <a:rPr lang="en-US" sz="2800" dirty="0"/>
              <a:t>Inventory Balance Freeze</a:t>
            </a:r>
            <a:endParaRPr lang="en-US" dirty="0"/>
          </a:p>
        </p:txBody>
      </p:sp>
      <p:pic>
        <p:nvPicPr>
          <p:cNvPr id="2" name="Picture 1"/>
          <p:cNvPicPr>
            <a:picLocks noChangeAspect="1"/>
          </p:cNvPicPr>
          <p:nvPr/>
        </p:nvPicPr>
        <p:blipFill>
          <a:blip r:embed="rId3"/>
          <a:stretch>
            <a:fillRect/>
          </a:stretch>
        </p:blipFill>
        <p:spPr>
          <a:xfrm>
            <a:off x="5724939" y="1551304"/>
            <a:ext cx="6016487" cy="4629150"/>
          </a:xfrm>
          <a:prstGeom prst="rect">
            <a:avLst/>
          </a:prstGeom>
        </p:spPr>
      </p:pic>
    </p:spTree>
    <p:extLst>
      <p:ext uri="{BB962C8B-B14F-4D97-AF65-F5344CB8AC3E}">
        <p14:creationId xmlns:p14="http://schemas.microsoft.com/office/powerpoint/2010/main" val="3818480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2" y="1551304"/>
            <a:ext cx="5286027" cy="4620895"/>
          </a:xfrm>
        </p:spPr>
        <p:txBody>
          <a:bodyPr/>
          <a:lstStyle/>
          <a:p>
            <a:r>
              <a:rPr lang="en-US" b="0" dirty="0"/>
              <a:t>Item Tag Create generates count tags for each inventory detail record</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18</a:t>
            </a:fld>
            <a:endParaRPr lang="en-US" dirty="0"/>
          </a:p>
        </p:txBody>
      </p:sp>
      <p:sp>
        <p:nvSpPr>
          <p:cNvPr id="3" name="Title 2"/>
          <p:cNvSpPr>
            <a:spLocks noGrp="1"/>
          </p:cNvSpPr>
          <p:nvPr>
            <p:ph type="title"/>
          </p:nvPr>
        </p:nvSpPr>
        <p:spPr/>
        <p:txBody>
          <a:bodyPr/>
          <a:lstStyle/>
          <a:p>
            <a:r>
              <a:rPr lang="en-US" sz="2800" dirty="0"/>
              <a:t>Create and Print Tags  </a:t>
            </a:r>
            <a:endParaRPr lang="en-US" dirty="0"/>
          </a:p>
        </p:txBody>
      </p:sp>
      <p:pic>
        <p:nvPicPr>
          <p:cNvPr id="7" name="Picture 6"/>
          <p:cNvPicPr>
            <a:picLocks noChangeAspect="1"/>
          </p:cNvPicPr>
          <p:nvPr/>
        </p:nvPicPr>
        <p:blipFill>
          <a:blip r:embed="rId3"/>
          <a:stretch>
            <a:fillRect/>
          </a:stretch>
        </p:blipFill>
        <p:spPr>
          <a:xfrm>
            <a:off x="5724939" y="1369746"/>
            <a:ext cx="6027668" cy="4448175"/>
          </a:xfrm>
          <a:prstGeom prst="rect">
            <a:avLst/>
          </a:prstGeom>
        </p:spPr>
      </p:pic>
    </p:spTree>
    <p:extLst>
      <p:ext uri="{BB962C8B-B14F-4D97-AF65-F5344CB8AC3E}">
        <p14:creationId xmlns:p14="http://schemas.microsoft.com/office/powerpoint/2010/main" val="3620773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19</a:t>
            </a:fld>
            <a:endParaRPr lang="en-US" dirty="0"/>
          </a:p>
        </p:txBody>
      </p:sp>
      <p:sp>
        <p:nvSpPr>
          <p:cNvPr id="3" name="Title 2"/>
          <p:cNvSpPr>
            <a:spLocks noGrp="1"/>
          </p:cNvSpPr>
          <p:nvPr>
            <p:ph type="title"/>
          </p:nvPr>
        </p:nvSpPr>
        <p:spPr/>
        <p:txBody>
          <a:bodyPr/>
          <a:lstStyle/>
          <a:p>
            <a:r>
              <a:rPr lang="en-US" sz="2800" dirty="0"/>
              <a:t>Create and Print Tags  </a:t>
            </a:r>
            <a:endParaRPr lang="en-US" dirty="0"/>
          </a:p>
        </p:txBody>
      </p:sp>
      <p:pic>
        <p:nvPicPr>
          <p:cNvPr id="8" name="Picture 7"/>
          <p:cNvPicPr/>
          <p:nvPr/>
        </p:nvPicPr>
        <p:blipFill>
          <a:blip r:embed="rId3"/>
          <a:stretch>
            <a:fillRect/>
          </a:stretch>
        </p:blipFill>
        <p:spPr>
          <a:xfrm>
            <a:off x="438913" y="1588795"/>
            <a:ext cx="11236252" cy="3513292"/>
          </a:xfrm>
          <a:prstGeom prst="rect">
            <a:avLst/>
          </a:prstGeom>
        </p:spPr>
      </p:pic>
    </p:spTree>
    <p:extLst>
      <p:ext uri="{BB962C8B-B14F-4D97-AF65-F5344CB8AC3E}">
        <p14:creationId xmlns:p14="http://schemas.microsoft.com/office/powerpoint/2010/main" val="2217603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2" y="1460525"/>
            <a:ext cx="5590827" cy="4859110"/>
          </a:xfrm>
        </p:spPr>
        <p:txBody>
          <a:bodyPr/>
          <a:lstStyle/>
          <a:p>
            <a:r>
              <a:rPr lang="en-US" b="0" dirty="0"/>
              <a:t>Enter data for each individual counted physical inventory bulk tag</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20</a:t>
            </a:fld>
            <a:endParaRPr lang="en-US" dirty="0"/>
          </a:p>
        </p:txBody>
      </p:sp>
      <p:sp>
        <p:nvSpPr>
          <p:cNvPr id="3" name="Title 2"/>
          <p:cNvSpPr>
            <a:spLocks noGrp="1"/>
          </p:cNvSpPr>
          <p:nvPr>
            <p:ph type="title"/>
          </p:nvPr>
        </p:nvSpPr>
        <p:spPr/>
        <p:txBody>
          <a:bodyPr/>
          <a:lstStyle/>
          <a:p>
            <a:r>
              <a:rPr lang="en-US" sz="2800" dirty="0"/>
              <a:t>Item Tag Count Entry  </a:t>
            </a:r>
            <a:endParaRPr lang="en-US" dirty="0"/>
          </a:p>
        </p:txBody>
      </p:sp>
      <p:pic>
        <p:nvPicPr>
          <p:cNvPr id="2" name="Picture 1"/>
          <p:cNvPicPr>
            <a:picLocks noChangeAspect="1"/>
          </p:cNvPicPr>
          <p:nvPr/>
        </p:nvPicPr>
        <p:blipFill>
          <a:blip r:embed="rId3"/>
          <a:stretch>
            <a:fillRect/>
          </a:stretch>
        </p:blipFill>
        <p:spPr>
          <a:xfrm>
            <a:off x="6029740" y="1438484"/>
            <a:ext cx="5667454" cy="4881152"/>
          </a:xfrm>
          <a:prstGeom prst="rect">
            <a:avLst/>
          </a:prstGeom>
        </p:spPr>
      </p:pic>
    </p:spTree>
    <p:extLst>
      <p:ext uri="{BB962C8B-B14F-4D97-AF65-F5344CB8AC3E}">
        <p14:creationId xmlns:p14="http://schemas.microsoft.com/office/powerpoint/2010/main" val="3416982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3" y="1346165"/>
            <a:ext cx="5590827" cy="500797"/>
          </a:xfrm>
        </p:spPr>
        <p:txBody>
          <a:bodyPr/>
          <a:lstStyle/>
          <a:p>
            <a:r>
              <a:rPr lang="en-US" dirty="0"/>
              <a:t>Counted Tag reports provides the list of Tags that have been counted</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21</a:t>
            </a:fld>
            <a:endParaRPr lang="en-US" dirty="0"/>
          </a:p>
        </p:txBody>
      </p:sp>
      <p:sp>
        <p:nvSpPr>
          <p:cNvPr id="3" name="Title 2"/>
          <p:cNvSpPr>
            <a:spLocks noGrp="1"/>
          </p:cNvSpPr>
          <p:nvPr>
            <p:ph type="title"/>
          </p:nvPr>
        </p:nvSpPr>
        <p:spPr/>
        <p:txBody>
          <a:bodyPr/>
          <a:lstStyle/>
          <a:p>
            <a:r>
              <a:rPr lang="en-US" sz="2800" dirty="0"/>
              <a:t>Counted Tag Report  </a:t>
            </a:r>
            <a:endParaRPr lang="en-US" dirty="0"/>
          </a:p>
        </p:txBody>
      </p:sp>
      <p:pic>
        <p:nvPicPr>
          <p:cNvPr id="7" name="Picture 6"/>
          <p:cNvPicPr>
            <a:picLocks noChangeAspect="1"/>
          </p:cNvPicPr>
          <p:nvPr/>
        </p:nvPicPr>
        <p:blipFill>
          <a:blip r:embed="rId3"/>
          <a:stretch>
            <a:fillRect/>
          </a:stretch>
        </p:blipFill>
        <p:spPr>
          <a:xfrm>
            <a:off x="6158406" y="1460525"/>
            <a:ext cx="5676900" cy="4886325"/>
          </a:xfrm>
          <a:prstGeom prst="rect">
            <a:avLst/>
          </a:prstGeom>
        </p:spPr>
      </p:pic>
      <p:pic>
        <p:nvPicPr>
          <p:cNvPr id="8" name="Picture 7"/>
          <p:cNvPicPr/>
          <p:nvPr/>
        </p:nvPicPr>
        <p:blipFill>
          <a:blip r:embed="rId4"/>
          <a:stretch>
            <a:fillRect/>
          </a:stretch>
        </p:blipFill>
        <p:spPr>
          <a:xfrm>
            <a:off x="150473" y="1832725"/>
            <a:ext cx="5943600" cy="4486910"/>
          </a:xfrm>
          <a:prstGeom prst="rect">
            <a:avLst/>
          </a:prstGeom>
        </p:spPr>
      </p:pic>
    </p:spTree>
    <p:extLst>
      <p:ext uri="{BB962C8B-B14F-4D97-AF65-F5344CB8AC3E}">
        <p14:creationId xmlns:p14="http://schemas.microsoft.com/office/powerpoint/2010/main" val="218612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3" y="1460525"/>
            <a:ext cx="5484810" cy="1030884"/>
          </a:xfrm>
        </p:spPr>
        <p:txBody>
          <a:bodyPr/>
          <a:lstStyle/>
          <a:p>
            <a:r>
              <a:rPr lang="en-US" b="0" dirty="0"/>
              <a:t>Use this report to determine the uncounted Bulk tag numbers that need to be voided.  Any unused bulk tags should then be voided (using 3.16.7)</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22</a:t>
            </a:fld>
            <a:endParaRPr lang="en-US" dirty="0"/>
          </a:p>
        </p:txBody>
      </p:sp>
      <p:sp>
        <p:nvSpPr>
          <p:cNvPr id="3" name="Title 2"/>
          <p:cNvSpPr>
            <a:spLocks noGrp="1"/>
          </p:cNvSpPr>
          <p:nvPr>
            <p:ph type="title"/>
          </p:nvPr>
        </p:nvSpPr>
        <p:spPr/>
        <p:txBody>
          <a:bodyPr/>
          <a:lstStyle/>
          <a:p>
            <a:r>
              <a:rPr lang="en-US" sz="2800" dirty="0"/>
              <a:t>Uncounted Tag Report  </a:t>
            </a:r>
            <a:endParaRPr lang="en-US" dirty="0"/>
          </a:p>
        </p:txBody>
      </p:sp>
      <p:pic>
        <p:nvPicPr>
          <p:cNvPr id="2" name="Picture 1"/>
          <p:cNvPicPr>
            <a:picLocks noChangeAspect="1"/>
          </p:cNvPicPr>
          <p:nvPr/>
        </p:nvPicPr>
        <p:blipFill>
          <a:blip r:embed="rId3"/>
          <a:stretch>
            <a:fillRect/>
          </a:stretch>
        </p:blipFill>
        <p:spPr>
          <a:xfrm>
            <a:off x="6029739" y="1460525"/>
            <a:ext cx="5686425" cy="4829175"/>
          </a:xfrm>
          <a:prstGeom prst="rect">
            <a:avLst/>
          </a:prstGeom>
        </p:spPr>
      </p:pic>
      <p:pic>
        <p:nvPicPr>
          <p:cNvPr id="9" name="Picture 8"/>
          <p:cNvPicPr/>
          <p:nvPr/>
        </p:nvPicPr>
        <p:blipFill>
          <a:blip r:embed="rId4"/>
          <a:stretch>
            <a:fillRect/>
          </a:stretch>
        </p:blipFill>
        <p:spPr>
          <a:xfrm>
            <a:off x="331304" y="3606468"/>
            <a:ext cx="5592420" cy="1598108"/>
          </a:xfrm>
          <a:prstGeom prst="rect">
            <a:avLst/>
          </a:prstGeom>
        </p:spPr>
      </p:pic>
    </p:spTree>
    <p:extLst>
      <p:ext uri="{BB962C8B-B14F-4D97-AF65-F5344CB8AC3E}">
        <p14:creationId xmlns:p14="http://schemas.microsoft.com/office/powerpoint/2010/main" val="601934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3" y="1460525"/>
            <a:ext cx="5484810" cy="1030884"/>
          </a:xfrm>
        </p:spPr>
        <p:txBody>
          <a:bodyPr/>
          <a:lstStyle/>
          <a:p>
            <a:r>
              <a:rPr lang="en-US" b="0" dirty="0"/>
              <a:t>Use this option to void any Bulk tag ranges that were not used in the physical inventory count.</a:t>
            </a:r>
            <a:endParaRPr lang="en-GB" b="0" dirty="0"/>
          </a:p>
          <a:p>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23</a:t>
            </a:fld>
            <a:endParaRPr lang="en-US" dirty="0"/>
          </a:p>
        </p:txBody>
      </p:sp>
      <p:sp>
        <p:nvSpPr>
          <p:cNvPr id="3" name="Title 2"/>
          <p:cNvSpPr>
            <a:spLocks noGrp="1"/>
          </p:cNvSpPr>
          <p:nvPr>
            <p:ph type="title"/>
          </p:nvPr>
        </p:nvSpPr>
        <p:spPr/>
        <p:txBody>
          <a:bodyPr/>
          <a:lstStyle/>
          <a:p>
            <a:r>
              <a:rPr lang="en-US" sz="2800" dirty="0"/>
              <a:t>Tag Void Status Update  </a:t>
            </a:r>
            <a:endParaRPr lang="en-US" dirty="0"/>
          </a:p>
        </p:txBody>
      </p:sp>
      <p:pic>
        <p:nvPicPr>
          <p:cNvPr id="7" name="Picture 6"/>
          <p:cNvPicPr>
            <a:picLocks noChangeAspect="1"/>
          </p:cNvPicPr>
          <p:nvPr/>
        </p:nvPicPr>
        <p:blipFill>
          <a:blip r:embed="rId3"/>
          <a:stretch>
            <a:fillRect/>
          </a:stretch>
        </p:blipFill>
        <p:spPr>
          <a:xfrm>
            <a:off x="6457329" y="1390650"/>
            <a:ext cx="5267325" cy="4928986"/>
          </a:xfrm>
          <a:prstGeom prst="rect">
            <a:avLst/>
          </a:prstGeom>
        </p:spPr>
      </p:pic>
    </p:spTree>
    <p:extLst>
      <p:ext uri="{BB962C8B-B14F-4D97-AF65-F5344CB8AC3E}">
        <p14:creationId xmlns:p14="http://schemas.microsoft.com/office/powerpoint/2010/main" val="2353048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3" y="1460525"/>
            <a:ext cx="4994478" cy="1030884"/>
          </a:xfrm>
        </p:spPr>
        <p:txBody>
          <a:bodyPr/>
          <a:lstStyle/>
          <a:p>
            <a:r>
              <a:rPr lang="en-US" b="0" dirty="0"/>
              <a:t>This report highlights the variance between the Inventory available in the system and physical count. It shows variance %age, variance amount and warnings, if any</a:t>
            </a:r>
            <a:endParaRPr lang="en-GB" b="0" dirty="0"/>
          </a:p>
          <a:p>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24</a:t>
            </a:fld>
            <a:endParaRPr lang="en-US" dirty="0"/>
          </a:p>
        </p:txBody>
      </p:sp>
      <p:sp>
        <p:nvSpPr>
          <p:cNvPr id="3" name="Title 2"/>
          <p:cNvSpPr>
            <a:spLocks noGrp="1"/>
          </p:cNvSpPr>
          <p:nvPr>
            <p:ph type="title"/>
          </p:nvPr>
        </p:nvSpPr>
        <p:spPr/>
        <p:txBody>
          <a:bodyPr/>
          <a:lstStyle/>
          <a:p>
            <a:r>
              <a:rPr lang="en-US" dirty="0"/>
              <a:t>Print Inventory Variance Report</a:t>
            </a:r>
          </a:p>
        </p:txBody>
      </p:sp>
      <p:pic>
        <p:nvPicPr>
          <p:cNvPr id="2" name="Picture 1"/>
          <p:cNvPicPr>
            <a:picLocks noChangeAspect="1"/>
          </p:cNvPicPr>
          <p:nvPr/>
        </p:nvPicPr>
        <p:blipFill>
          <a:blip r:embed="rId3"/>
          <a:stretch>
            <a:fillRect/>
          </a:stretch>
        </p:blipFill>
        <p:spPr>
          <a:xfrm>
            <a:off x="5565913" y="1460525"/>
            <a:ext cx="6161225" cy="4184578"/>
          </a:xfrm>
          <a:prstGeom prst="rect">
            <a:avLst/>
          </a:prstGeom>
        </p:spPr>
      </p:pic>
    </p:spTree>
    <p:extLst>
      <p:ext uri="{BB962C8B-B14F-4D97-AF65-F5344CB8AC3E}">
        <p14:creationId xmlns:p14="http://schemas.microsoft.com/office/powerpoint/2010/main" val="3504327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25</a:t>
            </a:fld>
            <a:endParaRPr lang="en-US" dirty="0"/>
          </a:p>
        </p:txBody>
      </p:sp>
      <p:sp>
        <p:nvSpPr>
          <p:cNvPr id="3" name="Title 2"/>
          <p:cNvSpPr>
            <a:spLocks noGrp="1"/>
          </p:cNvSpPr>
          <p:nvPr>
            <p:ph type="title"/>
          </p:nvPr>
        </p:nvSpPr>
        <p:spPr/>
        <p:txBody>
          <a:bodyPr/>
          <a:lstStyle/>
          <a:p>
            <a:r>
              <a:rPr lang="en-US" dirty="0"/>
              <a:t>Print Inventory Variance Report</a:t>
            </a:r>
          </a:p>
        </p:txBody>
      </p:sp>
      <p:pic>
        <p:nvPicPr>
          <p:cNvPr id="8" name="Picture 7"/>
          <p:cNvPicPr/>
          <p:nvPr/>
        </p:nvPicPr>
        <p:blipFill>
          <a:blip r:embed="rId3"/>
          <a:stretch>
            <a:fillRect/>
          </a:stretch>
        </p:blipFill>
        <p:spPr>
          <a:xfrm>
            <a:off x="438913" y="1563757"/>
            <a:ext cx="11276009" cy="4545495"/>
          </a:xfrm>
          <a:prstGeom prst="rect">
            <a:avLst/>
          </a:prstGeom>
        </p:spPr>
      </p:pic>
    </p:spTree>
    <p:extLst>
      <p:ext uri="{BB962C8B-B14F-4D97-AF65-F5344CB8AC3E}">
        <p14:creationId xmlns:p14="http://schemas.microsoft.com/office/powerpoint/2010/main" val="2877271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3" y="1460525"/>
            <a:ext cx="4994478" cy="2422362"/>
          </a:xfrm>
        </p:spPr>
        <p:txBody>
          <a:bodyPr/>
          <a:lstStyle/>
          <a:p>
            <a:r>
              <a:rPr lang="en-US" b="0" dirty="0"/>
              <a:t>Used for the correction of tags.  Once you enter the initial tag count, it can only be changed using Tag Recount Entry. You can change the count as many times as you like, up until the Inventory Balance Update is run.   Recount data will be entered in on the left side of the screen (“recount” fields)</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26</a:t>
            </a:fld>
            <a:endParaRPr lang="en-US" dirty="0"/>
          </a:p>
        </p:txBody>
      </p:sp>
      <p:sp>
        <p:nvSpPr>
          <p:cNvPr id="3" name="Title 2"/>
          <p:cNvSpPr>
            <a:spLocks noGrp="1"/>
          </p:cNvSpPr>
          <p:nvPr>
            <p:ph type="title"/>
          </p:nvPr>
        </p:nvSpPr>
        <p:spPr/>
        <p:txBody>
          <a:bodyPr/>
          <a:lstStyle/>
          <a:p>
            <a:r>
              <a:rPr lang="en-US" dirty="0"/>
              <a:t>Item Tag Recount Entry</a:t>
            </a:r>
          </a:p>
        </p:txBody>
      </p:sp>
      <p:pic>
        <p:nvPicPr>
          <p:cNvPr id="7" name="Picture 6"/>
          <p:cNvPicPr>
            <a:picLocks noChangeAspect="1"/>
          </p:cNvPicPr>
          <p:nvPr/>
        </p:nvPicPr>
        <p:blipFill>
          <a:blip r:embed="rId3"/>
          <a:stretch>
            <a:fillRect/>
          </a:stretch>
        </p:blipFill>
        <p:spPr>
          <a:xfrm>
            <a:off x="5698435" y="1301548"/>
            <a:ext cx="6008283" cy="5200650"/>
          </a:xfrm>
          <a:prstGeom prst="rect">
            <a:avLst/>
          </a:prstGeom>
        </p:spPr>
      </p:pic>
    </p:spTree>
    <p:extLst>
      <p:ext uri="{BB962C8B-B14F-4D97-AF65-F5344CB8AC3E}">
        <p14:creationId xmlns:p14="http://schemas.microsoft.com/office/powerpoint/2010/main" val="655025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38913" y="1460525"/>
            <a:ext cx="4994478" cy="2422362"/>
          </a:xfrm>
        </p:spPr>
        <p:txBody>
          <a:bodyPr/>
          <a:lstStyle/>
          <a:p>
            <a:r>
              <a:rPr lang="en-US" b="0" dirty="0"/>
              <a:t>Use Inventory Balance Update to adjust inventory balances to reflect the item quantity counted at a given site</a:t>
            </a:r>
            <a:endParaRPr lang="en-GB" b="0" dirty="0"/>
          </a:p>
        </p:txBody>
      </p:sp>
      <p:sp>
        <p:nvSpPr>
          <p:cNvPr id="4" name="Footer Placeholder 3"/>
          <p:cNvSpPr>
            <a:spLocks noGrp="1"/>
          </p:cNvSpPr>
          <p:nvPr>
            <p:ph type="ftr" sz="quarter" idx="3"/>
          </p:nvPr>
        </p:nvSpPr>
        <p:spPr/>
        <p:txBody>
          <a:bodyPr/>
          <a:lstStyle/>
          <a:p>
            <a:endParaRPr lang="en-US" dirty="0"/>
          </a:p>
          <a:p>
            <a:r>
              <a:rPr lang="en-US" sz="900" dirty="0">
                <a:solidFill>
                  <a:srgbClr val="AAAAAA"/>
                </a:solidFill>
                <a:latin typeface="Adient Sans Light" panose="020B0503040402060203" pitchFamily="34" charset="0"/>
              </a:rPr>
              <a:t>Adient</a:t>
            </a:r>
            <a:r>
              <a:rPr lang="en-US" sz="900" dirty="0">
                <a:solidFill>
                  <a:srgbClr val="AAAAAA"/>
                </a:solidFill>
              </a:rPr>
              <a:t> </a:t>
            </a:r>
            <a:r>
              <a:rPr lang="en-US" sz="900" b="1" dirty="0">
                <a:solidFill>
                  <a:srgbClr val="AAAAAA"/>
                </a:solidFill>
                <a:latin typeface="Adient Sans Light" panose="020B0503040402060203" pitchFamily="34" charset="0"/>
              </a:rPr>
              <a:t>- Confidential</a:t>
            </a:r>
          </a:p>
        </p:txBody>
      </p:sp>
      <p:sp>
        <p:nvSpPr>
          <p:cNvPr id="5" name="Slide Number Placeholder 4"/>
          <p:cNvSpPr>
            <a:spLocks noGrp="1"/>
          </p:cNvSpPr>
          <p:nvPr>
            <p:ph type="sldNum" sz="quarter" idx="4"/>
          </p:nvPr>
        </p:nvSpPr>
        <p:spPr/>
        <p:txBody>
          <a:bodyPr/>
          <a:lstStyle/>
          <a:p>
            <a:fld id="{295864D2-2B9F-40E2-998E-CC77F1ABC594}" type="slidenum">
              <a:rPr lang="en-US" smtClean="0"/>
              <a:pPr/>
              <a:t>27</a:t>
            </a:fld>
            <a:endParaRPr lang="en-US" dirty="0"/>
          </a:p>
        </p:txBody>
      </p:sp>
      <p:sp>
        <p:nvSpPr>
          <p:cNvPr id="3" name="Title 2"/>
          <p:cNvSpPr>
            <a:spLocks noGrp="1"/>
          </p:cNvSpPr>
          <p:nvPr>
            <p:ph type="title"/>
          </p:nvPr>
        </p:nvSpPr>
        <p:spPr/>
        <p:txBody>
          <a:bodyPr/>
          <a:lstStyle/>
          <a:p>
            <a:r>
              <a:rPr lang="en-US" dirty="0"/>
              <a:t>Inventory Balance Update</a:t>
            </a:r>
          </a:p>
        </p:txBody>
      </p:sp>
      <p:pic>
        <p:nvPicPr>
          <p:cNvPr id="2" name="Picture 1"/>
          <p:cNvPicPr>
            <a:picLocks noChangeAspect="1"/>
          </p:cNvPicPr>
          <p:nvPr/>
        </p:nvPicPr>
        <p:blipFill>
          <a:blip r:embed="rId3"/>
          <a:stretch>
            <a:fillRect/>
          </a:stretch>
        </p:blipFill>
        <p:spPr>
          <a:xfrm>
            <a:off x="5433391" y="1460525"/>
            <a:ext cx="6310105" cy="3990975"/>
          </a:xfrm>
          <a:prstGeom prst="rect">
            <a:avLst/>
          </a:prstGeom>
        </p:spPr>
      </p:pic>
    </p:spTree>
    <p:extLst>
      <p:ext uri="{BB962C8B-B14F-4D97-AF65-F5344CB8AC3E}">
        <p14:creationId xmlns:p14="http://schemas.microsoft.com/office/powerpoint/2010/main" val="1812608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Questions</a:t>
            </a:r>
          </a:p>
        </p:txBody>
      </p:sp>
      <p:pic>
        <p:nvPicPr>
          <p:cNvPr id="3" name="Picture Placeholder 2"/>
          <p:cNvPicPr>
            <a:picLocks noGrp="1" noChangeAspect="1"/>
          </p:cNvPicPr>
          <p:nvPr>
            <p:ph type="pic" sz="quarter" idx="10"/>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l="11739" r="11739"/>
          <a:stretch>
            <a:fillRect/>
          </a:stretch>
        </p:blipFill>
        <p:spPr/>
      </p:pic>
    </p:spTree>
    <p:extLst>
      <p:ext uri="{BB962C8B-B14F-4D97-AF65-F5344CB8AC3E}">
        <p14:creationId xmlns:p14="http://schemas.microsoft.com/office/powerpoint/2010/main" val="2406438674"/>
      </p:ext>
    </p:extLst>
  </p:cSld>
  <p:clrMapOvr>
    <a:masterClrMapping/>
  </p:clrMapOvr>
</p:sld>
</file>

<file path=ppt/theme/theme1.xml><?xml version="1.0" encoding="utf-8"?>
<a:theme xmlns:a="http://schemas.openxmlformats.org/drawingml/2006/main" name="Adient ppt templ_v11">
  <a:themeElements>
    <a:clrScheme name="Adient">
      <a:dk1>
        <a:srgbClr val="616265"/>
      </a:dk1>
      <a:lt1>
        <a:sysClr val="window" lastClr="FFFFFF"/>
      </a:lt1>
      <a:dk2>
        <a:srgbClr val="00465B"/>
      </a:dk2>
      <a:lt2>
        <a:srgbClr val="BFD732"/>
      </a:lt2>
      <a:accent1>
        <a:srgbClr val="AAAAAA"/>
      </a:accent1>
      <a:accent2>
        <a:srgbClr val="000000"/>
      </a:accent2>
      <a:accent3>
        <a:srgbClr val="00465B"/>
      </a:accent3>
      <a:accent4>
        <a:srgbClr val="BFD732"/>
      </a:accent4>
      <a:accent5>
        <a:srgbClr val="D8D8D8"/>
      </a:accent5>
      <a:accent6>
        <a:srgbClr val="616265"/>
      </a:accent6>
      <a:hlink>
        <a:srgbClr val="00465B"/>
      </a:hlink>
      <a:folHlink>
        <a:srgbClr val="BFD732"/>
      </a:folHlink>
    </a:clrScheme>
    <a:fontScheme name="Adie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EF KCOE TP SAP COE End User Course Template.pptx" id="{2FA4765E-06ED-4BA8-9648-305184A7A2D9}" vid="{774C3746-536B-4095-BA9E-4DDFA70E5E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0DA4C90FBB9F942ACFE5B13E5E0CFE1" ma:contentTypeVersion="13" ma:contentTypeDescription="Create a new document." ma:contentTypeScope="" ma:versionID="1bbc5e384bb67592ff52e74071ceb313">
  <xsd:schema xmlns:xsd="http://www.w3.org/2001/XMLSchema" xmlns:xs="http://www.w3.org/2001/XMLSchema" xmlns:p="http://schemas.microsoft.com/office/2006/metadata/properties" xmlns:ns2="673607f9-f499-42b2-acf8-f2bb2563eab0" xmlns:ns3="81cfdd88-8520-4503-ba7d-7edb1c48f99b" targetNamespace="http://schemas.microsoft.com/office/2006/metadata/properties" ma:root="true" ma:fieldsID="bf04c27053ceca7bd2410f59b69fa07c" ns2:_="" ns3:_="">
    <xsd:import namespace="673607f9-f499-42b2-acf8-f2bb2563eab0"/>
    <xsd:import namespace="81cfdd88-8520-4503-ba7d-7edb1c48f99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3607f9-f499-42b2-acf8-f2bb2563ea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cfdd88-8520-4503-ba7d-7edb1c48f99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ct:contentTypeSchema xmlns:ct="http://schemas.microsoft.com/office/2006/metadata/contentType" xmlns:ma="http://schemas.microsoft.com/office/2006/metadata/properties/metaAttributes" ct:_="" ma:_="" ma:contentTypeName="JCI Document" ma:contentTypeID="0x010100EA254AAEB50D427F87E6DD3EC4BD243700B1DFB8CD2C930F4A99C7C1A88EE490D9" ma:contentTypeVersion="4" ma:contentTypeDescription="JCI Document" ma:contentTypeScope="" ma:versionID="b3c2a54aee5eef3b0ca9f961841085f5">
  <xsd:schema xmlns:xsd="http://www.w3.org/2001/XMLSchema" xmlns:xs="http://www.w3.org/2001/XMLSchema" xmlns:p="http://schemas.microsoft.com/office/2006/metadata/properties" xmlns:ns2="a5a16fed-3cb8-45ea-9744-ba0aeadce716" targetNamespace="http://schemas.microsoft.com/office/2006/metadata/properties" ma:root="true" ma:fieldsID="8dd062e09e0ad1ce6c5edca84cb16921" ns2:_="">
    <xsd:import namespace="a5a16fed-3cb8-45ea-9744-ba0aeadce716"/>
    <xsd:element name="properties">
      <xsd:complexType>
        <xsd:sequence>
          <xsd:element name="documentManagement">
            <xsd:complexType>
              <xsd:all>
                <xsd:element ref="ns2:TaxCatchAll" minOccurs="0"/>
                <xsd:element ref="ns2:TaxCatchAllLab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a16fed-3cb8-45ea-9744-ba0aeadce716" elementFormDefault="qualified">
    <xsd:import namespace="http://schemas.microsoft.com/office/2006/documentManagement/types"/>
    <xsd:import namespace="http://schemas.microsoft.com/office/infopath/2007/PartnerControls"/>
    <xsd:element name="TaxCatchAll" ma:index="8" nillable="true" ma:displayName="Taxonomy Catch All Column" ma:description="" ma:hidden="true" ma:list="{da74c67e-3758-420f-a545-02c35f801a43}" ma:internalName="TaxCatchAll" ma:showField="CatchAllData" ma:web="c65654d2-a11e-4618-ac1f-5ca0a24ed646">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description="" ma:hidden="true" ma:list="{da74c67e-3758-420f-a545-02c35f801a43}" ma:internalName="TaxCatchAllLabel" ma:readOnly="true" ma:showField="CatchAllDataLabel" ma:web="c65654d2-a11e-4618-ac1f-5ca0a24ed64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5CFFC5D-F7BB-4BA7-8507-177D366F9C5F}">
  <ds:schemaRefs>
    <ds:schemaRef ds:uri="http://schemas.microsoft.com/sharepoint/v3/contenttype/forms"/>
  </ds:schemaRefs>
</ds:datastoreItem>
</file>

<file path=customXml/itemProps2.xml><?xml version="1.0" encoding="utf-8"?>
<ds:datastoreItem xmlns:ds="http://schemas.openxmlformats.org/officeDocument/2006/customXml" ds:itemID="{DCD7F5A2-A819-40B1-B05A-887A78E60577}"/>
</file>

<file path=customXml/itemProps3.xml><?xml version="1.0" encoding="utf-8"?>
<ds:datastoreItem xmlns:ds="http://schemas.openxmlformats.org/officeDocument/2006/customXml" ds:itemID="{4D7C47CF-E3B6-4686-9C82-0C54DFEA46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a16fed-3cb8-45ea-9744-ba0aeadce7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6F3E5429-4F51-4BD2-955C-CFA893E4FECD}">
  <ds:schemaRefs>
    <ds:schemaRef ds:uri="http://www.w3.org/XML/1998/namespace"/>
    <ds:schemaRef ds:uri="efe2a987-3995-46e7-a01b-d4a517193fd1"/>
    <ds:schemaRef ds:uri="http://schemas.microsoft.com/office/2006/documentManagement/types"/>
    <ds:schemaRef ds:uri="http://schemas.microsoft.com/sharepoint/v4"/>
    <ds:schemaRef ds:uri="acffa07f-f5f3-4db8-b565-d0a75c0d1601"/>
    <ds:schemaRef ds:uri="http://purl.org/dc/elements/1.1/"/>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dcmitype/"/>
    <ds:schemaRef ds:uri="a5a16fed-3cb8-45ea-9744-ba0aeadce716"/>
  </ds:schemaRefs>
</ds:datastoreItem>
</file>

<file path=docProps/app.xml><?xml version="1.0" encoding="utf-8"?>
<Properties xmlns="http://schemas.openxmlformats.org/officeDocument/2006/extended-properties" xmlns:vt="http://schemas.openxmlformats.org/officeDocument/2006/docPropsVTypes">
  <Template>EF KCOE TP SAP End User Change Communication Template</Template>
  <TotalTime>0</TotalTime>
  <Words>1332</Words>
  <Application>Microsoft Office PowerPoint</Application>
  <PresentationFormat>Widescreen</PresentationFormat>
  <Paragraphs>221</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Adient Sans</vt:lpstr>
      <vt:lpstr>Adient Sans Light</vt:lpstr>
      <vt:lpstr>Arial</vt:lpstr>
      <vt:lpstr>Arial Narrow</vt:lpstr>
      <vt:lpstr>Calibri</vt:lpstr>
      <vt:lpstr>Wingdings</vt:lpstr>
      <vt:lpstr>Adient ppt templ_v11</vt:lpstr>
      <vt:lpstr>Inventory accuracy Cycle Count and PI          </vt:lpstr>
      <vt:lpstr> Cycle Counting</vt:lpstr>
      <vt:lpstr>Learning objectives</vt:lpstr>
      <vt:lpstr> Cycle Counting</vt:lpstr>
      <vt:lpstr>Cycle counting </vt:lpstr>
      <vt:lpstr>Process Flow – Cycle Counting</vt:lpstr>
      <vt:lpstr>Item ABC Status Report/Update</vt:lpstr>
      <vt:lpstr>Cycle count worksheet print</vt:lpstr>
      <vt:lpstr>Cycle count results entry (Initial)</vt:lpstr>
      <vt:lpstr>Cycle count results entry (Recount)</vt:lpstr>
      <vt:lpstr> Physical Inventory</vt:lpstr>
      <vt:lpstr>Physical Inventory </vt:lpstr>
      <vt:lpstr>Process Flow –  Physical Inventory</vt:lpstr>
      <vt:lpstr>Tag Delete / Archive  </vt:lpstr>
      <vt:lpstr>Tag Delete / Archive  </vt:lpstr>
      <vt:lpstr>Delete Zero Balance Report  </vt:lpstr>
      <vt:lpstr>Inventory Balance Freeze</vt:lpstr>
      <vt:lpstr>Create and Print Tags  </vt:lpstr>
      <vt:lpstr>Create and Print Tags  </vt:lpstr>
      <vt:lpstr>Item Tag Count Entry  </vt:lpstr>
      <vt:lpstr>Counted Tag Report  </vt:lpstr>
      <vt:lpstr>Uncounted Tag Report  </vt:lpstr>
      <vt:lpstr>Tag Void Status Update  </vt:lpstr>
      <vt:lpstr>Print Inventory Variance Report</vt:lpstr>
      <vt:lpstr>Print Inventory Variance Report</vt:lpstr>
      <vt:lpstr>Item Tag Recount Entry</vt:lpstr>
      <vt:lpstr>Inventory Balance Update</vt:lpstr>
      <vt:lpstr>Questions</vt:lpstr>
    </vt:vector>
  </TitlesOfParts>
  <Company>Johnson Controls,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Tamara Dawn Posthuma</dc:creator>
  <cp:keywords>SAP COE Templates</cp:keywords>
  <cp:lastModifiedBy>Leonid Kharin</cp:lastModifiedBy>
  <cp:revision>227</cp:revision>
  <dcterms:created xsi:type="dcterms:W3CDTF">2016-10-18T19:10:53Z</dcterms:created>
  <dcterms:modified xsi:type="dcterms:W3CDTF">2022-07-11T09:20:58Z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0x01010030DA4C90FBB9F942ACFE5B13E5E0CFE1</vt:lpwstr>
  </property>
  <property fmtid="{D5CDD505-2E9C-101B-9397-08002B2CF9AE}" pid="3" name="_dlc_DocIdItemGuid">
    <vt:lpwstr>4c622fe6-b597-4335-8c05-5c7503a4f7f8</vt:lpwstr>
  </property>
  <property fmtid="{D5CDD505-2E9C-101B-9397-08002B2CF9AE}" pid="4" name="Comments">
    <vt:lpwstr>11/18: Shobhita helped finalize template to be rolled out to the SAP COE and used for both internal and external communication from the SAP COE.</vt:lpwstr>
  </property>
  <property fmtid="{D5CDD505-2E9C-101B-9397-08002B2CF9AE}" pid="5" name="MSIP_Label_dd77c177-921f-4c67-aad2-9844fb8189cd_Enabled">
    <vt:lpwstr>true</vt:lpwstr>
  </property>
  <property fmtid="{D5CDD505-2E9C-101B-9397-08002B2CF9AE}" pid="6" name="MSIP_Label_dd77c177-921f-4c67-aad2-9844fb8189cd_SetDate">
    <vt:lpwstr>2022-07-11T08:26:12Z</vt:lpwstr>
  </property>
  <property fmtid="{D5CDD505-2E9C-101B-9397-08002B2CF9AE}" pid="7" name="MSIP_Label_dd77c177-921f-4c67-aad2-9844fb8189cd_Method">
    <vt:lpwstr>Standard</vt:lpwstr>
  </property>
  <property fmtid="{D5CDD505-2E9C-101B-9397-08002B2CF9AE}" pid="8" name="MSIP_Label_dd77c177-921f-4c67-aad2-9844fb8189cd_Name">
    <vt:lpwstr>dd77c177-921f-4c67-aad2-9844fb8189cd</vt:lpwstr>
  </property>
  <property fmtid="{D5CDD505-2E9C-101B-9397-08002B2CF9AE}" pid="9" name="MSIP_Label_dd77c177-921f-4c67-aad2-9844fb8189cd_SiteId">
    <vt:lpwstr>21f195bc-13e5-4339-82ea-ef8b8ecdd0a9</vt:lpwstr>
  </property>
  <property fmtid="{D5CDD505-2E9C-101B-9397-08002B2CF9AE}" pid="10" name="MSIP_Label_dd77c177-921f-4c67-aad2-9844fb8189cd_ActionId">
    <vt:lpwstr>d67b1570-5d93-4f30-b86d-9eae72504a46</vt:lpwstr>
  </property>
  <property fmtid="{D5CDD505-2E9C-101B-9397-08002B2CF9AE}" pid="11" name="MSIP_Label_dd77c177-921f-4c67-aad2-9844fb8189cd_ContentBits">
    <vt:lpwstr>2</vt:lpwstr>
  </property>
</Properties>
</file>